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DM Sans Black"/>
      <p:bold r:id="rId34"/>
      <p:boldItalic r:id="rId35"/>
    </p:embeddedFont>
    <p:embeddedFont>
      <p:font typeface="Helvetica Neue"/>
      <p:regular r:id="rId36"/>
      <p:bold r:id="rId37"/>
      <p:italic r:id="rId38"/>
      <p:boldItalic r:id="rId39"/>
    </p:embeddedFont>
    <p:embeddedFont>
      <p:font typeface="Roboto Light"/>
      <p:regular r:id="rId40"/>
      <p:bold r:id="rId41"/>
      <p:italic r:id="rId42"/>
      <p:boldItalic r:id="rId43"/>
    </p:embeddedFont>
    <p:embeddedFont>
      <p:font typeface="Barlow SemiBold"/>
      <p:regular r:id="rId44"/>
      <p:bold r:id="rId45"/>
      <p:italic r:id="rId46"/>
      <p:boldItalic r:id="rId47"/>
    </p:embeddedFont>
    <p:embeddedFont>
      <p:font typeface="Barlow"/>
      <p:regular r:id="rId48"/>
      <p:bold r:id="rId49"/>
      <p:italic r:id="rId50"/>
      <p:boldItalic r:id="rId51"/>
    </p:embeddedFont>
    <p:embeddedFont>
      <p:font typeface="DM Sans Medium"/>
      <p:regular r:id="rId52"/>
      <p:bold r:id="rId53"/>
      <p:italic r:id="rId54"/>
      <p:boldItalic r:id="rId55"/>
    </p:embeddedFont>
    <p:embeddedFont>
      <p:font typeface="Play"/>
      <p:regular r:id="rId56"/>
      <p:bold r:id="rId57"/>
    </p:embeddedFont>
    <p:embeddedFont>
      <p:font typeface="Roboto"/>
      <p:regular r:id="rId58"/>
      <p:bold r:id="rId59"/>
      <p:italic r:id="rId60"/>
      <p:boldItalic r:id="rId61"/>
    </p:embeddedFont>
    <p:embeddedFont>
      <p:font typeface="Montserrat"/>
      <p:regular r:id="rId62"/>
      <p:bold r:id="rId63"/>
      <p:italic r:id="rId64"/>
      <p:boldItalic r:id="rId65"/>
    </p:embeddedFont>
    <p:embeddedFont>
      <p:font typeface="Lato Light"/>
      <p:regular r:id="rId66"/>
      <p:bold r:id="rId67"/>
      <p:italic r:id="rId68"/>
      <p:boldItalic r:id="rId69"/>
    </p:embeddedFont>
    <p:embeddedFont>
      <p:font typeface="DM Sans Light"/>
      <p:regular r:id="rId70"/>
      <p:bold r:id="rId71"/>
      <p:italic r:id="rId72"/>
      <p:boldItalic r:id="rId73"/>
    </p:embeddedFont>
    <p:embeddedFont>
      <p:font typeface="Open Sans ExtraBold"/>
      <p:bold r:id="rId74"/>
      <p:boldItalic r:id="rId75"/>
    </p:embeddedFont>
    <p:embeddedFont>
      <p:font typeface="DM Sans"/>
      <p:regular r:id="rId76"/>
      <p:bold r:id="rId77"/>
      <p:italic r:id="rId78"/>
      <p:boldItalic r:id="rId79"/>
    </p:embeddedFont>
    <p:embeddedFont>
      <p:font typeface="Open Sans Light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7">
          <p15:clr>
            <a:srgbClr val="747775"/>
          </p15:clr>
        </p15:guide>
        <p15:guide id="2" pos="22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 orient="horz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regular.fntdata"/><Relationship Id="rId83" Type="http://schemas.openxmlformats.org/officeDocument/2006/relationships/font" Target="fonts/OpenSansLight-boldItalic.fntdata"/><Relationship Id="rId42" Type="http://schemas.openxmlformats.org/officeDocument/2006/relationships/font" Target="fonts/RobotoLight-italic.fntdata"/><Relationship Id="rId41" Type="http://schemas.openxmlformats.org/officeDocument/2006/relationships/font" Target="fonts/RobotoLight-bold.fntdata"/><Relationship Id="rId44" Type="http://schemas.openxmlformats.org/officeDocument/2006/relationships/font" Target="fonts/BarlowSemiBold-regular.fntdata"/><Relationship Id="rId43" Type="http://schemas.openxmlformats.org/officeDocument/2006/relationships/font" Target="fonts/RobotoLight-boldItalic.fntdata"/><Relationship Id="rId46" Type="http://schemas.openxmlformats.org/officeDocument/2006/relationships/font" Target="fonts/BarlowSemiBold-italic.fntdata"/><Relationship Id="rId45" Type="http://schemas.openxmlformats.org/officeDocument/2006/relationships/font" Target="fonts/BarlowSemiBold-bold.fntdata"/><Relationship Id="rId80" Type="http://schemas.openxmlformats.org/officeDocument/2006/relationships/font" Target="fonts/OpenSansLight-regular.fntdata"/><Relationship Id="rId82" Type="http://schemas.openxmlformats.org/officeDocument/2006/relationships/font" Target="fonts/OpenSansLight-italic.fntdata"/><Relationship Id="rId81" Type="http://schemas.openxmlformats.org/officeDocument/2006/relationships/font" Target="fonts/OpenSans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font" Target="fonts/Barlow-regular.fntdata"/><Relationship Id="rId47" Type="http://schemas.openxmlformats.org/officeDocument/2006/relationships/font" Target="fonts/BarlowSemiBold-boldItalic.fntdata"/><Relationship Id="rId49" Type="http://schemas.openxmlformats.org/officeDocument/2006/relationships/font" Target="fonts/Barlow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73" Type="http://schemas.openxmlformats.org/officeDocument/2006/relationships/font" Target="fonts/DMSansLight-boldItalic.fntdata"/><Relationship Id="rId72" Type="http://schemas.openxmlformats.org/officeDocument/2006/relationships/font" Target="fonts/DMSansLight-italic.fntdata"/><Relationship Id="rId31" Type="http://schemas.openxmlformats.org/officeDocument/2006/relationships/font" Target="fonts/Raleway-bold.fntdata"/><Relationship Id="rId75" Type="http://schemas.openxmlformats.org/officeDocument/2006/relationships/font" Target="fonts/OpenSansExtraBold-boldItalic.fntdata"/><Relationship Id="rId30" Type="http://schemas.openxmlformats.org/officeDocument/2006/relationships/font" Target="fonts/Raleway-regular.fntdata"/><Relationship Id="rId74" Type="http://schemas.openxmlformats.org/officeDocument/2006/relationships/font" Target="fonts/OpenSansExtraBold-bold.fntdata"/><Relationship Id="rId33" Type="http://schemas.openxmlformats.org/officeDocument/2006/relationships/font" Target="fonts/Raleway-boldItalic.fntdata"/><Relationship Id="rId77" Type="http://schemas.openxmlformats.org/officeDocument/2006/relationships/font" Target="fonts/DMSans-bold.fntdata"/><Relationship Id="rId32" Type="http://schemas.openxmlformats.org/officeDocument/2006/relationships/font" Target="fonts/Raleway-italic.fntdata"/><Relationship Id="rId76" Type="http://schemas.openxmlformats.org/officeDocument/2006/relationships/font" Target="fonts/DMSans-regular.fntdata"/><Relationship Id="rId35" Type="http://schemas.openxmlformats.org/officeDocument/2006/relationships/font" Target="fonts/DMSansBlack-boldItalic.fntdata"/><Relationship Id="rId79" Type="http://schemas.openxmlformats.org/officeDocument/2006/relationships/font" Target="fonts/DMSans-boldItalic.fntdata"/><Relationship Id="rId34" Type="http://schemas.openxmlformats.org/officeDocument/2006/relationships/font" Target="fonts/DMSansBlack-bold.fntdata"/><Relationship Id="rId78" Type="http://schemas.openxmlformats.org/officeDocument/2006/relationships/font" Target="fonts/DMSans-italic.fntdata"/><Relationship Id="rId71" Type="http://schemas.openxmlformats.org/officeDocument/2006/relationships/font" Target="fonts/DMSansLight-bold.fntdata"/><Relationship Id="rId70" Type="http://schemas.openxmlformats.org/officeDocument/2006/relationships/font" Target="fonts/DMSansLight-regular.fntdata"/><Relationship Id="rId37" Type="http://schemas.openxmlformats.org/officeDocument/2006/relationships/font" Target="fonts/HelveticaNeue-bold.fntdata"/><Relationship Id="rId36" Type="http://schemas.openxmlformats.org/officeDocument/2006/relationships/font" Target="fonts/HelveticaNeue-regular.fntdata"/><Relationship Id="rId39" Type="http://schemas.openxmlformats.org/officeDocument/2006/relationships/font" Target="fonts/HelveticaNeue-boldItalic.fntdata"/><Relationship Id="rId38" Type="http://schemas.openxmlformats.org/officeDocument/2006/relationships/font" Target="fonts/HelveticaNeue-italic.fntdata"/><Relationship Id="rId62" Type="http://schemas.openxmlformats.org/officeDocument/2006/relationships/font" Target="fonts/Montserrat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2.xml"/><Relationship Id="rId64" Type="http://schemas.openxmlformats.org/officeDocument/2006/relationships/font" Target="fonts/Montserrat-italic.fntdata"/><Relationship Id="rId63" Type="http://schemas.openxmlformats.org/officeDocument/2006/relationships/font" Target="fonts/Montserrat-bold.fntdata"/><Relationship Id="rId22" Type="http://schemas.openxmlformats.org/officeDocument/2006/relationships/slide" Target="slides/slide14.xml"/><Relationship Id="rId66" Type="http://schemas.openxmlformats.org/officeDocument/2006/relationships/font" Target="fonts/LatoLight-regular.fntdata"/><Relationship Id="rId21" Type="http://schemas.openxmlformats.org/officeDocument/2006/relationships/slide" Target="slides/slide13.xml"/><Relationship Id="rId65" Type="http://schemas.openxmlformats.org/officeDocument/2006/relationships/font" Target="fonts/Montserrat-boldItalic.fntdata"/><Relationship Id="rId24" Type="http://schemas.openxmlformats.org/officeDocument/2006/relationships/slide" Target="slides/slide16.xml"/><Relationship Id="rId68" Type="http://schemas.openxmlformats.org/officeDocument/2006/relationships/font" Target="fonts/LatoLight-italic.fntdata"/><Relationship Id="rId23" Type="http://schemas.openxmlformats.org/officeDocument/2006/relationships/slide" Target="slides/slide15.xml"/><Relationship Id="rId67" Type="http://schemas.openxmlformats.org/officeDocument/2006/relationships/font" Target="fonts/LatoLight-bold.fntdata"/><Relationship Id="rId60" Type="http://schemas.openxmlformats.org/officeDocument/2006/relationships/font" Target="fonts/Roboto-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LatoLight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Barlow-boldItalic.fntdata"/><Relationship Id="rId50" Type="http://schemas.openxmlformats.org/officeDocument/2006/relationships/font" Target="fonts/Barlow-italic.fntdata"/><Relationship Id="rId53" Type="http://schemas.openxmlformats.org/officeDocument/2006/relationships/font" Target="fonts/DMSansMedium-bold.fntdata"/><Relationship Id="rId52" Type="http://schemas.openxmlformats.org/officeDocument/2006/relationships/font" Target="fonts/DMSansMedium-regular.fntdata"/><Relationship Id="rId11" Type="http://schemas.openxmlformats.org/officeDocument/2006/relationships/slide" Target="slides/slide3.xml"/><Relationship Id="rId55" Type="http://schemas.openxmlformats.org/officeDocument/2006/relationships/font" Target="fonts/DMSansMedium-boldItalic.fntdata"/><Relationship Id="rId10" Type="http://schemas.openxmlformats.org/officeDocument/2006/relationships/slide" Target="slides/slide2.xml"/><Relationship Id="rId54" Type="http://schemas.openxmlformats.org/officeDocument/2006/relationships/font" Target="fonts/DMSansMedium-italic.fntdata"/><Relationship Id="rId13" Type="http://schemas.openxmlformats.org/officeDocument/2006/relationships/slide" Target="slides/slide5.xml"/><Relationship Id="rId57" Type="http://schemas.openxmlformats.org/officeDocument/2006/relationships/font" Target="fonts/Play-bold.fntdata"/><Relationship Id="rId12" Type="http://schemas.openxmlformats.org/officeDocument/2006/relationships/slide" Target="slides/slide4.xml"/><Relationship Id="rId56" Type="http://schemas.openxmlformats.org/officeDocument/2006/relationships/font" Target="fonts/Play-regular.fntdata"/><Relationship Id="rId15" Type="http://schemas.openxmlformats.org/officeDocument/2006/relationships/slide" Target="slides/slide7.xml"/><Relationship Id="rId59" Type="http://schemas.openxmlformats.org/officeDocument/2006/relationships/font" Target="fonts/Roboto-bold.fntdata"/><Relationship Id="rId14" Type="http://schemas.openxmlformats.org/officeDocument/2006/relationships/slide" Target="slides/slide6.xml"/><Relationship Id="rId58" Type="http://schemas.openxmlformats.org/officeDocument/2006/relationships/font" Target="fonts/Roboto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bbc84e061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bbc84e061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727c7246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f727c7246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727c7246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f727c7246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727c7246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727c7246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b57962ad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fb57962a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727c7246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f727c7246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727c7246f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727c7246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b57962ad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fb57962ad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727c7246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f727c7246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727c7246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f727c7246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727c7246f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f727c7246f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727c7246f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f727c7246f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bbc84e061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cbbc84e061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727c7246f_0_2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f727c7246f_0_2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727c7246f_0_2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g3f727c7246f_0_2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f727c7246f_0_2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g3f727c7246f_0_2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f727c7246f_0_3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1" name="Google Shape;1491;g3f727c7246f_0_3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3f727c7246f_0_3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2" name="Google Shape;1792;g3f727c7246f_0_3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3f727c7246f_0_3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9" name="Google Shape;2009;g3f727c7246f_0_3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g3f727c7246f_0_4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0" name="Google Shape;2430;g3f727c7246f_0_4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fmla="val 10798285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" name="Google Shape;15;p2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bg>
      <p:bgPr>
        <a:solidFill>
          <a:srgbClr val="252525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fmla="val 10798285" name="adj1"/>
              <a:gd fmla="val 1620000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" name="Google Shape;26;p3"/>
          <p:cNvSpPr txBox="1"/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" name="Google Shape;33;p4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fmla="val 50000" name="adj"/>
            </a:avLst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" name="Google Shape;35;p4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3909150" y="368342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7F6E2"/>
                </a:solidFill>
                <a:latin typeface="Barlow"/>
                <a:ea typeface="Barlow"/>
                <a:cs typeface="Barlow"/>
                <a:sym typeface="Barlow"/>
              </a:rPr>
              <a:t>tempo</a:t>
            </a:r>
            <a:endParaRPr b="1" sz="2400">
              <a:solidFill>
                <a:srgbClr val="F7F6E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4"/>
          <p:cNvSpPr txBox="1"/>
          <p:nvPr>
            <p:ph type="ctrTitle"/>
          </p:nvPr>
        </p:nvSpPr>
        <p:spPr>
          <a:xfrm>
            <a:off x="2327900" y="1070550"/>
            <a:ext cx="4488300" cy="30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3074700" y="3189925"/>
            <a:ext cx="2994600" cy="17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1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1040075" y="1084050"/>
            <a:ext cx="70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3200"/>
              <a:buNone/>
              <a:defRPr sz="3200">
                <a:solidFill>
                  <a:srgbClr val="DE380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1518300" y="2002500"/>
            <a:ext cx="6107400" cy="26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5"/>
          <p:cNvSpPr/>
          <p:nvPr/>
        </p:nvSpPr>
        <p:spPr>
          <a:xfrm rot="10800000">
            <a:off x="8446550" y="125"/>
            <a:ext cx="478200" cy="4710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8546850" y="-24"/>
            <a:ext cx="277500" cy="38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3E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7F6E2"/>
              </a:solidFill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241150" y="4568900"/>
            <a:ext cx="438900" cy="5745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 rot="10800000">
            <a:off x="250742" y="4034733"/>
            <a:ext cx="419700" cy="419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311700" y="445025"/>
            <a:ext cx="610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311700" y="1152475"/>
            <a:ext cx="610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 flipH="1" rot="10800000">
            <a:off x="7078100" y="-689550"/>
            <a:ext cx="1595400" cy="23832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 flipH="1" rot="10800000">
            <a:off x="7077900" y="3668425"/>
            <a:ext cx="1595400" cy="23832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 rot="10800000">
            <a:off x="7264125" y="2888900"/>
            <a:ext cx="1223100" cy="2957100"/>
          </a:xfrm>
          <a:prstGeom prst="roundRect">
            <a:avLst>
              <a:gd fmla="val 47944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 rot="-5400000">
            <a:off x="7611931" y="418874"/>
            <a:ext cx="527310" cy="105467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6"/>
          <p:cNvSpPr/>
          <p:nvPr/>
        </p:nvSpPr>
        <p:spPr>
          <a:xfrm rot="-5400000">
            <a:off x="7611931" y="1021560"/>
            <a:ext cx="527310" cy="105467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6"/>
          <p:cNvSpPr/>
          <p:nvPr/>
        </p:nvSpPr>
        <p:spPr>
          <a:xfrm rot="10800000">
            <a:off x="7472256" y="1887922"/>
            <a:ext cx="806700" cy="806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fmla="val 45644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" name="Google Shape;6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fmla="val 45644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 1">
  <p:cSld name="TITLE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 rot="10800000">
            <a:off x="267397" y="29669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9"/>
          <p:cNvSpPr/>
          <p:nvPr/>
        </p:nvSpPr>
        <p:spPr>
          <a:xfrm rot="5400000">
            <a:off x="4219150" y="-1070125"/>
            <a:ext cx="1321200" cy="76848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 rot="10800000">
            <a:off x="953751" y="29669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9"/>
          <p:cNvSpPr/>
          <p:nvPr/>
        </p:nvSpPr>
        <p:spPr>
          <a:xfrm rot="-5400000">
            <a:off x="1640068" y="29668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9"/>
          <p:cNvSpPr/>
          <p:nvPr/>
        </p:nvSpPr>
        <p:spPr>
          <a:xfrm flipH="1" rot="10800000">
            <a:off x="8425213" y="142112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9"/>
          <p:cNvSpPr/>
          <p:nvPr/>
        </p:nvSpPr>
        <p:spPr>
          <a:xfrm flipH="1" rot="10800000">
            <a:off x="7738860" y="142112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9"/>
          <p:cNvSpPr/>
          <p:nvPr/>
        </p:nvSpPr>
        <p:spPr>
          <a:xfrm flipH="1" rot="5400000">
            <a:off x="6540922" y="142100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" name="Google Shape;7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8222"/>
            <a:ext cx="9144000" cy="499365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/>
          <p:nvPr/>
        </p:nvSpPr>
        <p:spPr>
          <a:xfrm rot="5400000">
            <a:off x="3514200" y="-3703875"/>
            <a:ext cx="542100" cy="8391600"/>
          </a:xfrm>
          <a:prstGeom prst="roundRect">
            <a:avLst>
              <a:gd fmla="val 48865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311700" y="20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1995250" y="1595650"/>
            <a:ext cx="5315400" cy="28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2" type="title"/>
          </p:nvPr>
        </p:nvSpPr>
        <p:spPr>
          <a:xfrm>
            <a:off x="1995250" y="1022550"/>
            <a:ext cx="597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 1 1">
  <p:cSld name="TITLE_ONLY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 rot="10800000">
            <a:off x="267397" y="252677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0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 rot="10800000">
            <a:off x="953751" y="252677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0"/>
          <p:cNvSpPr/>
          <p:nvPr/>
        </p:nvSpPr>
        <p:spPr>
          <a:xfrm rot="-5400000">
            <a:off x="1640068" y="252665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0"/>
          <p:cNvSpPr/>
          <p:nvPr/>
        </p:nvSpPr>
        <p:spPr>
          <a:xfrm flipH="1" rot="10800000">
            <a:off x="7738860" y="9808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0"/>
          <p:cNvSpPr/>
          <p:nvPr/>
        </p:nvSpPr>
        <p:spPr>
          <a:xfrm flipH="1" rot="5400000">
            <a:off x="6540922" y="9807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0" name="Google Shape;9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1850" y="428387"/>
            <a:ext cx="8300300" cy="45328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2187019" y="1247639"/>
            <a:ext cx="4919700" cy="26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type="title"/>
          </p:nvPr>
        </p:nvSpPr>
        <p:spPr>
          <a:xfrm>
            <a:off x="2187019" y="717190"/>
            <a:ext cx="5533200" cy="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0"/>
          <p:cNvSpPr txBox="1"/>
          <p:nvPr>
            <p:ph idx="2" type="body"/>
          </p:nvPr>
        </p:nvSpPr>
        <p:spPr>
          <a:xfrm>
            <a:off x="311700" y="4663225"/>
            <a:ext cx="59988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/>
        </p:nvSpPr>
        <p:spPr>
          <a:xfrm flipH="1" rot="10800000">
            <a:off x="8425213" y="9808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" name="Google Shape;100;p11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 rot="10800000">
            <a:off x="7718900" y="649950"/>
            <a:ext cx="1055400" cy="1057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 rot="10800000">
            <a:off x="6204375" y="2508200"/>
            <a:ext cx="1595400" cy="268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6650299" y="3196052"/>
            <a:ext cx="1833300" cy="3171300"/>
          </a:xfrm>
          <a:prstGeom prst="roundRect">
            <a:avLst>
              <a:gd fmla="val 47944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7007588" y="3627788"/>
            <a:ext cx="1118700" cy="2805300"/>
          </a:xfrm>
          <a:prstGeom prst="roundRect">
            <a:avLst>
              <a:gd fmla="val 48703" name="adj"/>
            </a:avLst>
          </a:prstGeom>
          <a:solidFill>
            <a:srgbClr val="DE38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 rot="10800000">
            <a:off x="7292000" y="224250"/>
            <a:ext cx="1909200" cy="1909200"/>
          </a:xfrm>
          <a:prstGeom prst="arc">
            <a:avLst>
              <a:gd fmla="val 3543296" name="adj1"/>
              <a:gd fmla="val 16524725" name="adj2"/>
            </a:avLst>
          </a:prstGeom>
          <a:noFill/>
          <a:ln cap="flat" cmpd="sng" w="9525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06" name="Google Shape;106;p11"/>
          <p:cNvSpPr/>
          <p:nvPr/>
        </p:nvSpPr>
        <p:spPr>
          <a:xfrm rot="-5400000">
            <a:off x="7303953" y="292611"/>
            <a:ext cx="525906" cy="105186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1"/>
          <p:cNvSpPr/>
          <p:nvPr/>
        </p:nvSpPr>
        <p:spPr>
          <a:xfrm rot="-5400000">
            <a:off x="7303953" y="998432"/>
            <a:ext cx="525906" cy="105186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7040904" y="1967217"/>
            <a:ext cx="1052100" cy="1052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m uma coluna 2">
  <p:cSld name="ONE_COLUMN_TEXT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/>
          <p:nvPr/>
        </p:nvSpPr>
        <p:spPr>
          <a:xfrm rot="10800000">
            <a:off x="1591675" y="-42050"/>
            <a:ext cx="1352700" cy="212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"/>
          <p:cNvSpPr txBox="1"/>
          <p:nvPr>
            <p:ph type="title"/>
          </p:nvPr>
        </p:nvSpPr>
        <p:spPr>
          <a:xfrm>
            <a:off x="3905325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2"/>
          <p:cNvSpPr txBox="1"/>
          <p:nvPr>
            <p:ph idx="1" type="body"/>
          </p:nvPr>
        </p:nvSpPr>
        <p:spPr>
          <a:xfrm>
            <a:off x="3905325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12"/>
          <p:cNvSpPr/>
          <p:nvPr/>
        </p:nvSpPr>
        <p:spPr>
          <a:xfrm rot="-5400000">
            <a:off x="2087146" y="-180874"/>
            <a:ext cx="361746" cy="72349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2"/>
          <p:cNvSpPr/>
          <p:nvPr/>
        </p:nvSpPr>
        <p:spPr>
          <a:xfrm rot="-5400000">
            <a:off x="2087146" y="304606"/>
            <a:ext cx="361746" cy="72349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1906226" y="970964"/>
            <a:ext cx="723600" cy="7236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396700" y="566325"/>
            <a:ext cx="2323800" cy="4125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109900" y="1311300"/>
            <a:ext cx="1352700" cy="3832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m uma coluna 1">
  <p:cSld name="ONE_COLUMN_TEXT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13"/>
          <p:cNvSpPr/>
          <p:nvPr/>
        </p:nvSpPr>
        <p:spPr>
          <a:xfrm rot="-5400000">
            <a:off x="3974400" y="-17100"/>
            <a:ext cx="5161500" cy="51777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 rot="2700000">
            <a:off x="6371522" y="1204798"/>
            <a:ext cx="2865055" cy="2865055"/>
          </a:xfrm>
          <a:prstGeom prst="pie">
            <a:avLst>
              <a:gd fmla="val 10798285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 rot="5400000">
            <a:off x="6054150" y="636599"/>
            <a:ext cx="782700" cy="371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 rot="5400000">
            <a:off x="6704574" y="1304033"/>
            <a:ext cx="250500" cy="23832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 rot="5400000">
            <a:off x="6382961" y="974458"/>
            <a:ext cx="526800" cy="30426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8274684" y="2178241"/>
            <a:ext cx="317466" cy="63498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4"/>
          <p:cNvSpPr/>
          <p:nvPr/>
        </p:nvSpPr>
        <p:spPr>
          <a:xfrm rot="5400000">
            <a:off x="7547933" y="2178350"/>
            <a:ext cx="635400" cy="635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4"/>
          <p:cNvSpPr/>
          <p:nvPr/>
        </p:nvSpPr>
        <p:spPr>
          <a:xfrm rot="5400000">
            <a:off x="1475775" y="-2190450"/>
            <a:ext cx="2589600" cy="9372000"/>
          </a:xfrm>
          <a:prstGeom prst="roundRect">
            <a:avLst>
              <a:gd fmla="val 50000" name="adj"/>
            </a:avLst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131" name="Google Shape;1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6539235" y="1602072"/>
            <a:ext cx="1787100" cy="1787100"/>
          </a:xfrm>
          <a:prstGeom prst="arc">
            <a:avLst>
              <a:gd fmla="val 2823394" name="adj1"/>
              <a:gd fmla="val 11064246" name="adj2"/>
            </a:avLst>
          </a:prstGeom>
          <a:noFill/>
          <a:ln cap="flat" cmpd="sng" w="9525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8739859" y="2178241"/>
            <a:ext cx="317466" cy="63498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 rot="5400000">
            <a:off x="-1519325" y="-2114250"/>
            <a:ext cx="5182200" cy="93720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4674150" y="398150"/>
            <a:ext cx="4347000" cy="43470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7" name="Google Shape;137;p15"/>
          <p:cNvSpPr txBox="1"/>
          <p:nvPr>
            <p:ph type="title"/>
          </p:nvPr>
        </p:nvSpPr>
        <p:spPr>
          <a:xfrm>
            <a:off x="265500" y="17006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3600"/>
              <a:buNone/>
              <a:defRPr sz="3600">
                <a:solidFill>
                  <a:srgbClr val="F4F0E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8" name="Google Shape;138;p15"/>
          <p:cNvSpPr txBox="1"/>
          <p:nvPr>
            <p:ph idx="1" type="subTitle"/>
          </p:nvPr>
        </p:nvSpPr>
        <p:spPr>
          <a:xfrm>
            <a:off x="265500" y="32705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2" type="body"/>
          </p:nvPr>
        </p:nvSpPr>
        <p:spPr>
          <a:xfrm>
            <a:off x="4929150" y="7241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3" name="Google Shape;1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-3075825" y="-56800"/>
            <a:ext cx="8457300" cy="52476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>
            <p:ph hasCustomPrompt="1" type="title"/>
          </p:nvPr>
        </p:nvSpPr>
        <p:spPr>
          <a:xfrm>
            <a:off x="444650" y="1106125"/>
            <a:ext cx="41958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7"/>
          <p:cNvSpPr txBox="1"/>
          <p:nvPr>
            <p:ph idx="1" type="body"/>
          </p:nvPr>
        </p:nvSpPr>
        <p:spPr>
          <a:xfrm>
            <a:off x="5700750" y="1072950"/>
            <a:ext cx="3131700" cy="29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7F6E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2">
  <p:cSld name="SECTION_HEADER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fmla="val 50000" name="adj"/>
            </a:avLst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0" name="Google Shape;160;p19"/>
          <p:cNvSpPr/>
          <p:nvPr/>
        </p:nvSpPr>
        <p:spPr>
          <a:xfrm rot="10800000">
            <a:off x="6997749" y="269387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" name="Google Shape;161;p19"/>
          <p:cNvSpPr/>
          <p:nvPr/>
        </p:nvSpPr>
        <p:spPr>
          <a:xfrm rot="10800000">
            <a:off x="6997749" y="355382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2" name="Google Shape;162;p19"/>
          <p:cNvSpPr txBox="1"/>
          <p:nvPr>
            <p:ph type="title"/>
          </p:nvPr>
        </p:nvSpPr>
        <p:spPr>
          <a:xfrm>
            <a:off x="2029475" y="2150850"/>
            <a:ext cx="508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1 1">
  <p:cSld name="SECTION_HEADER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 rot="10800000">
            <a:off x="8446550" y="125"/>
            <a:ext cx="478200" cy="4710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 rot="10800000">
            <a:off x="8546850" y="-24"/>
            <a:ext cx="277500" cy="38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3E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7F6E2"/>
              </a:solidFill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41150" y="4568900"/>
            <a:ext cx="438900" cy="5745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 rot="10800000">
            <a:off x="250742" y="4034733"/>
            <a:ext cx="419700" cy="419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040075" y="1084050"/>
            <a:ext cx="7064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DE3806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518300" y="2002500"/>
            <a:ext cx="61074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fmla="val 10798285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1" name="Google Shape;181;p22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183" name="Google Shape;183;p22"/>
          <p:cNvSpPr txBox="1"/>
          <p:nvPr>
            <p:ph idx="1" type="subTitle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84" name="Google Shape;18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bg>
      <p:bgPr>
        <a:solidFill>
          <a:srgbClr val="25252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 rot="5400000">
            <a:off x="-26925" y="-6150"/>
            <a:ext cx="5182200" cy="51558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6343650" y="418425"/>
            <a:ext cx="1490700" cy="42777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"/>
          <p:cNvSpPr/>
          <p:nvPr/>
        </p:nvSpPr>
        <p:spPr>
          <a:xfrm rot="2700185">
            <a:off x="5120101" y="583802"/>
            <a:ext cx="3938231" cy="3938019"/>
          </a:xfrm>
          <a:prstGeom prst="pie">
            <a:avLst>
              <a:gd fmla="val 10798285" name="adj1"/>
              <a:gd fmla="val 1620000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6083550" y="199350"/>
            <a:ext cx="2011500" cy="47448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6601243" y="640230"/>
            <a:ext cx="975600" cy="38250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5310475" y="793050"/>
            <a:ext cx="3557400" cy="3557400"/>
          </a:xfrm>
          <a:prstGeom prst="ellipse">
            <a:avLst/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2" name="Google Shape;192;p23"/>
          <p:cNvSpPr txBox="1"/>
          <p:nvPr>
            <p:ph type="ctrTitle"/>
          </p:nvPr>
        </p:nvSpPr>
        <p:spPr>
          <a:xfrm>
            <a:off x="391525" y="1070550"/>
            <a:ext cx="4488300" cy="30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1" type="subTitle"/>
          </p:nvPr>
        </p:nvSpPr>
        <p:spPr>
          <a:xfrm>
            <a:off x="5591875" y="1719900"/>
            <a:ext cx="2994600" cy="17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94" name="Google Shape;1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" name="Google Shape;197;p24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9" name="Google Shape;199;p24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fmla="val 50000" name="adj"/>
            </a:avLst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24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4" name="Google Shape;204;p24"/>
          <p:cNvSpPr txBox="1"/>
          <p:nvPr>
            <p:ph type="ctrTitle"/>
          </p:nvPr>
        </p:nvSpPr>
        <p:spPr>
          <a:xfrm>
            <a:off x="2327900" y="830900"/>
            <a:ext cx="4488300" cy="30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500"/>
              <a:buNone/>
              <a:defRPr sz="45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1" type="subTitle"/>
          </p:nvPr>
        </p:nvSpPr>
        <p:spPr>
          <a:xfrm>
            <a:off x="3074700" y="3418525"/>
            <a:ext cx="2994600" cy="17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2200"/>
              <a:buNone/>
              <a:defRPr sz="2200">
                <a:solidFill>
                  <a:srgbClr val="F7F6E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1">
  <p:cSld name="SECTION_HEADER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1040075" y="1084050"/>
            <a:ext cx="70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3200"/>
              <a:buNone/>
              <a:defRPr sz="3200">
                <a:solidFill>
                  <a:srgbClr val="DE380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E3806"/>
              </a:buClr>
              <a:buSzPts val="4200"/>
              <a:buNone/>
              <a:defRPr sz="4200">
                <a:solidFill>
                  <a:srgbClr val="DE3806"/>
                </a:solidFill>
              </a:defRPr>
            </a:lvl9pPr>
          </a:lstStyle>
          <a:p/>
        </p:txBody>
      </p:sp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1518300" y="2002500"/>
            <a:ext cx="6107400" cy="26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0" name="Google Shape;210;p25"/>
          <p:cNvSpPr/>
          <p:nvPr/>
        </p:nvSpPr>
        <p:spPr>
          <a:xfrm rot="10800000">
            <a:off x="8446550" y="125"/>
            <a:ext cx="478200" cy="4710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 rot="10800000">
            <a:off x="8546850" y="-24"/>
            <a:ext cx="277500" cy="38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3E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7F6E2"/>
              </a:solidFill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241150" y="4568900"/>
            <a:ext cx="438900" cy="5745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 rot="10800000">
            <a:off x="250742" y="4034733"/>
            <a:ext cx="419700" cy="419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311700" y="445025"/>
            <a:ext cx="610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311700" y="1152475"/>
            <a:ext cx="610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8" name="Google Shape;218;p26"/>
          <p:cNvSpPr/>
          <p:nvPr/>
        </p:nvSpPr>
        <p:spPr>
          <a:xfrm flipH="1" rot="10800000">
            <a:off x="7078100" y="-689550"/>
            <a:ext cx="1595400" cy="23832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 flipH="1" rot="10800000">
            <a:off x="7077900" y="3668425"/>
            <a:ext cx="1595400" cy="23832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 rot="10800000">
            <a:off x="7264125" y="2888900"/>
            <a:ext cx="1223100" cy="2957100"/>
          </a:xfrm>
          <a:prstGeom prst="roundRect">
            <a:avLst>
              <a:gd fmla="val 47944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 rot="-5400000">
            <a:off x="7611931" y="418874"/>
            <a:ext cx="527310" cy="105467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26"/>
          <p:cNvSpPr/>
          <p:nvPr/>
        </p:nvSpPr>
        <p:spPr>
          <a:xfrm rot="-5400000">
            <a:off x="7611931" y="1021560"/>
            <a:ext cx="527310" cy="105467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26"/>
          <p:cNvSpPr/>
          <p:nvPr/>
        </p:nvSpPr>
        <p:spPr>
          <a:xfrm rot="10800000">
            <a:off x="7472256" y="1887922"/>
            <a:ext cx="806700" cy="8067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fmla="val 45644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9" name="Google Shape;2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/>
          <p:nvPr/>
        </p:nvSpPr>
        <p:spPr>
          <a:xfrm rot="5400000">
            <a:off x="3681725" y="-3236575"/>
            <a:ext cx="687600" cy="8050800"/>
          </a:xfrm>
          <a:prstGeom prst="round2SameRect">
            <a:avLst>
              <a:gd fmla="val 45644" name="adj1"/>
              <a:gd fmla="val 0" name="adj2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 1">
  <p:cSld name="TITLE_ONLY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/>
          <p:nvPr/>
        </p:nvSpPr>
        <p:spPr>
          <a:xfrm rot="10800000">
            <a:off x="267397" y="29669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6" name="Google Shape;236;p29"/>
          <p:cNvSpPr/>
          <p:nvPr/>
        </p:nvSpPr>
        <p:spPr>
          <a:xfrm rot="5400000">
            <a:off x="4219150" y="-1070125"/>
            <a:ext cx="1321200" cy="76848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/>
          <p:nvPr/>
        </p:nvSpPr>
        <p:spPr>
          <a:xfrm rot="10800000">
            <a:off x="953751" y="29669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9"/>
          <p:cNvSpPr/>
          <p:nvPr/>
        </p:nvSpPr>
        <p:spPr>
          <a:xfrm rot="-5400000">
            <a:off x="1640068" y="29668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29"/>
          <p:cNvSpPr/>
          <p:nvPr/>
        </p:nvSpPr>
        <p:spPr>
          <a:xfrm flipH="1" rot="10800000">
            <a:off x="8425213" y="142112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29"/>
          <p:cNvSpPr/>
          <p:nvPr/>
        </p:nvSpPr>
        <p:spPr>
          <a:xfrm flipH="1" rot="10800000">
            <a:off x="7738860" y="142112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p29"/>
          <p:cNvSpPr/>
          <p:nvPr/>
        </p:nvSpPr>
        <p:spPr>
          <a:xfrm flipH="1" rot="5400000">
            <a:off x="6540922" y="142100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8222"/>
            <a:ext cx="9144000" cy="499365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/>
          <p:nvPr/>
        </p:nvSpPr>
        <p:spPr>
          <a:xfrm rot="5400000">
            <a:off x="3514200" y="-3703875"/>
            <a:ext cx="542100" cy="8391600"/>
          </a:xfrm>
          <a:prstGeom prst="roundRect">
            <a:avLst>
              <a:gd fmla="val 48865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20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6" name="Google Shape;246;p29"/>
          <p:cNvSpPr txBox="1"/>
          <p:nvPr>
            <p:ph idx="1" type="body"/>
          </p:nvPr>
        </p:nvSpPr>
        <p:spPr>
          <a:xfrm>
            <a:off x="1995250" y="1595650"/>
            <a:ext cx="5315400" cy="28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7" name="Google Shape;247;p29"/>
          <p:cNvSpPr txBox="1"/>
          <p:nvPr>
            <p:ph idx="2" type="title"/>
          </p:nvPr>
        </p:nvSpPr>
        <p:spPr>
          <a:xfrm>
            <a:off x="1995250" y="1022550"/>
            <a:ext cx="597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 1 1">
  <p:cSld name="TITLE_ONLY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/>
          <p:nvPr/>
        </p:nvSpPr>
        <p:spPr>
          <a:xfrm rot="10800000">
            <a:off x="267397" y="252677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30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 rot="10800000">
            <a:off x="953751" y="2526770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30"/>
          <p:cNvSpPr/>
          <p:nvPr/>
        </p:nvSpPr>
        <p:spPr>
          <a:xfrm rot="-5400000">
            <a:off x="1640068" y="2526651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3" name="Google Shape;253;p30"/>
          <p:cNvSpPr/>
          <p:nvPr/>
        </p:nvSpPr>
        <p:spPr>
          <a:xfrm flipH="1" rot="10800000">
            <a:off x="7738860" y="9808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30"/>
          <p:cNvSpPr/>
          <p:nvPr/>
        </p:nvSpPr>
        <p:spPr>
          <a:xfrm flipH="1" rot="5400000">
            <a:off x="6540922" y="98077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1850" y="428387"/>
            <a:ext cx="8300300" cy="453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7" name="Google Shape;257;p30"/>
          <p:cNvSpPr txBox="1"/>
          <p:nvPr>
            <p:ph idx="1" type="body"/>
          </p:nvPr>
        </p:nvSpPr>
        <p:spPr>
          <a:xfrm>
            <a:off x="2187019" y="1247639"/>
            <a:ext cx="4919700" cy="26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30"/>
          <p:cNvSpPr txBox="1"/>
          <p:nvPr>
            <p:ph type="title"/>
          </p:nvPr>
        </p:nvSpPr>
        <p:spPr>
          <a:xfrm>
            <a:off x="2187019" y="717190"/>
            <a:ext cx="5533200" cy="5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9" name="Google Shape;259;p30"/>
          <p:cNvSpPr txBox="1"/>
          <p:nvPr>
            <p:ph idx="2" type="body"/>
          </p:nvPr>
        </p:nvSpPr>
        <p:spPr>
          <a:xfrm>
            <a:off x="311700" y="4663225"/>
            <a:ext cx="5998800" cy="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0" name="Google Shape;260;p30"/>
          <p:cNvSpPr/>
          <p:nvPr/>
        </p:nvSpPr>
        <p:spPr>
          <a:xfrm flipH="1" rot="10800000">
            <a:off x="8425213" y="98089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5" name="Google Shape;265;p31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6" name="Google Shape;266;p31"/>
          <p:cNvSpPr/>
          <p:nvPr/>
        </p:nvSpPr>
        <p:spPr>
          <a:xfrm rot="10800000">
            <a:off x="7718900" y="649950"/>
            <a:ext cx="1055400" cy="1057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"/>
          <p:cNvSpPr/>
          <p:nvPr/>
        </p:nvSpPr>
        <p:spPr>
          <a:xfrm rot="10800000">
            <a:off x="6204375" y="2508200"/>
            <a:ext cx="1595400" cy="268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1"/>
          <p:cNvSpPr/>
          <p:nvPr/>
        </p:nvSpPr>
        <p:spPr>
          <a:xfrm>
            <a:off x="6650299" y="3196052"/>
            <a:ext cx="1833300" cy="3171300"/>
          </a:xfrm>
          <a:prstGeom prst="roundRect">
            <a:avLst>
              <a:gd fmla="val 47944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1"/>
          <p:cNvSpPr/>
          <p:nvPr/>
        </p:nvSpPr>
        <p:spPr>
          <a:xfrm>
            <a:off x="7007588" y="3627788"/>
            <a:ext cx="1118700" cy="2805300"/>
          </a:xfrm>
          <a:prstGeom prst="roundRect">
            <a:avLst>
              <a:gd fmla="val 48703" name="adj"/>
            </a:avLst>
          </a:prstGeom>
          <a:solidFill>
            <a:srgbClr val="DE38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1"/>
          <p:cNvSpPr/>
          <p:nvPr/>
        </p:nvSpPr>
        <p:spPr>
          <a:xfrm rot="10800000">
            <a:off x="7292000" y="224250"/>
            <a:ext cx="1909200" cy="1909200"/>
          </a:xfrm>
          <a:prstGeom prst="arc">
            <a:avLst>
              <a:gd fmla="val 3543296" name="adj1"/>
              <a:gd fmla="val 16524725" name="adj2"/>
            </a:avLst>
          </a:prstGeom>
          <a:noFill/>
          <a:ln cap="flat" cmpd="sng" w="9525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271" name="Google Shape;271;p31"/>
          <p:cNvSpPr/>
          <p:nvPr/>
        </p:nvSpPr>
        <p:spPr>
          <a:xfrm rot="-5400000">
            <a:off x="7303953" y="292611"/>
            <a:ext cx="525906" cy="105186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31"/>
          <p:cNvSpPr/>
          <p:nvPr/>
        </p:nvSpPr>
        <p:spPr>
          <a:xfrm rot="-5400000">
            <a:off x="7303953" y="998432"/>
            <a:ext cx="525906" cy="105186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7040904" y="1967217"/>
            <a:ext cx="1052100" cy="1052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m uma coluna 2">
  <p:cSld name="ONE_COLUMN_TEXT_2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 rot="10800000">
            <a:off x="1591675" y="-42050"/>
            <a:ext cx="1352700" cy="212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3905325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7" name="Google Shape;277;p32"/>
          <p:cNvSpPr txBox="1"/>
          <p:nvPr>
            <p:ph idx="1" type="body"/>
          </p:nvPr>
        </p:nvSpPr>
        <p:spPr>
          <a:xfrm>
            <a:off x="3905325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8" name="Google Shape;278;p32"/>
          <p:cNvSpPr/>
          <p:nvPr/>
        </p:nvSpPr>
        <p:spPr>
          <a:xfrm rot="-5400000">
            <a:off x="2087146" y="-180874"/>
            <a:ext cx="361746" cy="72349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32"/>
          <p:cNvSpPr/>
          <p:nvPr/>
        </p:nvSpPr>
        <p:spPr>
          <a:xfrm rot="-5400000">
            <a:off x="2087146" y="304606"/>
            <a:ext cx="361746" cy="72349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1906226" y="970964"/>
            <a:ext cx="723600" cy="7236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396700" y="566325"/>
            <a:ext cx="2323800" cy="4125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109900" y="1311300"/>
            <a:ext cx="1352700" cy="38322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m uma coluna 1">
  <p:cSld name="ONE_COLUMN_TEXT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5" name="Google Shape;285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6" name="Google Shape;286;p33"/>
          <p:cNvSpPr/>
          <p:nvPr/>
        </p:nvSpPr>
        <p:spPr>
          <a:xfrm rot="-5400000">
            <a:off x="3974400" y="-17100"/>
            <a:ext cx="5161500" cy="51777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/>
          <p:nvPr/>
        </p:nvSpPr>
        <p:spPr>
          <a:xfrm rot="2700000">
            <a:off x="6371522" y="1204798"/>
            <a:ext cx="2865055" cy="2865055"/>
          </a:xfrm>
          <a:prstGeom prst="pie">
            <a:avLst>
              <a:gd fmla="val 10798285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4"/>
          <p:cNvSpPr/>
          <p:nvPr/>
        </p:nvSpPr>
        <p:spPr>
          <a:xfrm rot="5400000">
            <a:off x="6054150" y="636599"/>
            <a:ext cx="782700" cy="37179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4"/>
          <p:cNvSpPr/>
          <p:nvPr/>
        </p:nvSpPr>
        <p:spPr>
          <a:xfrm rot="5400000">
            <a:off x="6704574" y="1304033"/>
            <a:ext cx="250500" cy="23832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 rot="5400000">
            <a:off x="6382961" y="974458"/>
            <a:ext cx="526800" cy="30426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8274684" y="2178241"/>
            <a:ext cx="317466" cy="63498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34"/>
          <p:cNvSpPr/>
          <p:nvPr/>
        </p:nvSpPr>
        <p:spPr>
          <a:xfrm rot="5400000">
            <a:off x="7547933" y="2178350"/>
            <a:ext cx="635400" cy="635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34"/>
          <p:cNvSpPr/>
          <p:nvPr/>
        </p:nvSpPr>
        <p:spPr>
          <a:xfrm rot="5400000">
            <a:off x="1475775" y="-2190450"/>
            <a:ext cx="2589600" cy="9372000"/>
          </a:xfrm>
          <a:prstGeom prst="roundRect">
            <a:avLst>
              <a:gd fmla="val 50000" name="adj"/>
            </a:avLst>
          </a:prstGeom>
          <a:solidFill>
            <a:srgbClr val="FF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800"/>
              <a:buNone/>
              <a:defRPr sz="48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296" name="Google Shape;2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p34"/>
          <p:cNvSpPr/>
          <p:nvPr/>
        </p:nvSpPr>
        <p:spPr>
          <a:xfrm>
            <a:off x="6539235" y="1602072"/>
            <a:ext cx="1787100" cy="1787100"/>
          </a:xfrm>
          <a:prstGeom prst="arc">
            <a:avLst>
              <a:gd fmla="val 2823394" name="adj1"/>
              <a:gd fmla="val 11064246" name="adj2"/>
            </a:avLst>
          </a:prstGeom>
          <a:noFill/>
          <a:ln cap="flat" cmpd="sng" w="9525">
            <a:solidFill>
              <a:srgbClr val="FF3E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"/>
          <p:cNvSpPr/>
          <p:nvPr/>
        </p:nvSpPr>
        <p:spPr>
          <a:xfrm>
            <a:off x="8739859" y="2178241"/>
            <a:ext cx="317466" cy="63498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/>
          <p:nvPr/>
        </p:nvSpPr>
        <p:spPr>
          <a:xfrm rot="5400000">
            <a:off x="-1519325" y="-2114250"/>
            <a:ext cx="5182200" cy="93720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5"/>
          <p:cNvSpPr/>
          <p:nvPr/>
        </p:nvSpPr>
        <p:spPr>
          <a:xfrm>
            <a:off x="4674150" y="398150"/>
            <a:ext cx="4347000" cy="43470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2" name="Google Shape;302;p35"/>
          <p:cNvSpPr txBox="1"/>
          <p:nvPr>
            <p:ph type="title"/>
          </p:nvPr>
        </p:nvSpPr>
        <p:spPr>
          <a:xfrm>
            <a:off x="265500" y="17006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3600"/>
              <a:buNone/>
              <a:defRPr sz="3600">
                <a:solidFill>
                  <a:srgbClr val="F4F0E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3" name="Google Shape;303;p35"/>
          <p:cNvSpPr txBox="1"/>
          <p:nvPr>
            <p:ph idx="1" type="subTitle"/>
          </p:nvPr>
        </p:nvSpPr>
        <p:spPr>
          <a:xfrm>
            <a:off x="265500" y="32705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0EF"/>
              </a:buClr>
              <a:buSzPts val="2100"/>
              <a:buNone/>
              <a:defRPr sz="2100">
                <a:solidFill>
                  <a:srgbClr val="F4F0EF"/>
                </a:solidFill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2" type="body"/>
          </p:nvPr>
        </p:nvSpPr>
        <p:spPr>
          <a:xfrm>
            <a:off x="4929150" y="7241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08" name="Google Shape;30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/>
          <p:nvPr/>
        </p:nvSpPr>
        <p:spPr>
          <a:xfrm>
            <a:off x="-3075825" y="-56800"/>
            <a:ext cx="8457300" cy="5247600"/>
          </a:xfrm>
          <a:prstGeom prst="roundRect">
            <a:avLst>
              <a:gd fmla="val 50000" name="adj"/>
            </a:avLst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7"/>
          <p:cNvSpPr txBox="1"/>
          <p:nvPr>
            <p:ph hasCustomPrompt="1" type="title"/>
          </p:nvPr>
        </p:nvSpPr>
        <p:spPr>
          <a:xfrm>
            <a:off x="444650" y="1106125"/>
            <a:ext cx="41958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12000"/>
              <a:buNone/>
              <a:defRPr sz="12000">
                <a:solidFill>
                  <a:srgbClr val="F7F6E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37"/>
          <p:cNvSpPr txBox="1"/>
          <p:nvPr>
            <p:ph idx="1" type="body"/>
          </p:nvPr>
        </p:nvSpPr>
        <p:spPr>
          <a:xfrm>
            <a:off x="5700750" y="1072950"/>
            <a:ext cx="3131700" cy="29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7F6E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e seção 2">
  <p:cSld name="SECTION_HEADER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318" name="Google Shape;318;p39"/>
          <p:cNvSpPr/>
          <p:nvPr/>
        </p:nvSpPr>
        <p:spPr>
          <a:xfrm>
            <a:off x="301449" y="148347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9" name="Google Shape;319;p39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fmla="val 50000" name="adj"/>
            </a:avLst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"/>
          <p:cNvSpPr/>
          <p:nvPr/>
        </p:nvSpPr>
        <p:spPr>
          <a:xfrm>
            <a:off x="7660643" y="2022050"/>
            <a:ext cx="620100" cy="6201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39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5400700" scaled="0"/>
          </a:gra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301449" y="623525"/>
            <a:ext cx="1357500" cy="1357500"/>
          </a:xfrm>
          <a:prstGeom prst="pie">
            <a:avLst>
              <a:gd fmla="val 10731823" name="adj1"/>
              <a:gd fmla="val 16200000" name="adj2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4" name="Google Shape;324;p39"/>
          <p:cNvSpPr txBox="1"/>
          <p:nvPr>
            <p:ph type="title"/>
          </p:nvPr>
        </p:nvSpPr>
        <p:spPr>
          <a:xfrm>
            <a:off x="2029475" y="2074650"/>
            <a:ext cx="508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325" name="Google Shape;32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3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/>
          <p:nvPr/>
        </p:nvSpPr>
        <p:spPr>
          <a:xfrm rot="5400000">
            <a:off x="4219150" y="-1510350"/>
            <a:ext cx="1321200" cy="7684800"/>
          </a:xfrm>
          <a:prstGeom prst="roundRect">
            <a:avLst>
              <a:gd fmla="val 50000" name="adj"/>
            </a:avLst>
          </a:prstGeom>
          <a:solidFill>
            <a:srgbClr val="0152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0462" y="1059104"/>
            <a:ext cx="1044225" cy="104484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0"/>
          <p:cNvSpPr/>
          <p:nvPr/>
        </p:nvSpPr>
        <p:spPr>
          <a:xfrm rot="5400000">
            <a:off x="7249000" y="1609075"/>
            <a:ext cx="766500" cy="1446000"/>
          </a:xfrm>
          <a:prstGeom prst="roundRect">
            <a:avLst>
              <a:gd fmla="val 50000" name="adj"/>
            </a:avLst>
          </a:prstGeom>
          <a:solidFill>
            <a:srgbClr val="FF3E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40"/>
          <p:cNvPicPr preferRelativeResize="0"/>
          <p:nvPr/>
        </p:nvPicPr>
        <p:blipFill rotWithShape="1">
          <a:blip r:embed="rId3">
            <a:alphaModFix/>
          </a:blip>
          <a:srcRect b="27280" l="0" r="0" t="-27280"/>
          <a:stretch/>
        </p:blipFill>
        <p:spPr>
          <a:xfrm>
            <a:off x="609300" y="1743596"/>
            <a:ext cx="1044224" cy="10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0"/>
          <p:cNvSpPr/>
          <p:nvPr/>
        </p:nvSpPr>
        <p:spPr>
          <a:xfrm rot="5400000">
            <a:off x="2189350" y="489650"/>
            <a:ext cx="1321200" cy="5097000"/>
          </a:xfrm>
          <a:prstGeom prst="roundRect">
            <a:avLst>
              <a:gd fmla="val 50000" name="adj"/>
            </a:avLst>
          </a:prstGeom>
          <a:solidFill>
            <a:srgbClr val="FE881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0"/>
          <p:cNvSpPr/>
          <p:nvPr/>
        </p:nvSpPr>
        <p:spPr>
          <a:xfrm>
            <a:off x="1436600" y="-563650"/>
            <a:ext cx="6270900" cy="6270900"/>
          </a:xfrm>
          <a:prstGeom prst="ellipse">
            <a:avLst/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3" name="Google Shape;333;p40"/>
          <p:cNvSpPr txBox="1"/>
          <p:nvPr>
            <p:ph type="title"/>
          </p:nvPr>
        </p:nvSpPr>
        <p:spPr>
          <a:xfrm>
            <a:off x="2029475" y="2150850"/>
            <a:ext cx="5085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6E2"/>
              </a:buClr>
              <a:buSzPts val="4200"/>
              <a:buNone/>
              <a:defRPr sz="4200">
                <a:solidFill>
                  <a:srgbClr val="F7F6E2"/>
                </a:solidFill>
              </a:defRPr>
            </a:lvl9pPr>
          </a:lstStyle>
          <a:p/>
        </p:txBody>
      </p:sp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2" name="Google Shape;342;p4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4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7" name="Google Shape;347;p4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4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4" name="Google Shape;354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5" name="Google Shape;355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9" name="Google Shape;359;p4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2" name="Google Shape;362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4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9" name="Google Shape;369;p4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4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71" name="Google Shape;371;p4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4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3" name="Google Shape;373;p4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376" name="Google Shape;376;p5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386" name="Google Shape;386;p5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7" name="Google Shape;387;p5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8" name="Google Shape;388;p5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9" name="Google Shape;389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TITLE_1_1_1_2_1">
    <p:bg>
      <p:bgPr>
        <a:solidFill>
          <a:schemeClr val="dk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" name="Google Shape;396;p57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marR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1" name="Google Shape;40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4" name="Google Shape;40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5" name="Google Shape;40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>
            <p:ph type="ctrTitle"/>
          </p:nvPr>
        </p:nvSpPr>
        <p:spPr>
          <a:xfrm>
            <a:off x="1143000" y="841772"/>
            <a:ext cx="6858000" cy="22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"/>
              <a:buNone/>
              <a:defRPr b="0" i="1" sz="5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8" name="Google Shape;408;p61"/>
          <p:cNvSpPr txBox="1"/>
          <p:nvPr>
            <p:ph idx="1" type="subTitle"/>
          </p:nvPr>
        </p:nvSpPr>
        <p:spPr>
          <a:xfrm>
            <a:off x="1143000" y="3290047"/>
            <a:ext cx="68580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09" name="Google Shape;409;p61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10" name="Google Shape;410;p61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11" name="Google Shape;411;p61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2"/>
          <p:cNvSpPr txBox="1"/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77"/>
              </a:buClr>
              <a:buSzPts val="1800"/>
              <a:buFont typeface="Montserrat"/>
              <a:buNone/>
              <a:defRPr b="1" i="0" sz="1800" u="none" cap="none" strike="noStrike">
                <a:solidFill>
                  <a:srgbClr val="0060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" name="Google Shape;414;p62"/>
          <p:cNvSpPr txBox="1"/>
          <p:nvPr>
            <p:ph idx="1" type="body"/>
          </p:nvPr>
        </p:nvSpPr>
        <p:spPr>
          <a:xfrm>
            <a:off x="0" y="837506"/>
            <a:ext cx="9144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205725" spcFirstLastPara="1" rIns="342900" wrap="square" tIns="34275">
            <a:sp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15" name="Google Shape;415;p62"/>
          <p:cNvSpPr txBox="1"/>
          <p:nvPr>
            <p:ph idx="12" type="sldNum"/>
          </p:nvPr>
        </p:nvSpPr>
        <p:spPr>
          <a:xfrm>
            <a:off x="8675077" y="4938355"/>
            <a:ext cx="265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3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b="0" i="1" sz="3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8" name="Google Shape;418;p63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19" name="Google Shape;419;p63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20" name="Google Shape;420;p63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21" name="Google Shape;421;p63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4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b="0" i="1" sz="3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4" name="Google Shape;424;p64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25" name="Google Shape;425;p64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26" name="Google Shape;426;p64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1_1_1_2">
    <p:bg>
      <p:bgPr>
        <a:solidFill>
          <a:schemeClr val="dk2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9" name="Google Shape;429;p65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marR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8.xml"/><Relationship Id="rId6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/Relationships>
</file>

<file path=ppt/slideMasters/_rels/slideMaster4.xml.rels><?xml version="1.0" encoding="UTF-8" standalone="yes"?><Relationships xmlns="http://schemas.openxmlformats.org/package/2006/relationships"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7F6E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7F6E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DM Sans Medium"/>
              <a:buNone/>
              <a:defRPr sz="2800">
                <a:solidFill>
                  <a:srgbClr val="FF66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hyperlink" Target="https://www.b3.com.br/pt_br/market-data-e-indices/informacoes-para-mercado-de-financiamentos/veiculos/?utm_source=chatgpt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E2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6"/>
          <p:cNvSpPr/>
          <p:nvPr/>
        </p:nvSpPr>
        <p:spPr>
          <a:xfrm rot="5400000">
            <a:off x="5867475" y="-1116150"/>
            <a:ext cx="1127700" cy="3809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81400" lIns="81400" spcFirstLastPara="1" rIns="81400" wrap="square" tIns="8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435" name="Google Shape;435;p66"/>
          <p:cNvSpPr/>
          <p:nvPr/>
        </p:nvSpPr>
        <p:spPr>
          <a:xfrm rot="5400000">
            <a:off x="4775049" y="2375400"/>
            <a:ext cx="1911300" cy="3306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6"/>
          <p:cNvSpPr/>
          <p:nvPr/>
        </p:nvSpPr>
        <p:spPr>
          <a:xfrm rot="5400000">
            <a:off x="5542649" y="2434604"/>
            <a:ext cx="1166100" cy="3187500"/>
          </a:xfrm>
          <a:prstGeom prst="roundRect">
            <a:avLst>
              <a:gd fmla="val 50000" name="adj"/>
            </a:avLst>
          </a:prstGeom>
          <a:solidFill>
            <a:srgbClr val="DE38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7" name="Google Shape;437;p66" title="dados-image.jpg"/>
          <p:cNvPicPr preferRelativeResize="0"/>
          <p:nvPr/>
        </p:nvPicPr>
        <p:blipFill rotWithShape="1">
          <a:blip r:embed="rId3">
            <a:alphaModFix/>
          </a:blip>
          <a:srcRect b="0" l="31579" r="12430" t="0"/>
          <a:stretch/>
        </p:blipFill>
        <p:spPr>
          <a:xfrm flipH="1">
            <a:off x="4711648" y="-100"/>
            <a:ext cx="4438500" cy="5143500"/>
          </a:xfrm>
          <a:prstGeom prst="flowChartDelay">
            <a:avLst/>
          </a:prstGeom>
          <a:noFill/>
          <a:ln>
            <a:noFill/>
          </a:ln>
        </p:spPr>
      </p:pic>
      <p:grpSp>
        <p:nvGrpSpPr>
          <p:cNvPr id="438" name="Google Shape;438;p66"/>
          <p:cNvGrpSpPr/>
          <p:nvPr/>
        </p:nvGrpSpPr>
        <p:grpSpPr>
          <a:xfrm>
            <a:off x="3704434" y="3447473"/>
            <a:ext cx="1253400" cy="1253400"/>
            <a:chOff x="5513863" y="2078450"/>
            <a:chExt cx="1253400" cy="1253400"/>
          </a:xfrm>
        </p:grpSpPr>
        <p:sp>
          <p:nvSpPr>
            <p:cNvPr id="439" name="Google Shape;439;p66"/>
            <p:cNvSpPr/>
            <p:nvPr/>
          </p:nvSpPr>
          <p:spPr>
            <a:xfrm>
              <a:off x="5513863" y="2078450"/>
              <a:ext cx="1253400" cy="1253400"/>
            </a:xfrm>
            <a:prstGeom prst="arc">
              <a:avLst>
                <a:gd fmla="val 16200000" name="adj1"/>
                <a:gd fmla="val 5175902" name="adj2"/>
              </a:avLst>
            </a:prstGeom>
            <a:noFill/>
            <a:ln cap="flat" cmpd="sng" w="9525">
              <a:solidFill>
                <a:srgbClr val="FE88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/>
                <a:t> </a:t>
              </a:r>
              <a:endParaRPr/>
            </a:p>
          </p:txBody>
        </p:sp>
        <p:sp>
          <p:nvSpPr>
            <p:cNvPr id="440" name="Google Shape;440;p66"/>
            <p:cNvSpPr/>
            <p:nvPr/>
          </p:nvSpPr>
          <p:spPr>
            <a:xfrm>
              <a:off x="5650138" y="2214725"/>
              <a:ext cx="980700" cy="980700"/>
            </a:xfrm>
            <a:prstGeom prst="arc">
              <a:avLst>
                <a:gd fmla="val 16200000" name="adj1"/>
                <a:gd fmla="val 5175902" name="adj2"/>
              </a:avLst>
            </a:prstGeom>
            <a:noFill/>
            <a:ln cap="flat" cmpd="sng" w="9525">
              <a:solidFill>
                <a:srgbClr val="FF600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66"/>
          <p:cNvSpPr/>
          <p:nvPr/>
        </p:nvSpPr>
        <p:spPr>
          <a:xfrm rot="5400000">
            <a:off x="1910150" y="1764300"/>
            <a:ext cx="812100" cy="4632600"/>
          </a:xfrm>
          <a:prstGeom prst="round2SameRect">
            <a:avLst>
              <a:gd fmla="val 48821" name="adj1"/>
              <a:gd fmla="val 0" name="adj2"/>
            </a:avLst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6"/>
          <p:cNvSpPr txBox="1"/>
          <p:nvPr/>
        </p:nvSpPr>
        <p:spPr>
          <a:xfrm>
            <a:off x="272158" y="1352560"/>
            <a:ext cx="38199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2300">
                <a:solidFill>
                  <a:srgbClr val="FF3E03"/>
                </a:solidFill>
                <a:latin typeface="DM Sans Light"/>
                <a:ea typeface="DM Sans Light"/>
                <a:cs typeface="DM Sans Light"/>
                <a:sym typeface="DM Sans Light"/>
              </a:rPr>
              <a:t>Residência Tecnológica</a:t>
            </a:r>
            <a:endParaRPr sz="2300">
              <a:solidFill>
                <a:srgbClr val="FF3E03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3500">
                <a:solidFill>
                  <a:srgbClr val="252525"/>
                </a:solidFill>
                <a:latin typeface="DM Sans Black"/>
                <a:ea typeface="DM Sans Black"/>
                <a:cs typeface="DM Sans Black"/>
                <a:sym typeface="DM Sans Black"/>
              </a:rPr>
              <a:t>Análise de </a:t>
            </a:r>
            <a:r>
              <a:rPr lang="pt-BR" sz="3900">
                <a:solidFill>
                  <a:srgbClr val="252525"/>
                </a:solidFill>
                <a:latin typeface="DM Sans Black"/>
                <a:ea typeface="DM Sans Black"/>
                <a:cs typeface="DM Sans Black"/>
                <a:sym typeface="DM Sans Black"/>
              </a:rPr>
              <a:t>Dados e IA</a:t>
            </a:r>
            <a:endParaRPr sz="3900">
              <a:solidFill>
                <a:srgbClr val="252525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443" name="Google Shape;443;p66"/>
          <p:cNvSpPr txBox="1"/>
          <p:nvPr/>
        </p:nvSpPr>
        <p:spPr>
          <a:xfrm>
            <a:off x="343250" y="2979275"/>
            <a:ext cx="36777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pt-BR" sz="180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VRUM </a:t>
            </a:r>
            <a:endParaRPr b="1" sz="18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1800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Setembro/2026</a:t>
            </a:r>
            <a:endParaRPr sz="1800"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1800"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1800"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grpSp>
        <p:nvGrpSpPr>
          <p:cNvPr id="444" name="Google Shape;444;p66"/>
          <p:cNvGrpSpPr/>
          <p:nvPr/>
        </p:nvGrpSpPr>
        <p:grpSpPr>
          <a:xfrm>
            <a:off x="343250" y="300175"/>
            <a:ext cx="3677727" cy="655350"/>
            <a:chOff x="343250" y="300175"/>
            <a:chExt cx="3677727" cy="655350"/>
          </a:xfrm>
        </p:grpSpPr>
        <p:pic>
          <p:nvPicPr>
            <p:cNvPr id="445" name="Google Shape;445;p66" title="RT Regua Marcas.png"/>
            <p:cNvPicPr preferRelativeResize="0"/>
            <p:nvPr/>
          </p:nvPicPr>
          <p:blipFill rotWithShape="1">
            <a:blip r:embed="rId4">
              <a:alphaModFix/>
            </a:blip>
            <a:srcRect b="0" l="0" r="32318" t="0"/>
            <a:stretch/>
          </p:blipFill>
          <p:spPr>
            <a:xfrm>
              <a:off x="343250" y="300175"/>
              <a:ext cx="3677727" cy="65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66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447" name="Google Shape;447;p66" title="(Original)Trillia_Endosso_Vertic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8" name="Google Shape;448;p66"/>
          <p:cNvSpPr txBox="1"/>
          <p:nvPr/>
        </p:nvSpPr>
        <p:spPr>
          <a:xfrm>
            <a:off x="277263" y="3674543"/>
            <a:ext cx="3809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Equipe</a:t>
            </a:r>
            <a:r>
              <a:rPr lang="pt-BR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: </a:t>
            </a:r>
            <a:r>
              <a:rPr lang="pt-BR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Aldine Maria De Lima Correia</a:t>
            </a:r>
            <a:endParaRPr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Anderson Paixão Do Nascimento</a:t>
            </a:r>
            <a:endParaRPr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Katherine Lacerda De Matos Coutinho</a:t>
            </a:r>
            <a:endParaRPr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Nayara Ramos De Santana</a:t>
            </a:r>
            <a:endParaRPr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Laura Mendes Marinho</a:t>
            </a:r>
            <a:endParaRPr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FF600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Yuri Henrique Da Silva</a:t>
            </a:r>
            <a:endParaRPr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002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E2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67"/>
          <p:cNvPicPr preferRelativeResize="0"/>
          <p:nvPr/>
        </p:nvPicPr>
        <p:blipFill rotWithShape="1">
          <a:blip r:embed="rId3">
            <a:alphaModFix/>
          </a:blip>
          <a:srcRect b="-10779" l="-1654" r="-3047" t="0"/>
          <a:stretch/>
        </p:blipFill>
        <p:spPr>
          <a:xfrm>
            <a:off x="748973" y="2426362"/>
            <a:ext cx="875048" cy="555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67" title="image-removebg-preview.png"/>
          <p:cNvPicPr preferRelativeResize="0"/>
          <p:nvPr/>
        </p:nvPicPr>
        <p:blipFill rotWithShape="1">
          <a:blip r:embed="rId4">
            <a:alphaModFix/>
          </a:blip>
          <a:srcRect b="35865" l="0" r="0" t="32295"/>
          <a:stretch/>
        </p:blipFill>
        <p:spPr>
          <a:xfrm>
            <a:off x="3703485" y="2475951"/>
            <a:ext cx="1433274" cy="456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7" title="Marca-FACEP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151" y="2475956"/>
            <a:ext cx="1238562" cy="45633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7"/>
          <p:cNvSpPr txBox="1"/>
          <p:nvPr/>
        </p:nvSpPr>
        <p:spPr>
          <a:xfrm>
            <a:off x="2426700" y="1748275"/>
            <a:ext cx="42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pt-BR" sz="1600">
                <a:solidFill>
                  <a:srgbClr val="212529"/>
                </a:solidFill>
                <a:latin typeface="Barlow"/>
                <a:ea typeface="Barlow"/>
                <a:cs typeface="Barlow"/>
                <a:sym typeface="Barlow"/>
              </a:rPr>
              <a:t>Parcerias de Sucesso</a:t>
            </a:r>
            <a:endParaRPr b="1" sz="1600">
              <a:solidFill>
                <a:srgbClr val="21252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57" name="Google Shape;457;p67" title="(Original)Trillia_Endosso_Vertic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9485" y="2408390"/>
            <a:ext cx="1238548" cy="591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8"/>
          <p:cNvSpPr/>
          <p:nvPr/>
        </p:nvSpPr>
        <p:spPr>
          <a:xfrm>
            <a:off x="276718" y="652625"/>
            <a:ext cx="3093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Problema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63" name="Google Shape;463;p68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464" name="Google Shape;464;p68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68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466" name="Google Shape;466;p68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7" name="Google Shape;467;p68"/>
          <p:cNvSpPr/>
          <p:nvPr/>
        </p:nvSpPr>
        <p:spPr>
          <a:xfrm>
            <a:off x="334663" y="1368837"/>
            <a:ext cx="4188900" cy="3294000"/>
          </a:xfrm>
          <a:prstGeom prst="roundRect">
            <a:avLst>
              <a:gd fmla="val 1739" name="adj"/>
            </a:avLst>
          </a:prstGeom>
          <a:solidFill>
            <a:srgbClr val="F4F7FC"/>
          </a:solidFill>
          <a:ln cap="flat" cmpd="sng" w="992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1600" lIns="71600" spcFirstLastPara="1" rIns="71600" wrap="square" tIns="7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8" name="Google Shape;468;p68"/>
          <p:cNvSpPr/>
          <p:nvPr/>
        </p:nvSpPr>
        <p:spPr>
          <a:xfrm>
            <a:off x="513671" y="1497723"/>
            <a:ext cx="3831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75" lIns="71600" spcFirstLastPara="1" rIns="71600" wrap="square" tIns="35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79"/>
              <a:buFont typeface="Calibri"/>
              <a:buNone/>
            </a:pPr>
            <a:r>
              <a:rPr b="1" i="0" lang="pt-BR" sz="1279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Contexto</a:t>
            </a:r>
            <a:endParaRPr i="0" sz="1279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9" name="Google Shape;469;p68"/>
          <p:cNvSpPr/>
          <p:nvPr/>
        </p:nvSpPr>
        <p:spPr>
          <a:xfrm>
            <a:off x="513671" y="1798458"/>
            <a:ext cx="38310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75" lIns="71600" spcFirstLastPara="1" rIns="71600" wrap="square" tIns="3577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Uma proposta isolada não conta toda a história</a:t>
            </a:r>
            <a:endParaRPr b="1" i="1" sz="12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Instituições financeiras precisam analisar </a:t>
            </a:r>
            <a:r>
              <a:rPr b="1"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grandes volumes de propostas com rapidez e segurança</a:t>
            </a:r>
            <a:r>
              <a:rPr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.  Como fazer isso, </a:t>
            </a:r>
            <a:r>
              <a:rPr b="1"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sem histórico comportamental </a:t>
            </a:r>
            <a:r>
              <a:rPr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estruturado do veículo?</a:t>
            </a:r>
            <a:endParaRPr i="1" sz="12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Como identificar </a:t>
            </a:r>
            <a:r>
              <a:rPr b="1"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sinais de risco</a:t>
            </a:r>
            <a:r>
              <a:rPr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 que só aparecem ao longo da </a:t>
            </a:r>
            <a:r>
              <a:rPr b="1"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trajetória </a:t>
            </a:r>
            <a:r>
              <a:rPr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do chassi?</a:t>
            </a:r>
            <a:endParaRPr i="1" sz="12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0" name="Google Shape;470;p68"/>
          <p:cNvSpPr/>
          <p:nvPr/>
        </p:nvSpPr>
        <p:spPr>
          <a:xfrm>
            <a:off x="4666673" y="1368837"/>
            <a:ext cx="4188900" cy="1575000"/>
          </a:xfrm>
          <a:prstGeom prst="roundRect">
            <a:avLst>
              <a:gd fmla="val 3636" name="adj"/>
            </a:avLst>
          </a:prstGeom>
          <a:solidFill>
            <a:srgbClr val="F4F7FC"/>
          </a:solidFill>
          <a:ln cap="flat" cmpd="sng" w="992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1600" lIns="71600" spcFirstLastPara="1" rIns="71600" wrap="square" tIns="7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1" name="Google Shape;471;p68"/>
          <p:cNvSpPr/>
          <p:nvPr/>
        </p:nvSpPr>
        <p:spPr>
          <a:xfrm>
            <a:off x="4845682" y="1497723"/>
            <a:ext cx="3831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75" lIns="71600" spcFirstLastPara="1" rIns="71600" wrap="square" tIns="35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79"/>
              <a:buFont typeface="Calibri"/>
              <a:buNone/>
            </a:pPr>
            <a:r>
              <a:rPr b="1" i="0" lang="pt-BR" sz="1279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Impacto do problema</a:t>
            </a:r>
            <a:endParaRPr i="0" sz="1279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2" name="Google Shape;472;p68"/>
          <p:cNvSpPr/>
          <p:nvPr/>
        </p:nvSpPr>
        <p:spPr>
          <a:xfrm>
            <a:off x="4845675" y="1783925"/>
            <a:ext cx="40098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75" lIns="71600" spcFirstLastPara="1" rIns="71600" wrap="square" tIns="3577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9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Risco financeiro</a:t>
            </a:r>
            <a:endParaRPr b="1" i="1" sz="9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9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Possíveis perdas</a:t>
            </a:r>
            <a:endParaRPr i="1" sz="9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9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Pressão por velocidade</a:t>
            </a:r>
            <a:endParaRPr b="1" i="1" sz="9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9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Decisões rápidas em alto volume</a:t>
            </a:r>
            <a:endParaRPr i="1" sz="9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9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Sobrecarga da mesa</a:t>
            </a:r>
            <a:endParaRPr b="1" i="1" sz="9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9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Muito esforço manual</a:t>
            </a:r>
            <a:endParaRPr i="1" sz="9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3" name="Google Shape;473;p68"/>
          <p:cNvSpPr/>
          <p:nvPr/>
        </p:nvSpPr>
        <p:spPr>
          <a:xfrm>
            <a:off x="4666673" y="3087318"/>
            <a:ext cx="4188900" cy="1575000"/>
          </a:xfrm>
          <a:prstGeom prst="roundRect">
            <a:avLst>
              <a:gd fmla="val 3636" name="adj"/>
            </a:avLst>
          </a:prstGeom>
          <a:solidFill>
            <a:srgbClr val="F4F7FC"/>
          </a:solidFill>
          <a:ln cap="flat" cmpd="sng" w="992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1600" lIns="71600" spcFirstLastPara="1" rIns="71600" wrap="square" tIns="7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4" name="Google Shape;474;p68"/>
          <p:cNvSpPr/>
          <p:nvPr/>
        </p:nvSpPr>
        <p:spPr>
          <a:xfrm>
            <a:off x="4845682" y="3216204"/>
            <a:ext cx="3831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75" lIns="71600" spcFirstLastPara="1" rIns="71600" wrap="square" tIns="35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79"/>
              <a:buFont typeface="Calibri"/>
              <a:buNone/>
            </a:pPr>
            <a:r>
              <a:rPr b="1" i="0" lang="pt-BR" sz="1279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Objetivo do desafio</a:t>
            </a:r>
            <a:endParaRPr i="0" sz="1279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5" name="Google Shape;475;p68"/>
          <p:cNvSpPr/>
          <p:nvPr/>
        </p:nvSpPr>
        <p:spPr>
          <a:xfrm>
            <a:off x="4845682" y="3516938"/>
            <a:ext cx="3831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75" lIns="71600" spcFirstLastPara="1" rIns="71600" wrap="square" tIns="3577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Transformar histórico em sinais de risco</a:t>
            </a:r>
            <a:endParaRPr b="1" i="1" sz="12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20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Trajetória do chassi → sinais de risco → priorização da investigação</a:t>
            </a:r>
            <a:endParaRPr i="1" sz="1201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6" name="Google Shape;476;p68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9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Entendimento dos Dados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82" name="Google Shape;482;p69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483" name="Google Shape;483;p69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69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485" name="Google Shape;485;p69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6" name="Google Shape;486;p69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7" name="Google Shape;487;p69"/>
          <p:cNvSpPr/>
          <p:nvPr/>
        </p:nvSpPr>
        <p:spPr>
          <a:xfrm>
            <a:off x="356025" y="1460550"/>
            <a:ext cx="2006400" cy="1548900"/>
          </a:xfrm>
          <a:prstGeom prst="roundRect">
            <a:avLst>
              <a:gd fmla="val 363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400" lIns="70400" spcFirstLastPara="1" rIns="70400" wrap="square" tIns="70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8" name="Google Shape;488;p69"/>
          <p:cNvSpPr/>
          <p:nvPr/>
        </p:nvSpPr>
        <p:spPr>
          <a:xfrm>
            <a:off x="496837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39"/>
              <a:buFont typeface="Calibri"/>
              <a:buNone/>
            </a:pPr>
            <a:r>
              <a:rPr b="1" i="0" lang="pt-BR" sz="1239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Origem</a:t>
            </a:r>
            <a:endParaRPr i="0" sz="1239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9" name="Google Shape;489;p69"/>
          <p:cNvSpPr/>
          <p:nvPr/>
        </p:nvSpPr>
        <p:spPr>
          <a:xfrm>
            <a:off x="496837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47"/>
              <a:buFont typeface="Calibri"/>
              <a:buNone/>
            </a:pPr>
            <a:r>
              <a:rPr i="1" lang="pt-BR" sz="1047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Dados transacionais fictícios de propostas de financiamento veicular</a:t>
            </a:r>
            <a:endParaRPr i="0" sz="1047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0" name="Google Shape;490;p69"/>
          <p:cNvSpPr/>
          <p:nvPr/>
        </p:nvSpPr>
        <p:spPr>
          <a:xfrm>
            <a:off x="2503409" y="1460550"/>
            <a:ext cx="2006400" cy="1548900"/>
          </a:xfrm>
          <a:prstGeom prst="roundRect">
            <a:avLst>
              <a:gd fmla="val 363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400" lIns="70400" spcFirstLastPara="1" rIns="70400" wrap="square" tIns="70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1" name="Google Shape;491;p69"/>
          <p:cNvSpPr/>
          <p:nvPr/>
        </p:nvSpPr>
        <p:spPr>
          <a:xfrm>
            <a:off x="2644221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39"/>
              <a:buFont typeface="Calibri"/>
              <a:buNone/>
            </a:pPr>
            <a:r>
              <a:rPr b="1" i="0" lang="pt-BR" sz="1239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Tamanho</a:t>
            </a:r>
            <a:endParaRPr i="0" sz="1239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2" name="Google Shape;492;p69"/>
          <p:cNvSpPr/>
          <p:nvPr/>
        </p:nvSpPr>
        <p:spPr>
          <a:xfrm>
            <a:off x="2644221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47"/>
              <a:buFont typeface="Calibri"/>
              <a:buNone/>
            </a:pPr>
            <a:r>
              <a:rPr i="1" lang="pt-BR" sz="1047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 2.129.214 registros distribuídos em 11 atributos originais</a:t>
            </a:r>
            <a:endParaRPr i="0" sz="1047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3" name="Google Shape;493;p69"/>
          <p:cNvSpPr/>
          <p:nvPr/>
        </p:nvSpPr>
        <p:spPr>
          <a:xfrm>
            <a:off x="4650794" y="1460550"/>
            <a:ext cx="2006400" cy="1548900"/>
          </a:xfrm>
          <a:prstGeom prst="roundRect">
            <a:avLst>
              <a:gd fmla="val 363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400" lIns="70400" spcFirstLastPara="1" rIns="70400" wrap="square" tIns="70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4" name="Google Shape;494;p69"/>
          <p:cNvSpPr/>
          <p:nvPr/>
        </p:nvSpPr>
        <p:spPr>
          <a:xfrm>
            <a:off x="4791606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39"/>
              <a:buFont typeface="Calibri"/>
              <a:buNone/>
            </a:pPr>
            <a:r>
              <a:rPr b="1" i="0" lang="pt-BR" sz="1239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Período</a:t>
            </a:r>
            <a:endParaRPr i="0" sz="1239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5" name="Google Shape;495;p69"/>
          <p:cNvSpPr/>
          <p:nvPr/>
        </p:nvSpPr>
        <p:spPr>
          <a:xfrm>
            <a:off x="4791606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47"/>
              <a:buFont typeface="Calibri"/>
              <a:buNone/>
            </a:pPr>
            <a:r>
              <a:rPr i="1" lang="pt-BR" sz="1047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Janeiro a março de 2026</a:t>
            </a:r>
            <a:endParaRPr i="0" sz="1047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6" name="Google Shape;496;p69"/>
          <p:cNvSpPr/>
          <p:nvPr/>
        </p:nvSpPr>
        <p:spPr>
          <a:xfrm>
            <a:off x="6798178" y="1460550"/>
            <a:ext cx="2006400" cy="1548900"/>
          </a:xfrm>
          <a:prstGeom prst="roundRect">
            <a:avLst>
              <a:gd fmla="val 363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70400" lIns="70400" spcFirstLastPara="1" rIns="70400" wrap="square" tIns="70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7" name="Google Shape;497;p69"/>
          <p:cNvSpPr/>
          <p:nvPr/>
        </p:nvSpPr>
        <p:spPr>
          <a:xfrm>
            <a:off x="6938990" y="1601362"/>
            <a:ext cx="1725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39"/>
              <a:buFont typeface="Calibri"/>
              <a:buNone/>
            </a:pPr>
            <a:r>
              <a:rPr b="1" i="0" lang="pt-BR" sz="1239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Principais características</a:t>
            </a:r>
            <a:endParaRPr i="0" sz="1239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8" name="Google Shape;498;p69"/>
          <p:cNvSpPr/>
          <p:nvPr/>
        </p:nvSpPr>
        <p:spPr>
          <a:xfrm>
            <a:off x="6938990" y="2059002"/>
            <a:ext cx="1725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047">
                <a:solidFill>
                  <a:srgbClr val="DCE3F5"/>
                </a:solidFill>
                <a:latin typeface="Barlow"/>
                <a:ea typeface="Barlow"/>
                <a:cs typeface="Barlow"/>
                <a:sym typeface="Barlow"/>
              </a:rPr>
              <a:t>Auditoria inicial confirmou zero valores nulos na base;</a:t>
            </a:r>
            <a:endParaRPr i="1" sz="1047">
              <a:solidFill>
                <a:srgbClr val="DCE3F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047">
                <a:solidFill>
                  <a:srgbClr val="DCE3F5"/>
                </a:solidFill>
                <a:latin typeface="Barlow"/>
                <a:ea typeface="Barlow"/>
                <a:cs typeface="Barlow"/>
                <a:sym typeface="Barlow"/>
              </a:rPr>
              <a:t>Dados equilibrados entre UF, canais e outros atributos.</a:t>
            </a:r>
            <a:endParaRPr i="1" sz="1047">
              <a:solidFill>
                <a:srgbClr val="DCE3F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5"/>
              </a:buClr>
              <a:buSzPts val="847"/>
              <a:buFont typeface="Calibri"/>
              <a:buNone/>
            </a:pPr>
            <a:r>
              <a:t/>
            </a:r>
            <a:endParaRPr i="1" sz="1047">
              <a:solidFill>
                <a:srgbClr val="DCE3F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9" name="Google Shape;499;p69"/>
          <p:cNvSpPr/>
          <p:nvPr/>
        </p:nvSpPr>
        <p:spPr>
          <a:xfrm>
            <a:off x="532040" y="3713546"/>
            <a:ext cx="8026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75" lIns="70400" spcFirstLastPara="1" rIns="70400" wrap="square" tIns="351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85"/>
              <a:buFont typeface="Calibri"/>
              <a:buNone/>
            </a:pPr>
            <a:r>
              <a:rPr i="1" lang="pt-BR" sz="1085" u="none" cap="none" strike="noStrike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Insira aqui um gráfico simples (distribuição, dados faltantes, amostra) — evite tabelas densas neste slide.</a:t>
            </a:r>
            <a:endParaRPr i="0" sz="1085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00" name="Google Shape;50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0974" y="3062775"/>
            <a:ext cx="6717951" cy="17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0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Análises Exploratórias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06" name="Google Shape;506;p70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07" name="Google Shape;507;p70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70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09" name="Google Shape;509;p70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0" name="Google Shape;510;p70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1" name="Google Shape;511;p70"/>
          <p:cNvSpPr/>
          <p:nvPr/>
        </p:nvSpPr>
        <p:spPr>
          <a:xfrm>
            <a:off x="436025" y="1417838"/>
            <a:ext cx="4142700" cy="3257400"/>
          </a:xfrm>
          <a:prstGeom prst="roundRect">
            <a:avLst>
              <a:gd fmla="val 1739" name="adj"/>
            </a:avLst>
          </a:prstGeom>
          <a:solidFill>
            <a:srgbClr val="F4F7FC"/>
          </a:solidFill>
          <a:ln cap="flat" cmpd="sng" w="982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0800" lIns="70800" spcFirstLastPara="1" rIns="70800" wrap="square" tIns="7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2" name="Google Shape;512;p70"/>
          <p:cNvSpPr/>
          <p:nvPr/>
        </p:nvSpPr>
        <p:spPr>
          <a:xfrm>
            <a:off x="613054" y="1545297"/>
            <a:ext cx="378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400" lIns="70800" spcFirstLastPara="1" rIns="70800" wrap="square" tIns="3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8"/>
              <a:buFont typeface="Calibri"/>
              <a:buNone/>
            </a:pPr>
            <a:r>
              <a:rPr b="1" lang="pt-BR" sz="1168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Matriz de Correlação das Features Numéricas</a:t>
            </a:r>
            <a:endParaRPr i="0" sz="1168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3" name="Google Shape;513;p70"/>
          <p:cNvSpPr/>
          <p:nvPr/>
        </p:nvSpPr>
        <p:spPr>
          <a:xfrm>
            <a:off x="613054" y="1842703"/>
            <a:ext cx="3788700" cy="26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400" lIns="70800" spcFirstLastPara="1" rIns="70800" wrap="square" tIns="3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1"/>
              <a:buFont typeface="Calibri"/>
              <a:buNone/>
            </a:pPr>
            <a:r>
              <a:rPr i="1" lang="pt-BR" sz="1091" u="none" cap="none" strike="noStrike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O achado exploratório mais relevante para o problema de negócio.</a:t>
            </a:r>
            <a:endParaRPr i="0" sz="1091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4" name="Google Shape;514;p70"/>
          <p:cNvSpPr/>
          <p:nvPr/>
        </p:nvSpPr>
        <p:spPr>
          <a:xfrm>
            <a:off x="4720100" y="3456425"/>
            <a:ext cx="4142700" cy="1218900"/>
          </a:xfrm>
          <a:prstGeom prst="roundRect">
            <a:avLst>
              <a:gd fmla="val 3636" name="adj"/>
            </a:avLst>
          </a:prstGeom>
          <a:solidFill>
            <a:srgbClr val="F4F7FC"/>
          </a:solidFill>
          <a:ln cap="flat" cmpd="sng" w="982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0800" lIns="70800" spcFirstLastPara="1" rIns="70800" wrap="square" tIns="7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5" name="Google Shape;515;p70"/>
          <p:cNvSpPr/>
          <p:nvPr/>
        </p:nvSpPr>
        <p:spPr>
          <a:xfrm>
            <a:off x="4897139" y="3542164"/>
            <a:ext cx="37887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400" lIns="70800" spcFirstLastPara="1" rIns="70800" wrap="square" tIns="3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1"/>
              <a:buFont typeface="Calibri"/>
              <a:buNone/>
            </a:pPr>
            <a:r>
              <a:rPr i="1" lang="pt-BR" sz="109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A fraquíssima correlação de todos os atributos individuais com a fraude (coeficiente máximo de 0,11) prova que o risco é multifatorial, justificando o uso de modelos não lineares e do nosso Índice de Rotatividade para capturar padrões complexos combinados.</a:t>
            </a:r>
            <a:endParaRPr i="0" sz="1091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16" name="Google Shape;51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025" y="1292825"/>
            <a:ext cx="4142701" cy="355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7538" y="1206123"/>
            <a:ext cx="2867935" cy="217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1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Como sair do outro lado?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23" name="Google Shape;523;p71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24" name="Google Shape;524;p71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71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26" name="Google Shape;526;p71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7" name="Google Shape;527;p71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8" name="Google Shape;528;p71"/>
          <p:cNvSpPr/>
          <p:nvPr/>
        </p:nvSpPr>
        <p:spPr>
          <a:xfrm>
            <a:off x="4720100" y="3456425"/>
            <a:ext cx="4142700" cy="1218900"/>
          </a:xfrm>
          <a:prstGeom prst="roundRect">
            <a:avLst>
              <a:gd fmla="val 3636" name="adj"/>
            </a:avLst>
          </a:prstGeom>
          <a:solidFill>
            <a:srgbClr val="F4F7FC"/>
          </a:solidFill>
          <a:ln cap="flat" cmpd="sng" w="982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0800" lIns="70800" spcFirstLastPara="1" rIns="70800" wrap="square" tIns="7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29" name="Google Shape;529;p71"/>
          <p:cNvSpPr/>
          <p:nvPr/>
        </p:nvSpPr>
        <p:spPr>
          <a:xfrm>
            <a:off x="4897139" y="3542164"/>
            <a:ext cx="37887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400" lIns="70800" spcFirstLastPara="1" rIns="70800" wrap="square" tIns="3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1"/>
              <a:buFont typeface="Calibri"/>
              <a:buNone/>
            </a:pPr>
            <a:r>
              <a:rPr i="1" lang="pt-BR" sz="1091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Árvore degenerou: todas as folhas = classe 0. Árvore útil é a de processo (roteiro fixo, desenhado, não treinada): score alto → mesa abre; 3+ sinais → sobe na fila; exposição+LTV → analista</a:t>
            </a:r>
            <a:endParaRPr i="0" sz="1091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30" name="Google Shape;530;p71"/>
          <p:cNvPicPr preferRelativeResize="0"/>
          <p:nvPr/>
        </p:nvPicPr>
        <p:blipFill rotWithShape="1">
          <a:blip r:embed="rId5">
            <a:alphaModFix/>
          </a:blip>
          <a:srcRect b="6333" l="1144" r="10140" t="2418"/>
          <a:stretch/>
        </p:blipFill>
        <p:spPr>
          <a:xfrm>
            <a:off x="360000" y="1240150"/>
            <a:ext cx="6471326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2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Solução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36" name="Google Shape;536;p72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37" name="Google Shape;537;p72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72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39" name="Google Shape;539;p72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0" name="Google Shape;540;p72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 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1" name="Google Shape;541;p72"/>
          <p:cNvSpPr/>
          <p:nvPr/>
        </p:nvSpPr>
        <p:spPr>
          <a:xfrm>
            <a:off x="360000" y="1290400"/>
            <a:ext cx="2748900" cy="2064300"/>
          </a:xfrm>
          <a:prstGeom prst="roundRect">
            <a:avLst>
              <a:gd fmla="val 4000" name="adj"/>
            </a:avLst>
          </a:prstGeom>
          <a:solidFill>
            <a:srgbClr val="F4F7FC"/>
          </a:solidFill>
          <a:ln cap="flat" cmpd="sng" w="99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2" name="Google Shape;542;p72"/>
          <p:cNvSpPr/>
          <p:nvPr/>
        </p:nvSpPr>
        <p:spPr>
          <a:xfrm>
            <a:off x="502804" y="1433203"/>
            <a:ext cx="321300" cy="321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3" name="Google Shape;543;p72"/>
          <p:cNvSpPr/>
          <p:nvPr/>
        </p:nvSpPr>
        <p:spPr>
          <a:xfrm>
            <a:off x="502804" y="1782412"/>
            <a:ext cx="2463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400" spcFirstLastPara="1" rIns="71400" wrap="square" tIns="35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4"/>
              <a:buFont typeface="Calibri"/>
              <a:buNone/>
            </a:pPr>
            <a:r>
              <a:rPr b="1" i="0" lang="pt-BR" sz="1254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Estratégia adotada</a:t>
            </a:r>
            <a:endParaRPr i="0" sz="1254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4" name="Google Shape;544;p72"/>
          <p:cNvSpPr/>
          <p:nvPr/>
        </p:nvSpPr>
        <p:spPr>
          <a:xfrm>
            <a:off x="502804" y="2218620"/>
            <a:ext cx="24636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400" spcFirstLastPara="1" rIns="71400" wrap="square" tIns="35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8"/>
              <a:buFont typeface="Calibri"/>
              <a:buNone/>
            </a:pPr>
            <a:r>
              <a:rPr i="1" lang="pt-BR" sz="1098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Histórico dos Chassis + Flags sinalizadoras</a:t>
            </a:r>
            <a:endParaRPr i="1" sz="1098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8"/>
              <a:buFont typeface="Calibri"/>
              <a:buNone/>
            </a:pPr>
            <a:r>
              <a:t/>
            </a:r>
            <a:endParaRPr i="1" sz="1098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8"/>
              <a:buFont typeface="Calibri"/>
              <a:buNone/>
            </a:pPr>
            <a:r>
              <a:rPr i="1" lang="pt-BR" sz="798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Análise temporal das propostas, geração de features anti-leakage e identificação de sinais comportamentais e financeiros. </a:t>
            </a:r>
            <a:endParaRPr i="1" sz="798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5" name="Google Shape;545;p72"/>
          <p:cNvSpPr/>
          <p:nvPr/>
        </p:nvSpPr>
        <p:spPr>
          <a:xfrm>
            <a:off x="3251775" y="1290400"/>
            <a:ext cx="2748900" cy="2064300"/>
          </a:xfrm>
          <a:prstGeom prst="roundRect">
            <a:avLst>
              <a:gd fmla="val 4000" name="adj"/>
            </a:avLst>
          </a:prstGeom>
          <a:solidFill>
            <a:srgbClr val="F4F7FC"/>
          </a:solidFill>
          <a:ln cap="flat" cmpd="sng" w="99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6" name="Google Shape;546;p72"/>
          <p:cNvSpPr/>
          <p:nvPr/>
        </p:nvSpPr>
        <p:spPr>
          <a:xfrm>
            <a:off x="3394583" y="1433203"/>
            <a:ext cx="321300" cy="321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7" name="Google Shape;547;p72"/>
          <p:cNvSpPr/>
          <p:nvPr/>
        </p:nvSpPr>
        <p:spPr>
          <a:xfrm>
            <a:off x="3394433" y="1808075"/>
            <a:ext cx="2463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400" spcFirstLastPara="1" rIns="71400" wrap="square" tIns="35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4"/>
              <a:buFont typeface="Calibri"/>
              <a:buNone/>
            </a:pPr>
            <a:r>
              <a:rPr b="1" i="0" lang="pt-BR" sz="1254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Ferramentas utilizadas</a:t>
            </a:r>
            <a:endParaRPr i="0" sz="1254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8" name="Google Shape;548;p72"/>
          <p:cNvSpPr/>
          <p:nvPr/>
        </p:nvSpPr>
        <p:spPr>
          <a:xfrm>
            <a:off x="3394583" y="2218620"/>
            <a:ext cx="24636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400" spcFirstLastPara="1" rIns="71400" wrap="square" tIns="3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98">
                <a:latin typeface="Barlow"/>
                <a:ea typeface="Barlow"/>
                <a:cs typeface="Barlow"/>
                <a:sym typeface="Barlow"/>
              </a:rPr>
              <a:t>Python • Polars • Scikit-Learn</a:t>
            </a:r>
            <a:endParaRPr sz="1098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98">
                <a:latin typeface="Barlow"/>
                <a:ea typeface="Barlow"/>
                <a:cs typeface="Barlow"/>
                <a:sym typeface="Barlow"/>
              </a:rPr>
              <a:t>XGBoost • LightGBM • Streamlit</a:t>
            </a:r>
            <a:endParaRPr sz="1098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98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798">
                <a:latin typeface="Barlow"/>
                <a:ea typeface="Barlow"/>
                <a:cs typeface="Barlow"/>
                <a:sym typeface="Barlow"/>
              </a:rPr>
              <a:t>Preparação e processamento dos dados, modelagem preditiva e construção da interface da mesa. Split temporal  de mës em mës</a:t>
            </a:r>
            <a:endParaRPr sz="798"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8"/>
              <a:buFont typeface="Calibri"/>
              <a:buNone/>
            </a:pPr>
            <a:r>
              <a:t/>
            </a:r>
            <a:endParaRPr sz="1098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9" name="Google Shape;549;p72"/>
          <p:cNvSpPr/>
          <p:nvPr/>
        </p:nvSpPr>
        <p:spPr>
          <a:xfrm>
            <a:off x="6143557" y="1290400"/>
            <a:ext cx="2748900" cy="1785000"/>
          </a:xfrm>
          <a:prstGeom prst="roundRect">
            <a:avLst>
              <a:gd fmla="val 4000" name="adj"/>
            </a:avLst>
          </a:prstGeom>
          <a:solidFill>
            <a:srgbClr val="F4F7FC"/>
          </a:solidFill>
          <a:ln cap="flat" cmpd="sng" w="99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0" name="Google Shape;550;p72"/>
          <p:cNvSpPr/>
          <p:nvPr/>
        </p:nvSpPr>
        <p:spPr>
          <a:xfrm>
            <a:off x="6286361" y="1433203"/>
            <a:ext cx="321300" cy="321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1" name="Google Shape;551;p72"/>
          <p:cNvSpPr/>
          <p:nvPr/>
        </p:nvSpPr>
        <p:spPr>
          <a:xfrm>
            <a:off x="6286053" y="1754491"/>
            <a:ext cx="24636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400" spcFirstLastPara="1" rIns="71400" wrap="square" tIns="35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4"/>
              <a:buFont typeface="Calibri"/>
              <a:buNone/>
            </a:pPr>
            <a:r>
              <a:rPr b="1" i="0" lang="pt-BR" sz="1254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Arquitetura da solução</a:t>
            </a:r>
            <a:endParaRPr i="0" sz="1254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2" name="Google Shape;552;p72"/>
          <p:cNvSpPr/>
          <p:nvPr/>
        </p:nvSpPr>
        <p:spPr>
          <a:xfrm>
            <a:off x="6286361" y="2218620"/>
            <a:ext cx="24636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400" spcFirstLastPara="1" rIns="71400" wrap="square" tIns="3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98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Dados → Features → Modelo → Flags → Mesa → Dashboard</a:t>
            </a:r>
            <a:endParaRPr sz="1098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98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898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Timeline por chassi → features anti-leakage → score → 13 flags → priorização → investigação.</a:t>
            </a:r>
            <a:endParaRPr i="1" sz="898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98"/>
              <a:buFont typeface="Calibri"/>
              <a:buNone/>
            </a:pPr>
            <a:r>
              <a:t/>
            </a:r>
            <a:endParaRPr i="1" sz="1098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3" name="Google Shape;553;p72"/>
          <p:cNvSpPr/>
          <p:nvPr/>
        </p:nvSpPr>
        <p:spPr>
          <a:xfrm>
            <a:off x="1112075" y="3577075"/>
            <a:ext cx="6558900" cy="1000800"/>
          </a:xfrm>
          <a:prstGeom prst="roundRect">
            <a:avLst>
              <a:gd fmla="val 4000" name="adj"/>
            </a:avLst>
          </a:prstGeom>
          <a:solidFill>
            <a:srgbClr val="F4F7FC"/>
          </a:solidFill>
          <a:ln cap="flat" cmpd="sng" w="9925">
            <a:solidFill>
              <a:srgbClr val="E3E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400" lIns="71400" spcFirstLastPara="1" rIns="71400" wrap="square" tIns="71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PROPOSTA → SCORE → PRIORIZAÇÃO → INVESTIGAÇÃO → DECISÃO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Score seleciona. Flags explicam. Mesa prioriza. Analista decide.</a:t>
            </a:r>
            <a:endParaRPr sz="16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3"/>
          <p:cNvSpPr/>
          <p:nvPr/>
        </p:nvSpPr>
        <p:spPr>
          <a:xfrm>
            <a:off x="0" y="0"/>
            <a:ext cx="9144000" cy="487200"/>
          </a:xfrm>
          <a:prstGeom prst="rect">
            <a:avLst/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559" name="Google Shape;559;p73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60" name="Google Shape;560;p73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p73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62" name="Google Shape;562;p73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3" name="Google Shape;563;p73"/>
          <p:cNvSpPr/>
          <p:nvPr/>
        </p:nvSpPr>
        <p:spPr>
          <a:xfrm>
            <a:off x="231398" y="149363"/>
            <a:ext cx="1789800" cy="275400"/>
          </a:xfrm>
          <a:prstGeom prst="roundRect">
            <a:avLst>
              <a:gd fmla="val 2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825" lIns="68825" spcFirstLastPara="1" rIns="68825" wrap="square" tIns="68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b="1" lang="pt-BR" sz="828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8</a:t>
            </a:r>
            <a:endParaRPr b="1" sz="828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4" name="Google Shape;564;p73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65" name="Google Shape;565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8624" y="563875"/>
            <a:ext cx="6354574" cy="42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3E03"/>
            </a:gs>
            <a:gs pos="100000">
              <a:srgbClr val="FE881C"/>
            </a:gs>
          </a:gsLst>
          <a:lin ang="5400700" scaled="0"/>
        </a:gra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4"/>
          <p:cNvSpPr/>
          <p:nvPr/>
        </p:nvSpPr>
        <p:spPr>
          <a:xfrm>
            <a:off x="0" y="0"/>
            <a:ext cx="9144000" cy="487200"/>
          </a:xfrm>
          <a:prstGeom prst="rect">
            <a:avLst/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571" name="Google Shape;571;p74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72" name="Google Shape;572;p74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74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74" name="Google Shape;574;p74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5" name="Google Shape;575;p74"/>
          <p:cNvSpPr/>
          <p:nvPr/>
        </p:nvSpPr>
        <p:spPr>
          <a:xfrm>
            <a:off x="360004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Solução</a:t>
            </a:r>
            <a:endParaRPr b="1" sz="3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6" name="Google Shape;576;p74"/>
          <p:cNvSpPr/>
          <p:nvPr/>
        </p:nvSpPr>
        <p:spPr>
          <a:xfrm>
            <a:off x="398869" y="2710540"/>
            <a:ext cx="8378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00" lIns="69250" spcFirstLastPara="1" rIns="69250" wrap="square" tIns="34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6C2"/>
              </a:buClr>
              <a:buSzPts val="1136"/>
              <a:buFont typeface="Calibri"/>
              <a:buNone/>
            </a:pPr>
            <a:r>
              <a:rPr i="1" lang="pt-BR" sz="1336" u="none" cap="none" strike="noStrike">
                <a:solidFill>
                  <a:srgbClr val="8B96C2"/>
                </a:solidFill>
                <a:latin typeface="Barlow"/>
                <a:ea typeface="Barlow"/>
                <a:cs typeface="Barlow"/>
                <a:sym typeface="Barlow"/>
              </a:rPr>
              <a:t>[Print ou GIF do dashboard / modelo / aplicação]</a:t>
            </a:r>
            <a:endParaRPr i="0" sz="1336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7" name="Google Shape;577;p74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·  Pitch Final  ·  Residência em Dados e IA</a:t>
            </a:r>
            <a:endParaRPr i="1" sz="10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5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Principais Insights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3" name="Google Shape;583;p75"/>
          <p:cNvSpPr/>
          <p:nvPr/>
        </p:nvSpPr>
        <p:spPr>
          <a:xfrm>
            <a:off x="356023" y="286925"/>
            <a:ext cx="1789800" cy="275400"/>
          </a:xfrm>
          <a:prstGeom prst="roundRect">
            <a:avLst>
              <a:gd fmla="val 2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68825" lIns="68825" spcFirstLastPara="1" rIns="68825" wrap="square" tIns="68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28"/>
              <a:buFont typeface="Calibri"/>
              <a:buNone/>
            </a:pPr>
            <a:r>
              <a:rPr b="1" lang="pt-BR" sz="828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SLIDE 10</a:t>
            </a:r>
            <a:endParaRPr b="1" sz="828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84" name="Google Shape;584;p75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585" name="Google Shape;585;p75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75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587" name="Google Shape;587;p75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8" name="Google Shape;588;p75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9" name="Google Shape;589;p75"/>
          <p:cNvSpPr/>
          <p:nvPr/>
        </p:nvSpPr>
        <p:spPr>
          <a:xfrm>
            <a:off x="7382885" y="726095"/>
            <a:ext cx="1645800" cy="365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0" name="Google Shape;590;p75"/>
          <p:cNvSpPr/>
          <p:nvPr/>
        </p:nvSpPr>
        <p:spPr>
          <a:xfrm>
            <a:off x="417300" y="1319437"/>
            <a:ext cx="7728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70250" spcFirstLastPara="1" rIns="70250" wrap="square" tIns="35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99"/>
              <a:buFont typeface="Calibri"/>
              <a:buNone/>
            </a:pPr>
            <a:r>
              <a:rPr i="1" lang="pt-BR" sz="1199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Top 5 descobertas — ordene da mais para a menos impactante.</a:t>
            </a:r>
            <a:endParaRPr i="0" sz="1199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1" name="Google Shape;591;p75"/>
          <p:cNvSpPr/>
          <p:nvPr/>
        </p:nvSpPr>
        <p:spPr>
          <a:xfrm>
            <a:off x="417300" y="1705868"/>
            <a:ext cx="8501400" cy="477900"/>
          </a:xfrm>
          <a:prstGeom prst="roundRect">
            <a:avLst>
              <a:gd fmla="val 8824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2" name="Google Shape;592;p75"/>
          <p:cNvSpPr/>
          <p:nvPr/>
        </p:nvSpPr>
        <p:spPr>
          <a:xfrm>
            <a:off x="592951" y="180423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3" name="Google Shape;593;p75"/>
          <p:cNvSpPr/>
          <p:nvPr/>
        </p:nvSpPr>
        <p:spPr>
          <a:xfrm>
            <a:off x="1014512" y="170586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70250" spcFirstLastPara="1" rIns="70250" wrap="square" tIns="35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76"/>
              <a:buFont typeface="Calibri"/>
              <a:buNone/>
            </a:pPr>
            <a:r>
              <a:rPr i="1" lang="pt-BR" sz="1276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Fraude é multifatorial, mas temporalmente acelerada</a:t>
            </a:r>
            <a:endParaRPr i="0" sz="1276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4" name="Google Shape;594;p75"/>
          <p:cNvSpPr/>
          <p:nvPr/>
        </p:nvSpPr>
        <p:spPr>
          <a:xfrm>
            <a:off x="417300" y="2303078"/>
            <a:ext cx="8501400" cy="477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5" name="Google Shape;595;p75"/>
          <p:cNvSpPr/>
          <p:nvPr/>
        </p:nvSpPr>
        <p:spPr>
          <a:xfrm>
            <a:off x="592951" y="240144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6" name="Google Shape;596;p75"/>
          <p:cNvSpPr/>
          <p:nvPr/>
        </p:nvSpPr>
        <p:spPr>
          <a:xfrm>
            <a:off x="1014512" y="230307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70250" spcFirstLastPara="1" rIns="70250" wrap="square" tIns="3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76"/>
              <a:buFont typeface="Calibri"/>
              <a:buNone/>
            </a:pPr>
            <a:r>
              <a:rPr i="1" lang="pt-BR" sz="1276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Chassis sob risco de fraude registram propostas simultâneas em múltiplas Instituições Financeiras (IFs) em pouco tempo</a:t>
            </a:r>
            <a:endParaRPr i="0" sz="1276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7" name="Google Shape;597;p75"/>
          <p:cNvSpPr/>
          <p:nvPr/>
        </p:nvSpPr>
        <p:spPr>
          <a:xfrm>
            <a:off x="417300" y="2900288"/>
            <a:ext cx="8501400" cy="477900"/>
          </a:xfrm>
          <a:prstGeom prst="roundRect">
            <a:avLst>
              <a:gd fmla="val 8824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8" name="Google Shape;598;p75"/>
          <p:cNvSpPr/>
          <p:nvPr/>
        </p:nvSpPr>
        <p:spPr>
          <a:xfrm>
            <a:off x="592951" y="299865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9" name="Google Shape;599;p75"/>
          <p:cNvSpPr/>
          <p:nvPr/>
        </p:nvSpPr>
        <p:spPr>
          <a:xfrm>
            <a:off x="1014512" y="290028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70250" spcFirstLastPara="1" rIns="70250" wrap="square" tIns="35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76"/>
              <a:buFont typeface="Calibri"/>
              <a:buNone/>
            </a:pPr>
            <a:r>
              <a:rPr i="1" lang="pt-BR" sz="1276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Mudanças frequentes de estado chamam a atenção para o risco de fraude</a:t>
            </a:r>
            <a:endParaRPr i="1" sz="1276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0" name="Google Shape;600;p75"/>
          <p:cNvSpPr/>
          <p:nvPr/>
        </p:nvSpPr>
        <p:spPr>
          <a:xfrm>
            <a:off x="417300" y="3497498"/>
            <a:ext cx="8501400" cy="4779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1" name="Google Shape;601;p75"/>
          <p:cNvSpPr/>
          <p:nvPr/>
        </p:nvSpPr>
        <p:spPr>
          <a:xfrm>
            <a:off x="592951" y="359586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2" name="Google Shape;602;p75"/>
          <p:cNvSpPr/>
          <p:nvPr/>
        </p:nvSpPr>
        <p:spPr>
          <a:xfrm>
            <a:off x="1014512" y="349749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70250" spcFirstLastPara="1" rIns="70250" wrap="square" tIns="3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76"/>
              <a:buFont typeface="Calibri"/>
              <a:buNone/>
            </a:pPr>
            <a:r>
              <a:rPr lang="pt-BR" sz="1276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Histórico consolidado possui valor analítico superior a dados cadastrais isolados do proponente para a detecção de anomalias no crédito</a:t>
            </a:r>
            <a:endParaRPr i="1" sz="1276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3" name="Google Shape;603;p75"/>
          <p:cNvSpPr/>
          <p:nvPr/>
        </p:nvSpPr>
        <p:spPr>
          <a:xfrm>
            <a:off x="417300" y="4094708"/>
            <a:ext cx="8501400" cy="477900"/>
          </a:xfrm>
          <a:prstGeom prst="roundRect">
            <a:avLst>
              <a:gd fmla="val 8824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4" name="Google Shape;604;p75"/>
          <p:cNvSpPr/>
          <p:nvPr/>
        </p:nvSpPr>
        <p:spPr>
          <a:xfrm>
            <a:off x="592951" y="4193072"/>
            <a:ext cx="281100" cy="28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70250" lIns="70250" spcFirstLastPara="1" rIns="70250" wrap="square" tIns="7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5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05" name="Google Shape;605;p75"/>
          <p:cNvSpPr/>
          <p:nvPr/>
        </p:nvSpPr>
        <p:spPr>
          <a:xfrm>
            <a:off x="1014512" y="4094708"/>
            <a:ext cx="7728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00" lIns="70250" spcFirstLastPara="1" rIns="70250" wrap="square" tIns="35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76"/>
              <a:buFont typeface="Calibri"/>
              <a:buNone/>
            </a:pPr>
            <a:r>
              <a:rPr i="1" lang="pt-BR" sz="1276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Sinais orientam a priorização da mesa, mas não substituem a decisão do analista </a:t>
            </a:r>
            <a:endParaRPr i="0" sz="1276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6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Onde a solução gera valor? 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11" name="Google Shape;611;p76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612" name="Google Shape;612;p76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76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14" name="Google Shape;614;p76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5" name="Google Shape;615;p76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6" name="Google Shape;616;p76"/>
          <p:cNvSpPr/>
          <p:nvPr/>
        </p:nvSpPr>
        <p:spPr>
          <a:xfrm>
            <a:off x="356025" y="1559875"/>
            <a:ext cx="7790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7"/>
              <a:buFont typeface="Calibri"/>
              <a:buNone/>
            </a:pPr>
            <a:r>
              <a:rPr i="1" lang="pt-BR" sz="1307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Mais crédito exige mais capacidade de monitoramento — sem transformar toda proposta em caso de investigação. </a:t>
            </a:r>
            <a:endParaRPr i="0" sz="1307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7" name="Google Shape;617;p76"/>
          <p:cNvSpPr/>
          <p:nvPr/>
        </p:nvSpPr>
        <p:spPr>
          <a:xfrm>
            <a:off x="356025" y="2020211"/>
            <a:ext cx="2726700" cy="2266500"/>
          </a:xfrm>
          <a:prstGeom prst="roundRect">
            <a:avLst>
              <a:gd fmla="val 31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8" name="Google Shape;618;p76"/>
          <p:cNvSpPr/>
          <p:nvPr/>
        </p:nvSpPr>
        <p:spPr>
          <a:xfrm>
            <a:off x="356025" y="2268084"/>
            <a:ext cx="2726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33"/>
              <a:buFont typeface="Cambria"/>
              <a:buNone/>
            </a:pPr>
            <a:r>
              <a:rPr b="1" lang="pt-BR" sz="2933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3.78 milhões</a:t>
            </a:r>
            <a:endParaRPr i="0" sz="2933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9" name="Google Shape;619;p76"/>
          <p:cNvSpPr/>
          <p:nvPr/>
        </p:nvSpPr>
        <p:spPr>
          <a:xfrm>
            <a:off x="568489" y="3082525"/>
            <a:ext cx="2301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07"/>
              <a:buFont typeface="Calibri"/>
              <a:buNone/>
            </a:pPr>
            <a:r>
              <a:rPr b="1" lang="pt-BR" sz="1307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Veículos financiados</a:t>
            </a:r>
            <a:endParaRPr i="0" sz="1307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0" name="Google Shape;620;p76"/>
          <p:cNvSpPr/>
          <p:nvPr/>
        </p:nvSpPr>
        <p:spPr>
          <a:xfrm>
            <a:off x="568489" y="3472040"/>
            <a:ext cx="23016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13"/>
              <a:buFont typeface="Calibri"/>
              <a:buNone/>
            </a:pPr>
            <a:r>
              <a:rPr i="1" lang="pt-BR" sz="1113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Unidades financiadas no 1º semestre de 2026.</a:t>
            </a:r>
            <a:endParaRPr i="0" sz="1113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1" name="Google Shape;621;p76"/>
          <p:cNvSpPr/>
          <p:nvPr/>
        </p:nvSpPr>
        <p:spPr>
          <a:xfrm>
            <a:off x="3224287" y="2020211"/>
            <a:ext cx="2726700" cy="2266500"/>
          </a:xfrm>
          <a:prstGeom prst="roundRect">
            <a:avLst>
              <a:gd fmla="val 3125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2" name="Google Shape;622;p76"/>
          <p:cNvSpPr/>
          <p:nvPr/>
        </p:nvSpPr>
        <p:spPr>
          <a:xfrm>
            <a:off x="3224287" y="2268084"/>
            <a:ext cx="2726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633"/>
              <a:buFont typeface="Cambria"/>
              <a:buNone/>
            </a:pPr>
            <a:r>
              <a:rPr b="1" lang="pt-BR" sz="2933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+10,9%</a:t>
            </a:r>
            <a:endParaRPr i="0" sz="2933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3" name="Google Shape;623;p76"/>
          <p:cNvSpPr/>
          <p:nvPr/>
        </p:nvSpPr>
        <p:spPr>
          <a:xfrm>
            <a:off x="3436751" y="3082525"/>
            <a:ext cx="2301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7"/>
              <a:buFont typeface="Calibri"/>
              <a:buNone/>
            </a:pPr>
            <a:r>
              <a:rPr b="1" lang="pt-BR" sz="1307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Mercado em expansão</a:t>
            </a:r>
            <a:endParaRPr i="0" sz="1307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4" name="Google Shape;624;p76"/>
          <p:cNvSpPr/>
          <p:nvPr/>
        </p:nvSpPr>
        <p:spPr>
          <a:xfrm>
            <a:off x="3436751" y="3472040"/>
            <a:ext cx="23016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2EE"/>
              </a:buClr>
              <a:buSzPts val="813"/>
              <a:buFont typeface="Calibri"/>
              <a:buNone/>
            </a:pPr>
            <a:r>
              <a:rPr i="1" lang="pt-BR" sz="1113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Crescimento dos financiamentos sobre o 1º semestre de 2025. </a:t>
            </a:r>
            <a:endParaRPr i="0" sz="1113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5" name="Google Shape;625;p76"/>
          <p:cNvSpPr/>
          <p:nvPr/>
        </p:nvSpPr>
        <p:spPr>
          <a:xfrm>
            <a:off x="6092549" y="2020211"/>
            <a:ext cx="2726700" cy="2266500"/>
          </a:xfrm>
          <a:prstGeom prst="roundRect">
            <a:avLst>
              <a:gd fmla="val 31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70825" lIns="70825" spcFirstLastPara="1" rIns="70825" wrap="square" tIns="7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6" name="Google Shape;626;p76"/>
          <p:cNvSpPr/>
          <p:nvPr/>
        </p:nvSpPr>
        <p:spPr>
          <a:xfrm>
            <a:off x="6092549" y="2268084"/>
            <a:ext cx="2726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33"/>
              <a:buFont typeface="Cambria"/>
              <a:buNone/>
            </a:pPr>
            <a:r>
              <a:rPr b="1" lang="pt-BR" sz="2933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47,2 meses</a:t>
            </a:r>
            <a:endParaRPr i="0" sz="2933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7" name="Google Shape;627;p76"/>
          <p:cNvSpPr/>
          <p:nvPr/>
        </p:nvSpPr>
        <p:spPr>
          <a:xfrm>
            <a:off x="6305013" y="3082525"/>
            <a:ext cx="2301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007"/>
              <a:buFont typeface="Calibri"/>
              <a:buNone/>
            </a:pPr>
            <a:r>
              <a:rPr b="1" lang="pt-BR" sz="1307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Exposição de longo prazo</a:t>
            </a:r>
            <a:endParaRPr i="0" sz="1307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8" name="Google Shape;628;p76"/>
          <p:cNvSpPr/>
          <p:nvPr/>
        </p:nvSpPr>
        <p:spPr>
          <a:xfrm>
            <a:off x="6305013" y="3472040"/>
            <a:ext cx="23016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75" lIns="70825" spcFirstLastPara="1" rIns="70825" wrap="square" tIns="35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13"/>
              <a:buFont typeface="Calibri"/>
              <a:buNone/>
            </a:pPr>
            <a:r>
              <a:rPr i="1" lang="pt-BR" sz="1113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Prazo médio dos contratos de autos e comerciais leves no 1º semestre de 2026.</a:t>
            </a:r>
            <a:endParaRPr i="0" sz="1113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29" name="Google Shape;629;p76"/>
          <p:cNvSpPr txBox="1"/>
          <p:nvPr/>
        </p:nvSpPr>
        <p:spPr>
          <a:xfrm>
            <a:off x="504825" y="4405025"/>
            <a:ext cx="5907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 u="sng">
                <a:solidFill>
                  <a:schemeClr val="hlink"/>
                </a:solidFill>
                <a:hlinkClick r:id="rId5"/>
              </a:rPr>
              <a:t>B3/Trillia — dados do mercado de financiamento de veículos </a:t>
            </a:r>
            <a:endParaRPr sz="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7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Limitações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35" name="Google Shape;635;p77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636" name="Google Shape;636;p77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Google Shape;637;p77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38" name="Google Shape;638;p77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9" name="Google Shape;639;p77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[</a:t>
            </a: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] 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0" name="Google Shape;640;p77"/>
          <p:cNvSpPr/>
          <p:nvPr/>
        </p:nvSpPr>
        <p:spPr>
          <a:xfrm>
            <a:off x="356025" y="1383125"/>
            <a:ext cx="4113600" cy="3164400"/>
          </a:xfrm>
          <a:prstGeom prst="roundRect">
            <a:avLst>
              <a:gd fmla="val 1778" name="adj"/>
            </a:avLst>
          </a:prstGeom>
          <a:solidFill>
            <a:srgbClr val="F4F7FC"/>
          </a:solidFill>
          <a:ln cap="flat" cmpd="sng" w="977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0300" lIns="70300" spcFirstLastPara="1" rIns="70300" wrap="square" tIns="7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1" name="Google Shape;641;p77"/>
          <p:cNvSpPr/>
          <p:nvPr/>
        </p:nvSpPr>
        <p:spPr>
          <a:xfrm>
            <a:off x="531820" y="1509698"/>
            <a:ext cx="3762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50" lIns="70300" spcFirstLastPara="1" rIns="70300" wrap="square" tIns="35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1"/>
              <a:buFont typeface="Calibri"/>
              <a:buNone/>
            </a:pPr>
            <a:r>
              <a:rPr b="1" i="0" lang="pt-BR" sz="1261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 que dificultou o projeto</a:t>
            </a:r>
            <a:endParaRPr i="0" sz="1261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2" name="Google Shape;642;p77"/>
          <p:cNvSpPr/>
          <p:nvPr/>
        </p:nvSpPr>
        <p:spPr>
          <a:xfrm>
            <a:off x="484195" y="1805034"/>
            <a:ext cx="3762300" cy="26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50" lIns="70300" spcFirstLastPara="1" rIns="70300" wrap="square" tIns="3515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Gargalo de Volumetria Local </a:t>
            </a:r>
            <a:endParaRPr b="1"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3807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84"/>
              <a:buFont typeface="Barlow"/>
              <a:buChar char="●"/>
            </a:pPr>
            <a:r>
              <a:rPr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Mudança de estratégia para uso de Polaris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Natureza Sintética dos Dados</a:t>
            </a:r>
            <a:r>
              <a:rPr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3807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84"/>
              <a:buFont typeface="Barlow"/>
              <a:buChar char="●"/>
            </a:pPr>
            <a:r>
              <a:rPr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Ausência de padrões comportamentais orgânicos e reais limita o aprendizado de relações complexas.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Representatividade da Base 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3807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84"/>
              <a:buFont typeface="Barlow"/>
              <a:buChar char="●"/>
            </a:pPr>
            <a:r>
              <a:rPr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A distribuição sintética pode não refletir a diversidade e frequência dos comportamentos encontrados em operações reais.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3" name="Google Shape;643;p77"/>
          <p:cNvSpPr/>
          <p:nvPr/>
        </p:nvSpPr>
        <p:spPr>
          <a:xfrm>
            <a:off x="4610271" y="1383125"/>
            <a:ext cx="4113600" cy="3164400"/>
          </a:xfrm>
          <a:prstGeom prst="roundRect">
            <a:avLst>
              <a:gd fmla="val 1778" name="adj"/>
            </a:avLst>
          </a:prstGeom>
          <a:solidFill>
            <a:srgbClr val="F4F7FC"/>
          </a:solidFill>
          <a:ln cap="flat" cmpd="sng" w="9775">
            <a:solidFill>
              <a:srgbClr val="C7D0E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0300" lIns="70300" spcFirstLastPara="1" rIns="70300" wrap="square" tIns="7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4" name="Google Shape;644;p77"/>
          <p:cNvSpPr/>
          <p:nvPr/>
        </p:nvSpPr>
        <p:spPr>
          <a:xfrm>
            <a:off x="4786066" y="1509698"/>
            <a:ext cx="3762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50" lIns="70300" spcFirstLastPara="1" rIns="70300" wrap="square" tIns="35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61"/>
              <a:buFont typeface="Calibri"/>
              <a:buNone/>
            </a:pPr>
            <a:r>
              <a:rPr b="1" i="0" lang="pt-BR" sz="1261" u="none" cap="none" strike="noStrike">
                <a:solidFill>
                  <a:srgbClr val="1E2761"/>
                </a:solidFill>
                <a:latin typeface="Barlow"/>
                <a:ea typeface="Barlow"/>
                <a:cs typeface="Barlow"/>
                <a:sym typeface="Barlow"/>
              </a:rPr>
              <a:t>O que ainda precisa de validação</a:t>
            </a:r>
            <a:endParaRPr i="0" sz="1261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45" name="Google Shape;645;p77"/>
          <p:cNvSpPr/>
          <p:nvPr/>
        </p:nvSpPr>
        <p:spPr>
          <a:xfrm>
            <a:off x="4786066" y="1805034"/>
            <a:ext cx="3762300" cy="26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150" lIns="70300" spcFirstLastPara="1" rIns="70300" wrap="square" tIns="3515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84"/>
              <a:buFont typeface="Calibri"/>
              <a:buNone/>
            </a:pPr>
            <a:r>
              <a:rPr b="1"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Validação com Dados Históricos Reais: 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3807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84"/>
              <a:buFont typeface="Barlow"/>
              <a:buChar char="●"/>
            </a:pPr>
            <a:r>
              <a:rPr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Validar o modelo e o índice de rotatividade em transações e fraudes reais.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3807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84"/>
              <a:buFont typeface="Barlow"/>
              <a:buChar char="●"/>
            </a:pPr>
            <a:r>
              <a:rPr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Manter o bloqueio automático desabilitado até haver evidência suficiente.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Calibração dos Limiares </a:t>
            </a:r>
            <a:r>
              <a:rPr b="1"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: 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3807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84"/>
              <a:buFont typeface="Barlow"/>
              <a:buChar char="●"/>
            </a:pPr>
            <a:r>
              <a:rPr i="1" lang="pt-BR" sz="1184">
                <a:solidFill>
                  <a:srgbClr val="5B6472"/>
                </a:solidFill>
                <a:latin typeface="Barlow"/>
                <a:ea typeface="Barlow"/>
                <a:cs typeface="Barlow"/>
                <a:sym typeface="Barlow"/>
              </a:rPr>
              <a:t>Reavaliar thresholds das flags e do score conforme dados reais e custos de falso positivo/negativo.</a:t>
            </a:r>
            <a:endParaRPr i="1" sz="1184">
              <a:solidFill>
                <a:srgbClr val="5B647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8"/>
          <p:cNvSpPr/>
          <p:nvPr/>
        </p:nvSpPr>
        <p:spPr>
          <a:xfrm>
            <a:off x="276729" y="652625"/>
            <a:ext cx="5044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pt-BR" sz="3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Próximos Passos</a:t>
            </a:r>
            <a:endParaRPr b="1" sz="3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51" name="Google Shape;651;p78"/>
          <p:cNvGrpSpPr/>
          <p:nvPr/>
        </p:nvGrpSpPr>
        <p:grpSpPr>
          <a:xfrm>
            <a:off x="6461250" y="125051"/>
            <a:ext cx="2567425" cy="324026"/>
            <a:chOff x="343234" y="491360"/>
            <a:chExt cx="3677732" cy="464154"/>
          </a:xfrm>
        </p:grpSpPr>
        <p:pic>
          <p:nvPicPr>
            <p:cNvPr id="652" name="Google Shape;652;p78" title="RT Regua Marcas.png"/>
            <p:cNvPicPr preferRelativeResize="0"/>
            <p:nvPr/>
          </p:nvPicPr>
          <p:blipFill rotWithShape="1">
            <a:blip r:embed="rId3">
              <a:alphaModFix/>
            </a:blip>
            <a:srcRect b="0" l="0" r="32318" t="29334"/>
            <a:stretch/>
          </p:blipFill>
          <p:spPr>
            <a:xfrm>
              <a:off x="343234" y="492400"/>
              <a:ext cx="3677732" cy="463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78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3825" lIns="63825" spcFirstLastPara="1" rIns="63825" wrap="square" tIns="6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77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54" name="Google Shape;654;p78" title="(Original)Trillia_Endosso_Vertic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5" name="Google Shape;655;p78"/>
          <p:cNvSpPr/>
          <p:nvPr/>
        </p:nvSpPr>
        <p:spPr>
          <a:xfrm>
            <a:off x="276725" y="480025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VRUM</a:t>
            </a:r>
            <a:r>
              <a:rPr i="1" lang="pt-BR" sz="1000" u="none" cap="none" strike="noStrike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 ·  Pitch Final  ·  Residência em Dados e IA</a:t>
            </a:r>
            <a:endParaRPr i="1" sz="1000" u="none" cap="none" strike="noStrike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56" name="Google Shape;656;p78"/>
          <p:cNvCxnSpPr>
            <a:endCxn id="657" idx="6"/>
          </p:cNvCxnSpPr>
          <p:nvPr/>
        </p:nvCxnSpPr>
        <p:spPr>
          <a:xfrm>
            <a:off x="1599445" y="3421131"/>
            <a:ext cx="6071400" cy="0"/>
          </a:xfrm>
          <a:prstGeom prst="straightConnector1">
            <a:avLst/>
          </a:prstGeom>
          <a:noFill/>
          <a:ln cap="flat" cmpd="sng" w="22250">
            <a:solidFill>
              <a:srgbClr val="C7D0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p78"/>
          <p:cNvSpPr/>
          <p:nvPr/>
        </p:nvSpPr>
        <p:spPr>
          <a:xfrm>
            <a:off x="1511199" y="3332931"/>
            <a:ext cx="176400" cy="176400"/>
          </a:xfrm>
          <a:prstGeom prst="ellipse">
            <a:avLst/>
          </a:prstGeom>
          <a:solidFill>
            <a:schemeClr val="dk1"/>
          </a:solidFill>
          <a:ln cap="flat" cmpd="sng" w="22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75" lIns="80075" spcFirstLastPara="1" rIns="80075" wrap="square" tIns="8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78"/>
          <p:cNvSpPr/>
          <p:nvPr/>
        </p:nvSpPr>
        <p:spPr>
          <a:xfrm>
            <a:off x="318025" y="2059675"/>
            <a:ext cx="2562600" cy="1218600"/>
          </a:xfrm>
          <a:prstGeom prst="roundRect">
            <a:avLst>
              <a:gd fmla="val 592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80075" lIns="80075" spcFirstLastPara="1" rIns="80075" wrap="square" tIns="8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0" name="Google Shape;660;p78"/>
          <p:cNvSpPr/>
          <p:nvPr/>
        </p:nvSpPr>
        <p:spPr>
          <a:xfrm>
            <a:off x="478179" y="2219833"/>
            <a:ext cx="2241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25" lIns="80075" spcFirstLastPara="1" rIns="80075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38"/>
              <a:buFont typeface="Calibri"/>
              <a:buNone/>
            </a:pPr>
            <a:r>
              <a:rPr lang="pt-BR" sz="1338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Validação com Dados Reais e Calibração</a:t>
            </a:r>
            <a:endParaRPr i="0" sz="1338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1" name="Google Shape;661;p78"/>
          <p:cNvSpPr/>
          <p:nvPr/>
        </p:nvSpPr>
        <p:spPr>
          <a:xfrm>
            <a:off x="360000" y="2580200"/>
            <a:ext cx="2520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25" lIns="80075" spcFirstLastPara="1" rIns="80075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20"/>
              <a:buFont typeface="Calibri"/>
              <a:buNone/>
            </a:pPr>
            <a:r>
              <a:rPr i="1" lang="pt-BR" sz="112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Substituir o dataset sintético por uma amostra histórica real para validar e calibrar modelo, flags e limiares. </a:t>
            </a:r>
            <a:endParaRPr i="0" sz="112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62" name="Google Shape;662;p78"/>
          <p:cNvCxnSpPr/>
          <p:nvPr/>
        </p:nvCxnSpPr>
        <p:spPr>
          <a:xfrm>
            <a:off x="1599286" y="3140741"/>
            <a:ext cx="0" cy="280500"/>
          </a:xfrm>
          <a:prstGeom prst="straightConnector1">
            <a:avLst/>
          </a:prstGeom>
          <a:noFill/>
          <a:ln cap="flat" cmpd="sng" w="11125">
            <a:solidFill>
              <a:srgbClr val="C7D0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78"/>
          <p:cNvSpPr/>
          <p:nvPr/>
        </p:nvSpPr>
        <p:spPr>
          <a:xfrm>
            <a:off x="4525854" y="3332931"/>
            <a:ext cx="176400" cy="176400"/>
          </a:xfrm>
          <a:prstGeom prst="ellipse">
            <a:avLst/>
          </a:prstGeom>
          <a:solidFill>
            <a:schemeClr val="dk1"/>
          </a:solidFill>
          <a:ln cap="flat" cmpd="sng" w="22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75" lIns="80075" spcFirstLastPara="1" rIns="80075" wrap="square" tIns="8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78"/>
          <p:cNvSpPr/>
          <p:nvPr/>
        </p:nvSpPr>
        <p:spPr>
          <a:xfrm>
            <a:off x="3332675" y="2059675"/>
            <a:ext cx="2562600" cy="1273200"/>
          </a:xfrm>
          <a:prstGeom prst="roundRect">
            <a:avLst>
              <a:gd fmla="val 592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80075" lIns="80075" spcFirstLastPara="1" rIns="80075" wrap="square" tIns="8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5" name="Google Shape;665;p78"/>
          <p:cNvSpPr/>
          <p:nvPr/>
        </p:nvSpPr>
        <p:spPr>
          <a:xfrm>
            <a:off x="3492825" y="2059921"/>
            <a:ext cx="2241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25" lIns="80075" spcFirstLastPara="1" rIns="80075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38"/>
              <a:buFont typeface="Calibri"/>
              <a:buNone/>
            </a:pPr>
            <a:r>
              <a:rPr lang="pt-BR" sz="1338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Otimização de Pipeline e Análise de Grafos</a:t>
            </a:r>
            <a:endParaRPr i="0" sz="1338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6" name="Google Shape;666;p78"/>
          <p:cNvSpPr/>
          <p:nvPr/>
        </p:nvSpPr>
        <p:spPr>
          <a:xfrm>
            <a:off x="3292149" y="2580200"/>
            <a:ext cx="2740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25" lIns="80075" spcFirstLastPara="1" rIns="80075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20"/>
              <a:buFont typeface="Calibri"/>
              <a:buNone/>
            </a:pPr>
            <a:r>
              <a:rPr i="1" lang="pt-BR" sz="112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Conectar CPFs/CNPJs, chassis e IFs para ampliar a identificação de relacionamentos e comportamentos coordenados. </a:t>
            </a:r>
            <a:endParaRPr i="0" sz="112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67" name="Google Shape;667;p78"/>
          <p:cNvCxnSpPr/>
          <p:nvPr/>
        </p:nvCxnSpPr>
        <p:spPr>
          <a:xfrm>
            <a:off x="4613941" y="3140741"/>
            <a:ext cx="0" cy="280500"/>
          </a:xfrm>
          <a:prstGeom prst="straightConnector1">
            <a:avLst/>
          </a:prstGeom>
          <a:noFill/>
          <a:ln cap="flat" cmpd="sng" w="11125">
            <a:solidFill>
              <a:srgbClr val="C7D0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78"/>
          <p:cNvSpPr/>
          <p:nvPr/>
        </p:nvSpPr>
        <p:spPr>
          <a:xfrm>
            <a:off x="7494445" y="3332931"/>
            <a:ext cx="176400" cy="176400"/>
          </a:xfrm>
          <a:prstGeom prst="ellipse">
            <a:avLst/>
          </a:prstGeom>
          <a:solidFill>
            <a:schemeClr val="dk1"/>
          </a:solidFill>
          <a:ln cap="flat" cmpd="sng" w="22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75" lIns="80075" spcFirstLastPara="1" rIns="80075" wrap="square" tIns="8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78"/>
          <p:cNvSpPr/>
          <p:nvPr/>
        </p:nvSpPr>
        <p:spPr>
          <a:xfrm>
            <a:off x="6301275" y="2059675"/>
            <a:ext cx="2562600" cy="1273200"/>
          </a:xfrm>
          <a:prstGeom prst="roundRect">
            <a:avLst>
              <a:gd fmla="val 592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80075" lIns="80075" spcFirstLastPara="1" rIns="80075" wrap="square" tIns="8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69" name="Google Shape;669;p78"/>
          <p:cNvSpPr/>
          <p:nvPr/>
        </p:nvSpPr>
        <p:spPr>
          <a:xfrm>
            <a:off x="6461426" y="2219833"/>
            <a:ext cx="2241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25" lIns="80075" spcFirstLastPara="1" rIns="80075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38"/>
              <a:buFont typeface="Calibri"/>
              <a:buNone/>
            </a:pPr>
            <a:r>
              <a:rPr lang="pt-BR" sz="1338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Automação segura da decisão </a:t>
            </a:r>
            <a:endParaRPr i="0" sz="1338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70" name="Google Shape;670;p78"/>
          <p:cNvSpPr/>
          <p:nvPr/>
        </p:nvSpPr>
        <p:spPr>
          <a:xfrm>
            <a:off x="6301225" y="2580200"/>
            <a:ext cx="25626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25" lIns="80075" spcFirstLastPara="1" rIns="80075" wrap="square" tIns="4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20"/>
              <a:buFont typeface="Calibri"/>
              <a:buNone/>
            </a:pPr>
            <a:r>
              <a:rPr i="1" lang="pt-BR" sz="112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Após validação, customizar os thresholds de decisão para diferentes perfis de risco e Instituições Financeiras. </a:t>
            </a:r>
            <a:endParaRPr i="0" sz="112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71" name="Google Shape;671;p78"/>
          <p:cNvCxnSpPr/>
          <p:nvPr/>
        </p:nvCxnSpPr>
        <p:spPr>
          <a:xfrm>
            <a:off x="7582532" y="3140741"/>
            <a:ext cx="0" cy="280500"/>
          </a:xfrm>
          <a:prstGeom prst="straightConnector1">
            <a:avLst/>
          </a:prstGeom>
          <a:noFill/>
          <a:ln cap="flat" cmpd="sng" w="11125">
            <a:solidFill>
              <a:srgbClr val="C7D0E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E2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9"/>
          <p:cNvSpPr/>
          <p:nvPr/>
        </p:nvSpPr>
        <p:spPr>
          <a:xfrm rot="5400000">
            <a:off x="3989531" y="2146800"/>
            <a:ext cx="1911300" cy="3306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3E03"/>
              </a:gs>
              <a:gs pos="100000">
                <a:srgbClr val="FE881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79"/>
          <p:cNvPicPr preferRelativeResize="0"/>
          <p:nvPr/>
        </p:nvPicPr>
        <p:blipFill rotWithShape="1">
          <a:blip r:embed="rId3">
            <a:alphaModFix/>
          </a:blip>
          <a:srcRect b="0" l="15940" r="15940" t="0"/>
          <a:stretch/>
        </p:blipFill>
        <p:spPr>
          <a:xfrm flipH="1">
            <a:off x="3901204" y="0"/>
            <a:ext cx="5256900" cy="51435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678" name="Google Shape;678;p79"/>
          <p:cNvSpPr/>
          <p:nvPr/>
        </p:nvSpPr>
        <p:spPr>
          <a:xfrm rot="10800000">
            <a:off x="3069222" y="23614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9" name="Google Shape;679;p79"/>
          <p:cNvSpPr/>
          <p:nvPr/>
        </p:nvSpPr>
        <p:spPr>
          <a:xfrm rot="10800000">
            <a:off x="3755576" y="236145"/>
            <a:ext cx="511380" cy="1022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0" name="Google Shape;680;p79"/>
          <p:cNvSpPr/>
          <p:nvPr/>
        </p:nvSpPr>
        <p:spPr>
          <a:xfrm rot="-5400000">
            <a:off x="4441893" y="236026"/>
            <a:ext cx="1023000" cy="1023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7725" lIns="67725" spcFirstLastPara="1" rIns="67725" wrap="square" tIns="67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Helvetica Neue"/>
              <a:buNone/>
            </a:pPr>
            <a:r>
              <a:t/>
            </a:r>
            <a:endParaRPr b="0" i="0" sz="43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1" name="Google Shape;681;p79"/>
          <p:cNvSpPr/>
          <p:nvPr/>
        </p:nvSpPr>
        <p:spPr>
          <a:xfrm>
            <a:off x="5517225" y="2078450"/>
            <a:ext cx="1253400" cy="1253400"/>
          </a:xfrm>
          <a:prstGeom prst="arc">
            <a:avLst>
              <a:gd fmla="val 16200000" name="adj1"/>
              <a:gd fmla="val 5175902" name="adj2"/>
            </a:avLst>
          </a:prstGeom>
          <a:noFill/>
          <a:ln cap="flat" cmpd="sng" w="9525">
            <a:solidFill>
              <a:srgbClr val="FE88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682" name="Google Shape;682;p79"/>
          <p:cNvSpPr/>
          <p:nvPr/>
        </p:nvSpPr>
        <p:spPr>
          <a:xfrm>
            <a:off x="5653500" y="2214725"/>
            <a:ext cx="980700" cy="980700"/>
          </a:xfrm>
          <a:prstGeom prst="arc">
            <a:avLst>
              <a:gd fmla="val 16200000" name="adj1"/>
              <a:gd fmla="val 5175902" name="adj2"/>
            </a:avLst>
          </a:prstGeom>
          <a:noFill/>
          <a:ln cap="flat" cmpd="sng" w="9525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79"/>
          <p:cNvSpPr/>
          <p:nvPr/>
        </p:nvSpPr>
        <p:spPr>
          <a:xfrm rot="5400000">
            <a:off x="2090100" y="1330500"/>
            <a:ext cx="1017300" cy="5143500"/>
          </a:xfrm>
          <a:prstGeom prst="round2SameRect">
            <a:avLst>
              <a:gd fmla="val 48821" name="adj1"/>
              <a:gd fmla="val 0" name="adj2"/>
            </a:avLst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79"/>
          <p:cNvSpPr/>
          <p:nvPr/>
        </p:nvSpPr>
        <p:spPr>
          <a:xfrm rot="5400000">
            <a:off x="2806571" y="-480500"/>
            <a:ext cx="779400" cy="6338400"/>
          </a:xfrm>
          <a:prstGeom prst="round2SameRect">
            <a:avLst>
              <a:gd fmla="val 48821" name="adj1"/>
              <a:gd fmla="val 0" name="adj2"/>
            </a:avLst>
          </a:prstGeom>
          <a:solidFill>
            <a:srgbClr val="F7F6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79"/>
          <p:cNvSpPr txBox="1"/>
          <p:nvPr/>
        </p:nvSpPr>
        <p:spPr>
          <a:xfrm>
            <a:off x="420575" y="3397053"/>
            <a:ext cx="44781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pt-BR" sz="3000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Perguntas?</a:t>
            </a:r>
            <a:endParaRPr b="1" sz="30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i="1" lang="pt-BR">
                <a:solidFill>
                  <a:srgbClr val="FF6002"/>
                </a:solidFill>
                <a:latin typeface="Barlow"/>
                <a:ea typeface="Barlow"/>
                <a:cs typeface="Barlow"/>
                <a:sym typeface="Barlow"/>
              </a:rPr>
              <a:t>VRUM  ·  [Anderson, Aldine, Katherine, Nayara, Laura e Yuri]  ·  Repositório: [https://github.com/andpax/vrum]</a:t>
            </a:r>
            <a:endParaRPr i="1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i="1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sz="3000">
              <a:solidFill>
                <a:srgbClr val="FF600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6" name="Google Shape;686;p79"/>
          <p:cNvSpPr txBox="1"/>
          <p:nvPr/>
        </p:nvSpPr>
        <p:spPr>
          <a:xfrm>
            <a:off x="292175" y="1877734"/>
            <a:ext cx="7004100" cy="1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3000">
                <a:solidFill>
                  <a:srgbClr val="FF3E03"/>
                </a:solidFill>
                <a:latin typeface="DM Sans Light"/>
                <a:ea typeface="DM Sans Light"/>
                <a:cs typeface="DM Sans Light"/>
                <a:sym typeface="DM Sans Light"/>
              </a:rPr>
              <a:t>Residência Tecnológica</a:t>
            </a:r>
            <a:endParaRPr sz="3000">
              <a:solidFill>
                <a:srgbClr val="FF3E03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200">
                <a:solidFill>
                  <a:srgbClr val="252525"/>
                </a:solidFill>
                <a:latin typeface="DM Sans Black"/>
                <a:ea typeface="DM Sans Black"/>
                <a:cs typeface="DM Sans Black"/>
                <a:sym typeface="DM Sans Black"/>
              </a:rPr>
              <a:t>Análise de Dados e IA</a:t>
            </a:r>
            <a:endParaRPr sz="4200">
              <a:solidFill>
                <a:srgbClr val="252525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grpSp>
        <p:nvGrpSpPr>
          <p:cNvPr id="687" name="Google Shape;687;p79"/>
          <p:cNvGrpSpPr/>
          <p:nvPr/>
        </p:nvGrpSpPr>
        <p:grpSpPr>
          <a:xfrm>
            <a:off x="140376" y="319922"/>
            <a:ext cx="2753882" cy="490726"/>
            <a:chOff x="343250" y="300175"/>
            <a:chExt cx="3677727" cy="655350"/>
          </a:xfrm>
        </p:grpSpPr>
        <p:pic>
          <p:nvPicPr>
            <p:cNvPr id="688" name="Google Shape;688;p79" title="RT Regua Marcas.png"/>
            <p:cNvPicPr preferRelativeResize="0"/>
            <p:nvPr/>
          </p:nvPicPr>
          <p:blipFill rotWithShape="1">
            <a:blip r:embed="rId4">
              <a:alphaModFix/>
            </a:blip>
            <a:srcRect b="0" l="0" r="32318" t="0"/>
            <a:stretch/>
          </p:blipFill>
          <p:spPr>
            <a:xfrm>
              <a:off x="343250" y="300175"/>
              <a:ext cx="3677727" cy="65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79"/>
            <p:cNvSpPr/>
            <p:nvPr/>
          </p:nvSpPr>
          <p:spPr>
            <a:xfrm>
              <a:off x="1694950" y="532425"/>
              <a:ext cx="1191900" cy="381000"/>
            </a:xfrm>
            <a:prstGeom prst="rect">
              <a:avLst/>
            </a:prstGeom>
            <a:solidFill>
              <a:srgbClr val="F7F6E2"/>
            </a:solidFill>
            <a:ln>
              <a:noFill/>
            </a:ln>
          </p:spPr>
          <p:txBody>
            <a:bodyPr anchorCtr="0" anchor="ctr" bIns="68450" lIns="68450" spcFirstLastPara="1" rIns="68450" wrap="square" tIns="68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8"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690" name="Google Shape;690;p79" title="(Original)Trillia_Endosso_Vertica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64802" y="491360"/>
              <a:ext cx="969825" cy="463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80"/>
          <p:cNvGrpSpPr/>
          <p:nvPr/>
        </p:nvGrpSpPr>
        <p:grpSpPr>
          <a:xfrm>
            <a:off x="2217942" y="2825549"/>
            <a:ext cx="298169" cy="339253"/>
            <a:chOff x="1529350" y="258825"/>
            <a:chExt cx="423475" cy="481825"/>
          </a:xfrm>
        </p:grpSpPr>
        <p:sp>
          <p:nvSpPr>
            <p:cNvPr id="696" name="Google Shape;696;p80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80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8" name="Google Shape;698;p80"/>
          <p:cNvGrpSpPr/>
          <p:nvPr/>
        </p:nvGrpSpPr>
        <p:grpSpPr>
          <a:xfrm>
            <a:off x="5553045" y="3429880"/>
            <a:ext cx="340890" cy="178912"/>
            <a:chOff x="2084325" y="363300"/>
            <a:chExt cx="484150" cy="254100"/>
          </a:xfrm>
        </p:grpSpPr>
        <p:sp>
          <p:nvSpPr>
            <p:cNvPr id="699" name="Google Shape;699;p80"/>
            <p:cNvSpPr/>
            <p:nvPr/>
          </p:nvSpPr>
          <p:spPr>
            <a:xfrm>
              <a:off x="2084325" y="363300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80"/>
            <p:cNvSpPr/>
            <p:nvPr/>
          </p:nvSpPr>
          <p:spPr>
            <a:xfrm>
              <a:off x="2250600" y="419775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1" name="Google Shape;701;p80"/>
          <p:cNvGrpSpPr/>
          <p:nvPr/>
        </p:nvGrpSpPr>
        <p:grpSpPr>
          <a:xfrm>
            <a:off x="7729012" y="4346782"/>
            <a:ext cx="298169" cy="339253"/>
            <a:chOff x="2707500" y="249400"/>
            <a:chExt cx="423475" cy="481825"/>
          </a:xfrm>
        </p:grpSpPr>
        <p:sp>
          <p:nvSpPr>
            <p:cNvPr id="702" name="Google Shape;702;p80"/>
            <p:cNvSpPr/>
            <p:nvPr/>
          </p:nvSpPr>
          <p:spPr>
            <a:xfrm>
              <a:off x="2739175" y="420675"/>
              <a:ext cx="360100" cy="310550"/>
            </a:xfrm>
            <a:custGeom>
              <a:rect b="b" l="l" r="r" t="t"/>
              <a:pathLst>
                <a:path extrusionOk="0" h="12422" w="14404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80"/>
            <p:cNvSpPr/>
            <p:nvPr/>
          </p:nvSpPr>
          <p:spPr>
            <a:xfrm>
              <a:off x="2707500" y="249400"/>
              <a:ext cx="423475" cy="141175"/>
            </a:xfrm>
            <a:custGeom>
              <a:rect b="b" l="l" r="r" t="t"/>
              <a:pathLst>
                <a:path extrusionOk="0" h="5647" w="16939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80"/>
          <p:cNvGrpSpPr/>
          <p:nvPr/>
        </p:nvGrpSpPr>
        <p:grpSpPr>
          <a:xfrm>
            <a:off x="3906265" y="2825874"/>
            <a:ext cx="305386" cy="338602"/>
            <a:chOff x="3300325" y="249875"/>
            <a:chExt cx="433725" cy="480900"/>
          </a:xfrm>
        </p:grpSpPr>
        <p:sp>
          <p:nvSpPr>
            <p:cNvPr id="705" name="Google Shape;705;p80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80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80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80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80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80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1" name="Google Shape;711;p80"/>
          <p:cNvGrpSpPr/>
          <p:nvPr/>
        </p:nvGrpSpPr>
        <p:grpSpPr>
          <a:xfrm>
            <a:off x="2801985" y="2352422"/>
            <a:ext cx="352349" cy="338760"/>
            <a:chOff x="3854700" y="249750"/>
            <a:chExt cx="500425" cy="481125"/>
          </a:xfrm>
        </p:grpSpPr>
        <p:sp>
          <p:nvSpPr>
            <p:cNvPr id="712" name="Google Shape;712;p80"/>
            <p:cNvSpPr/>
            <p:nvPr/>
          </p:nvSpPr>
          <p:spPr>
            <a:xfrm>
              <a:off x="4206725" y="598350"/>
              <a:ext cx="70775" cy="68025"/>
            </a:xfrm>
            <a:custGeom>
              <a:rect b="b" l="l" r="r" t="t"/>
              <a:pathLst>
                <a:path extrusionOk="0" h="2721" w="2831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80"/>
            <p:cNvSpPr/>
            <p:nvPr/>
          </p:nvSpPr>
          <p:spPr>
            <a:xfrm>
              <a:off x="4226750" y="538600"/>
              <a:ext cx="91250" cy="48150"/>
            </a:xfrm>
            <a:custGeom>
              <a:rect b="b" l="l" r="r" t="t"/>
              <a:pathLst>
                <a:path extrusionOk="0" h="1926" w="365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80"/>
            <p:cNvSpPr/>
            <p:nvPr/>
          </p:nvSpPr>
          <p:spPr>
            <a:xfrm>
              <a:off x="4146500" y="618325"/>
              <a:ext cx="52050" cy="88650"/>
            </a:xfrm>
            <a:custGeom>
              <a:rect b="b" l="l" r="r" t="t"/>
              <a:pathLst>
                <a:path extrusionOk="0" h="3546" w="2082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80"/>
            <p:cNvSpPr/>
            <p:nvPr/>
          </p:nvSpPr>
          <p:spPr>
            <a:xfrm>
              <a:off x="3927425" y="319075"/>
              <a:ext cx="70650" cy="67850"/>
            </a:xfrm>
            <a:custGeom>
              <a:rect b="b" l="l" r="r" t="t"/>
              <a:pathLst>
                <a:path extrusionOk="0" h="2714" w="2826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80"/>
            <p:cNvSpPr/>
            <p:nvPr/>
          </p:nvSpPr>
          <p:spPr>
            <a:xfrm>
              <a:off x="4007000" y="279300"/>
              <a:ext cx="51675" cy="88150"/>
            </a:xfrm>
            <a:custGeom>
              <a:rect b="b" l="l" r="r" t="t"/>
              <a:pathLst>
                <a:path extrusionOk="0" h="3526" w="2067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80"/>
            <p:cNvSpPr/>
            <p:nvPr/>
          </p:nvSpPr>
          <p:spPr>
            <a:xfrm>
              <a:off x="3887300" y="398850"/>
              <a:ext cx="91800" cy="48250"/>
            </a:xfrm>
            <a:custGeom>
              <a:rect b="b" l="l" r="r" t="t"/>
              <a:pathLst>
                <a:path extrusionOk="0" h="1930" w="3672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80"/>
            <p:cNvSpPr/>
            <p:nvPr/>
          </p:nvSpPr>
          <p:spPr>
            <a:xfrm>
              <a:off x="3854700" y="413675"/>
              <a:ext cx="353475" cy="317200"/>
            </a:xfrm>
            <a:custGeom>
              <a:rect b="b" l="l" r="r" t="t"/>
              <a:pathLst>
                <a:path extrusionOk="0" h="12688" w="14139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80"/>
            <p:cNvSpPr/>
            <p:nvPr/>
          </p:nvSpPr>
          <p:spPr>
            <a:xfrm>
              <a:off x="3996825" y="249750"/>
              <a:ext cx="358300" cy="322025"/>
            </a:xfrm>
            <a:custGeom>
              <a:rect b="b" l="l" r="r" t="t"/>
              <a:pathLst>
                <a:path extrusionOk="0" h="12881" w="14332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80"/>
          <p:cNvGrpSpPr/>
          <p:nvPr/>
        </p:nvGrpSpPr>
        <p:grpSpPr>
          <a:xfrm>
            <a:off x="3327663" y="2352422"/>
            <a:ext cx="352349" cy="338760"/>
            <a:chOff x="4447550" y="249750"/>
            <a:chExt cx="500425" cy="481125"/>
          </a:xfrm>
        </p:grpSpPr>
        <p:sp>
          <p:nvSpPr>
            <p:cNvPr id="721" name="Google Shape;721;p80"/>
            <p:cNvSpPr/>
            <p:nvPr/>
          </p:nvSpPr>
          <p:spPr>
            <a:xfrm>
              <a:off x="4447550" y="413675"/>
              <a:ext cx="353475" cy="317200"/>
            </a:xfrm>
            <a:custGeom>
              <a:rect b="b" l="l" r="r" t="t"/>
              <a:pathLst>
                <a:path extrusionOk="0" h="12688" w="14139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80"/>
            <p:cNvSpPr/>
            <p:nvPr/>
          </p:nvSpPr>
          <p:spPr>
            <a:xfrm>
              <a:off x="4589675" y="249750"/>
              <a:ext cx="358300" cy="322025"/>
            </a:xfrm>
            <a:custGeom>
              <a:rect b="b" l="l" r="r" t="t"/>
              <a:pathLst>
                <a:path extrusionOk="0" h="12881" w="14332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3" name="Google Shape;723;p80"/>
          <p:cNvGrpSpPr/>
          <p:nvPr/>
        </p:nvGrpSpPr>
        <p:grpSpPr>
          <a:xfrm>
            <a:off x="6613240" y="2825549"/>
            <a:ext cx="339253" cy="339253"/>
            <a:chOff x="5660400" y="238125"/>
            <a:chExt cx="481825" cy="481825"/>
          </a:xfrm>
        </p:grpSpPr>
        <p:sp>
          <p:nvSpPr>
            <p:cNvPr id="724" name="Google Shape;724;p80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80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80"/>
          <p:cNvSpPr/>
          <p:nvPr/>
        </p:nvSpPr>
        <p:spPr>
          <a:xfrm>
            <a:off x="5020241" y="2825549"/>
            <a:ext cx="302200" cy="339253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7" name="Google Shape;727;p80"/>
          <p:cNvGrpSpPr/>
          <p:nvPr/>
        </p:nvGrpSpPr>
        <p:grpSpPr>
          <a:xfrm>
            <a:off x="579820" y="4346773"/>
            <a:ext cx="340573" cy="339271"/>
            <a:chOff x="2085450" y="842250"/>
            <a:chExt cx="483700" cy="481850"/>
          </a:xfrm>
        </p:grpSpPr>
        <p:sp>
          <p:nvSpPr>
            <p:cNvPr id="728" name="Google Shape;728;p80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80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80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80"/>
          <p:cNvGrpSpPr/>
          <p:nvPr/>
        </p:nvGrpSpPr>
        <p:grpSpPr>
          <a:xfrm>
            <a:off x="4435591" y="2825232"/>
            <a:ext cx="350431" cy="339887"/>
            <a:chOff x="3270675" y="841800"/>
            <a:chExt cx="497700" cy="482725"/>
          </a:xfrm>
        </p:grpSpPr>
        <p:sp>
          <p:nvSpPr>
            <p:cNvPr id="732" name="Google Shape;732;p80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80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80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5" name="Google Shape;735;p80"/>
          <p:cNvGrpSpPr/>
          <p:nvPr/>
        </p:nvGrpSpPr>
        <p:grpSpPr>
          <a:xfrm>
            <a:off x="6613239" y="3875592"/>
            <a:ext cx="339253" cy="298169"/>
            <a:chOff x="4467200" y="877100"/>
            <a:chExt cx="481825" cy="423475"/>
          </a:xfrm>
        </p:grpSpPr>
        <p:sp>
          <p:nvSpPr>
            <p:cNvPr id="736" name="Google Shape;736;p80"/>
            <p:cNvSpPr/>
            <p:nvPr/>
          </p:nvSpPr>
          <p:spPr>
            <a:xfrm>
              <a:off x="4467200" y="1018225"/>
              <a:ext cx="481825" cy="282350"/>
            </a:xfrm>
            <a:custGeom>
              <a:rect b="b" l="l" r="r" t="t"/>
              <a:pathLst>
                <a:path extrusionOk="0" h="11294" w="19273">
                  <a:moveTo>
                    <a:pt x="10723" y="2257"/>
                  </a:moveTo>
                  <a:cubicBezTo>
                    <a:pt x="11013" y="2257"/>
                    <a:pt x="11292" y="2483"/>
                    <a:pt x="11292" y="2823"/>
                  </a:cubicBezTo>
                  <a:cubicBezTo>
                    <a:pt x="11292" y="3136"/>
                    <a:pt x="11039" y="3389"/>
                    <a:pt x="10729" y="3389"/>
                  </a:cubicBezTo>
                  <a:cubicBezTo>
                    <a:pt x="10223" y="3389"/>
                    <a:pt x="9973" y="2781"/>
                    <a:pt x="10329" y="2423"/>
                  </a:cubicBezTo>
                  <a:cubicBezTo>
                    <a:pt x="10443" y="2308"/>
                    <a:pt x="10585" y="2257"/>
                    <a:pt x="10723" y="2257"/>
                  </a:cubicBezTo>
                  <a:close/>
                  <a:moveTo>
                    <a:pt x="14755" y="3389"/>
                  </a:moveTo>
                  <a:lnTo>
                    <a:pt x="14755" y="7906"/>
                  </a:lnTo>
                  <a:lnTo>
                    <a:pt x="13551" y="7906"/>
                  </a:lnTo>
                  <a:lnTo>
                    <a:pt x="13551" y="3389"/>
                  </a:lnTo>
                  <a:close/>
                  <a:moveTo>
                    <a:pt x="5083" y="2822"/>
                  </a:moveTo>
                  <a:cubicBezTo>
                    <a:pt x="5189" y="2822"/>
                    <a:pt x="5297" y="2853"/>
                    <a:pt x="5396" y="2920"/>
                  </a:cubicBezTo>
                  <a:lnTo>
                    <a:pt x="8784" y="5178"/>
                  </a:lnTo>
                  <a:cubicBezTo>
                    <a:pt x="9118" y="5401"/>
                    <a:pt x="9118" y="5892"/>
                    <a:pt x="8784" y="6117"/>
                  </a:cubicBezTo>
                  <a:lnTo>
                    <a:pt x="5396" y="8376"/>
                  </a:lnTo>
                  <a:cubicBezTo>
                    <a:pt x="5297" y="8442"/>
                    <a:pt x="5189" y="8472"/>
                    <a:pt x="5084" y="8472"/>
                  </a:cubicBezTo>
                  <a:cubicBezTo>
                    <a:pt x="4790" y="8472"/>
                    <a:pt x="4517" y="8239"/>
                    <a:pt x="4517" y="7906"/>
                  </a:cubicBezTo>
                  <a:lnTo>
                    <a:pt x="4517" y="3389"/>
                  </a:lnTo>
                  <a:cubicBezTo>
                    <a:pt x="4517" y="3057"/>
                    <a:pt x="4789" y="2822"/>
                    <a:pt x="5083" y="2822"/>
                  </a:cubicBezTo>
                  <a:close/>
                  <a:moveTo>
                    <a:pt x="18711" y="1"/>
                  </a:moveTo>
                  <a:cubicBezTo>
                    <a:pt x="18601" y="1"/>
                    <a:pt x="18491" y="33"/>
                    <a:pt x="18396" y="95"/>
                  </a:cubicBezTo>
                  <a:lnTo>
                    <a:pt x="15150" y="2260"/>
                  </a:lnTo>
                  <a:lnTo>
                    <a:pt x="13551" y="2260"/>
                  </a:lnTo>
                  <a:lnTo>
                    <a:pt x="13551" y="1694"/>
                  </a:lnTo>
                  <a:cubicBezTo>
                    <a:pt x="13548" y="926"/>
                    <a:pt x="13027" y="255"/>
                    <a:pt x="12283" y="62"/>
                  </a:cubicBezTo>
                  <a:cubicBezTo>
                    <a:pt x="11527" y="774"/>
                    <a:pt x="10560" y="1128"/>
                    <a:pt x="9594" y="1128"/>
                  </a:cubicBezTo>
                  <a:cubicBezTo>
                    <a:pt x="8599" y="1128"/>
                    <a:pt x="7604" y="752"/>
                    <a:pt x="6842" y="2"/>
                  </a:cubicBezTo>
                  <a:lnTo>
                    <a:pt x="6712" y="2"/>
                  </a:lnTo>
                  <a:cubicBezTo>
                    <a:pt x="5950" y="753"/>
                    <a:pt x="4955" y="1131"/>
                    <a:pt x="3959" y="1131"/>
                  </a:cubicBezTo>
                  <a:cubicBezTo>
                    <a:pt x="2993" y="1131"/>
                    <a:pt x="2026" y="775"/>
                    <a:pt x="1271" y="62"/>
                  </a:cubicBezTo>
                  <a:cubicBezTo>
                    <a:pt x="524" y="255"/>
                    <a:pt x="3" y="923"/>
                    <a:pt x="0" y="1694"/>
                  </a:cubicBezTo>
                  <a:lnTo>
                    <a:pt x="0" y="9598"/>
                  </a:lnTo>
                  <a:cubicBezTo>
                    <a:pt x="0" y="10535"/>
                    <a:pt x="759" y="11291"/>
                    <a:pt x="1696" y="11294"/>
                  </a:cubicBezTo>
                  <a:lnTo>
                    <a:pt x="11859" y="11294"/>
                  </a:lnTo>
                  <a:cubicBezTo>
                    <a:pt x="12792" y="11294"/>
                    <a:pt x="13551" y="10535"/>
                    <a:pt x="13551" y="9598"/>
                  </a:cubicBezTo>
                  <a:lnTo>
                    <a:pt x="13551" y="9035"/>
                  </a:lnTo>
                  <a:lnTo>
                    <a:pt x="15150" y="9035"/>
                  </a:lnTo>
                  <a:lnTo>
                    <a:pt x="18396" y="11197"/>
                  </a:lnTo>
                  <a:cubicBezTo>
                    <a:pt x="18494" y="11263"/>
                    <a:pt x="18602" y="11293"/>
                    <a:pt x="18707" y="11293"/>
                  </a:cubicBezTo>
                  <a:cubicBezTo>
                    <a:pt x="19000" y="11293"/>
                    <a:pt x="19272" y="11060"/>
                    <a:pt x="19272" y="10728"/>
                  </a:cubicBezTo>
                  <a:lnTo>
                    <a:pt x="19272" y="565"/>
                  </a:lnTo>
                  <a:cubicBezTo>
                    <a:pt x="19272" y="357"/>
                    <a:pt x="19158" y="164"/>
                    <a:pt x="18977" y="68"/>
                  </a:cubicBezTo>
                  <a:cubicBezTo>
                    <a:pt x="18894" y="23"/>
                    <a:pt x="18802" y="1"/>
                    <a:pt x="18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80"/>
            <p:cNvSpPr/>
            <p:nvPr/>
          </p:nvSpPr>
          <p:spPr>
            <a:xfrm>
              <a:off x="4608425" y="1129300"/>
              <a:ext cx="45125" cy="60175"/>
            </a:xfrm>
            <a:custGeom>
              <a:rect b="b" l="l" r="r" t="t"/>
              <a:pathLst>
                <a:path extrusionOk="0" h="2407" w="1805">
                  <a:moveTo>
                    <a:pt x="0" y="0"/>
                  </a:moveTo>
                  <a:lnTo>
                    <a:pt x="0" y="2406"/>
                  </a:lnTo>
                  <a:lnTo>
                    <a:pt x="1804" y="12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80"/>
            <p:cNvSpPr/>
            <p:nvPr/>
          </p:nvSpPr>
          <p:spPr>
            <a:xfrm>
              <a:off x="4495500" y="877100"/>
              <a:ext cx="141175" cy="141175"/>
            </a:xfrm>
            <a:custGeom>
              <a:rect b="b" l="l" r="r" t="t"/>
              <a:pathLst>
                <a:path extrusionOk="0" h="5647" w="5647">
                  <a:moveTo>
                    <a:pt x="2822" y="1"/>
                  </a:moveTo>
                  <a:cubicBezTo>
                    <a:pt x="1262" y="1"/>
                    <a:pt x="0" y="1262"/>
                    <a:pt x="0" y="2822"/>
                  </a:cubicBezTo>
                  <a:cubicBezTo>
                    <a:pt x="0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80"/>
            <p:cNvSpPr/>
            <p:nvPr/>
          </p:nvSpPr>
          <p:spPr>
            <a:xfrm>
              <a:off x="4636650" y="877100"/>
              <a:ext cx="141175" cy="141175"/>
            </a:xfrm>
            <a:custGeom>
              <a:rect b="b" l="l" r="r" t="t"/>
              <a:pathLst>
                <a:path extrusionOk="0" h="5647" w="5647">
                  <a:moveTo>
                    <a:pt x="2822" y="1"/>
                  </a:moveTo>
                  <a:cubicBezTo>
                    <a:pt x="1262" y="1"/>
                    <a:pt x="1" y="1262"/>
                    <a:pt x="1" y="2822"/>
                  </a:cubicBezTo>
                  <a:cubicBezTo>
                    <a:pt x="1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0" name="Google Shape;740;p80"/>
          <p:cNvGrpSpPr/>
          <p:nvPr/>
        </p:nvGrpSpPr>
        <p:grpSpPr>
          <a:xfrm>
            <a:off x="7167850" y="4372991"/>
            <a:ext cx="336965" cy="286833"/>
            <a:chOff x="5645200" y="879425"/>
            <a:chExt cx="478575" cy="407375"/>
          </a:xfrm>
        </p:grpSpPr>
        <p:sp>
          <p:nvSpPr>
            <p:cNvPr id="741" name="Google Shape;741;p80"/>
            <p:cNvSpPr/>
            <p:nvPr/>
          </p:nvSpPr>
          <p:spPr>
            <a:xfrm>
              <a:off x="6004200" y="1075025"/>
              <a:ext cx="86075" cy="93450"/>
            </a:xfrm>
            <a:custGeom>
              <a:rect b="b" l="l" r="r" t="t"/>
              <a:pathLst>
                <a:path extrusionOk="0" h="3738" w="3443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80"/>
            <p:cNvSpPr/>
            <p:nvPr/>
          </p:nvSpPr>
          <p:spPr>
            <a:xfrm>
              <a:off x="5880900" y="953275"/>
              <a:ext cx="95100" cy="93525"/>
            </a:xfrm>
            <a:custGeom>
              <a:rect b="b" l="l" r="r" t="t"/>
              <a:pathLst>
                <a:path extrusionOk="0" h="3741" w="3804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80"/>
            <p:cNvSpPr/>
            <p:nvPr/>
          </p:nvSpPr>
          <p:spPr>
            <a:xfrm>
              <a:off x="6004200" y="953275"/>
              <a:ext cx="119575" cy="93525"/>
            </a:xfrm>
            <a:custGeom>
              <a:rect b="b" l="l" r="r" t="t"/>
              <a:pathLst>
                <a:path extrusionOk="0" h="3741" w="4783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80"/>
            <p:cNvSpPr/>
            <p:nvPr/>
          </p:nvSpPr>
          <p:spPr>
            <a:xfrm>
              <a:off x="5880900" y="1075025"/>
              <a:ext cx="95100" cy="93450"/>
            </a:xfrm>
            <a:custGeom>
              <a:rect b="b" l="l" r="r" t="t"/>
              <a:pathLst>
                <a:path extrusionOk="0" h="3738" w="3804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80"/>
            <p:cNvSpPr/>
            <p:nvPr/>
          </p:nvSpPr>
          <p:spPr>
            <a:xfrm>
              <a:off x="5645200" y="879425"/>
              <a:ext cx="207500" cy="167375"/>
            </a:xfrm>
            <a:custGeom>
              <a:rect b="b" l="l" r="r" t="t"/>
              <a:pathLst>
                <a:path extrusionOk="0" h="6695" w="830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80"/>
            <p:cNvSpPr/>
            <p:nvPr/>
          </p:nvSpPr>
          <p:spPr>
            <a:xfrm>
              <a:off x="5722500" y="1075025"/>
              <a:ext cx="370875" cy="211775"/>
            </a:xfrm>
            <a:custGeom>
              <a:rect b="b" l="l" r="r" t="t"/>
              <a:pathLst>
                <a:path extrusionOk="0" h="8471" w="14835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7" name="Google Shape;747;p80"/>
          <p:cNvGrpSpPr/>
          <p:nvPr/>
        </p:nvGrpSpPr>
        <p:grpSpPr>
          <a:xfrm>
            <a:off x="5574393" y="3855050"/>
            <a:ext cx="298186" cy="339253"/>
            <a:chOff x="6264525" y="842250"/>
            <a:chExt cx="423500" cy="481825"/>
          </a:xfrm>
        </p:grpSpPr>
        <p:sp>
          <p:nvSpPr>
            <p:cNvPr id="748" name="Google Shape;748;p80"/>
            <p:cNvSpPr/>
            <p:nvPr/>
          </p:nvSpPr>
          <p:spPr>
            <a:xfrm>
              <a:off x="6264525" y="1033450"/>
              <a:ext cx="135300" cy="266450"/>
            </a:xfrm>
            <a:custGeom>
              <a:rect b="b" l="l" r="r" t="t"/>
              <a:pathLst>
                <a:path extrusionOk="0" h="10658" w="5412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80"/>
            <p:cNvSpPr/>
            <p:nvPr/>
          </p:nvSpPr>
          <p:spPr>
            <a:xfrm>
              <a:off x="6552700" y="1033450"/>
              <a:ext cx="135325" cy="266450"/>
            </a:xfrm>
            <a:custGeom>
              <a:rect b="b" l="l" r="r" t="t"/>
              <a:pathLst>
                <a:path extrusionOk="0" h="10658" w="5413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80"/>
            <p:cNvSpPr/>
            <p:nvPr/>
          </p:nvSpPr>
          <p:spPr>
            <a:xfrm>
              <a:off x="6462150" y="985275"/>
              <a:ext cx="28025" cy="28250"/>
            </a:xfrm>
            <a:custGeom>
              <a:rect b="b" l="l" r="r" t="t"/>
              <a:pathLst>
                <a:path extrusionOk="0" h="1130" w="1121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80"/>
            <p:cNvSpPr/>
            <p:nvPr/>
          </p:nvSpPr>
          <p:spPr>
            <a:xfrm>
              <a:off x="6288775" y="1182900"/>
              <a:ext cx="375075" cy="141175"/>
            </a:xfrm>
            <a:custGeom>
              <a:rect b="b" l="l" r="r" t="t"/>
              <a:pathLst>
                <a:path extrusionOk="0" h="5647" w="15003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80"/>
            <p:cNvSpPr/>
            <p:nvPr/>
          </p:nvSpPr>
          <p:spPr>
            <a:xfrm>
              <a:off x="6278675" y="965325"/>
              <a:ext cx="42350" cy="84725"/>
            </a:xfrm>
            <a:custGeom>
              <a:rect b="b" l="l" r="r" t="t"/>
              <a:pathLst>
                <a:path extrusionOk="0" h="3389" w="1694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80"/>
            <p:cNvSpPr/>
            <p:nvPr/>
          </p:nvSpPr>
          <p:spPr>
            <a:xfrm>
              <a:off x="6631525" y="965325"/>
              <a:ext cx="42400" cy="84725"/>
            </a:xfrm>
            <a:custGeom>
              <a:rect b="b" l="l" r="r" t="t"/>
              <a:pathLst>
                <a:path extrusionOk="0" h="3389" w="1696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80"/>
            <p:cNvSpPr/>
            <p:nvPr/>
          </p:nvSpPr>
          <p:spPr>
            <a:xfrm>
              <a:off x="6349225" y="842250"/>
              <a:ext cx="254100" cy="312425"/>
            </a:xfrm>
            <a:custGeom>
              <a:rect b="b" l="l" r="r" t="t"/>
              <a:pathLst>
                <a:path extrusionOk="0" h="12497" w="10164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5" name="Google Shape;755;p80"/>
          <p:cNvGrpSpPr/>
          <p:nvPr/>
        </p:nvGrpSpPr>
        <p:grpSpPr>
          <a:xfrm>
            <a:off x="573941" y="2825533"/>
            <a:ext cx="352332" cy="339288"/>
            <a:chOff x="2071000" y="1435025"/>
            <a:chExt cx="500400" cy="481875"/>
          </a:xfrm>
        </p:grpSpPr>
        <p:sp>
          <p:nvSpPr>
            <p:cNvPr id="756" name="Google Shape;756;p80"/>
            <p:cNvSpPr/>
            <p:nvPr/>
          </p:nvSpPr>
          <p:spPr>
            <a:xfrm>
              <a:off x="2425125" y="1718700"/>
              <a:ext cx="146275" cy="141750"/>
            </a:xfrm>
            <a:custGeom>
              <a:rect b="b" l="l" r="r" t="t"/>
              <a:pathLst>
                <a:path extrusionOk="0" h="5670" w="5851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80"/>
            <p:cNvSpPr/>
            <p:nvPr/>
          </p:nvSpPr>
          <p:spPr>
            <a:xfrm>
              <a:off x="2071000" y="1477850"/>
              <a:ext cx="453125" cy="439050"/>
            </a:xfrm>
            <a:custGeom>
              <a:rect b="b" l="l" r="r" t="t"/>
              <a:pathLst>
                <a:path extrusionOk="0" h="17562" w="18125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80"/>
            <p:cNvSpPr/>
            <p:nvPr/>
          </p:nvSpPr>
          <p:spPr>
            <a:xfrm>
              <a:off x="2141600" y="1435025"/>
              <a:ext cx="146300" cy="141850"/>
            </a:xfrm>
            <a:custGeom>
              <a:rect b="b" l="l" r="r" t="t"/>
              <a:pathLst>
                <a:path extrusionOk="0" h="5674" w="5852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9" name="Google Shape;759;p80"/>
          <p:cNvGrpSpPr/>
          <p:nvPr/>
        </p:nvGrpSpPr>
        <p:grpSpPr>
          <a:xfrm>
            <a:off x="4999454" y="4346772"/>
            <a:ext cx="343759" cy="339271"/>
            <a:chOff x="6232000" y="1435050"/>
            <a:chExt cx="488225" cy="481850"/>
          </a:xfrm>
        </p:grpSpPr>
        <p:sp>
          <p:nvSpPr>
            <p:cNvPr id="760" name="Google Shape;760;p80"/>
            <p:cNvSpPr/>
            <p:nvPr/>
          </p:nvSpPr>
          <p:spPr>
            <a:xfrm>
              <a:off x="6578000" y="1463375"/>
              <a:ext cx="83150" cy="78250"/>
            </a:xfrm>
            <a:custGeom>
              <a:rect b="b" l="l" r="r" t="t"/>
              <a:pathLst>
                <a:path extrusionOk="0" h="3130" w="3326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80"/>
            <p:cNvSpPr/>
            <p:nvPr/>
          </p:nvSpPr>
          <p:spPr>
            <a:xfrm>
              <a:off x="6421725" y="1773850"/>
              <a:ext cx="112950" cy="143050"/>
            </a:xfrm>
            <a:custGeom>
              <a:rect b="b" l="l" r="r" t="t"/>
              <a:pathLst>
                <a:path extrusionOk="0" h="5722" w="4518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80"/>
            <p:cNvSpPr/>
            <p:nvPr/>
          </p:nvSpPr>
          <p:spPr>
            <a:xfrm>
              <a:off x="6448975" y="1632700"/>
              <a:ext cx="56475" cy="56475"/>
            </a:xfrm>
            <a:custGeom>
              <a:rect b="b" l="l" r="r" t="t"/>
              <a:pathLst>
                <a:path extrusionOk="0" h="2259" w="2259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80"/>
            <p:cNvSpPr/>
            <p:nvPr/>
          </p:nvSpPr>
          <p:spPr>
            <a:xfrm>
              <a:off x="6232000" y="1435050"/>
              <a:ext cx="488225" cy="237825"/>
            </a:xfrm>
            <a:custGeom>
              <a:rect b="b" l="l" r="r" t="t"/>
              <a:pathLst>
                <a:path extrusionOk="0" h="9513" w="19529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80"/>
            <p:cNvSpPr/>
            <p:nvPr/>
          </p:nvSpPr>
          <p:spPr>
            <a:xfrm>
              <a:off x="6291025" y="1537700"/>
              <a:ext cx="369800" cy="379200"/>
            </a:xfrm>
            <a:custGeom>
              <a:rect b="b" l="l" r="r" t="t"/>
              <a:pathLst>
                <a:path extrusionOk="0" h="15168" w="14792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5" name="Google Shape;765;p80"/>
          <p:cNvGrpSpPr/>
          <p:nvPr/>
        </p:nvGrpSpPr>
        <p:grpSpPr>
          <a:xfrm>
            <a:off x="1644397" y="2352908"/>
            <a:ext cx="299929" cy="337792"/>
            <a:chOff x="924450" y="2028975"/>
            <a:chExt cx="425975" cy="479750"/>
          </a:xfrm>
        </p:grpSpPr>
        <p:sp>
          <p:nvSpPr>
            <p:cNvPr id="766" name="Google Shape;766;p80"/>
            <p:cNvSpPr/>
            <p:nvPr/>
          </p:nvSpPr>
          <p:spPr>
            <a:xfrm>
              <a:off x="1035500" y="2028975"/>
              <a:ext cx="314925" cy="153075"/>
            </a:xfrm>
            <a:custGeom>
              <a:rect b="b" l="l" r="r" t="t"/>
              <a:pathLst>
                <a:path extrusionOk="0" h="6123" w="12597">
                  <a:moveTo>
                    <a:pt x="12036" y="0"/>
                  </a:moveTo>
                  <a:cubicBezTo>
                    <a:pt x="11993" y="0"/>
                    <a:pt x="11948" y="5"/>
                    <a:pt x="11904" y="16"/>
                  </a:cubicBezTo>
                  <a:lnTo>
                    <a:pt x="437" y="2696"/>
                  </a:lnTo>
                  <a:cubicBezTo>
                    <a:pt x="181" y="2753"/>
                    <a:pt x="0" y="2982"/>
                    <a:pt x="0" y="3244"/>
                  </a:cubicBezTo>
                  <a:lnTo>
                    <a:pt x="0" y="6123"/>
                  </a:lnTo>
                  <a:lnTo>
                    <a:pt x="12596" y="3181"/>
                  </a:lnTo>
                  <a:lnTo>
                    <a:pt x="12596" y="564"/>
                  </a:lnTo>
                  <a:cubicBezTo>
                    <a:pt x="12596" y="245"/>
                    <a:pt x="12338" y="0"/>
                    <a:pt x="120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80"/>
            <p:cNvSpPr/>
            <p:nvPr/>
          </p:nvSpPr>
          <p:spPr>
            <a:xfrm>
              <a:off x="1212475" y="2137450"/>
              <a:ext cx="137950" cy="304275"/>
            </a:xfrm>
            <a:custGeom>
              <a:rect b="b" l="l" r="r" t="t"/>
              <a:pathLst>
                <a:path extrusionOk="0" h="12171" w="5518">
                  <a:moveTo>
                    <a:pt x="5517" y="1"/>
                  </a:moveTo>
                  <a:lnTo>
                    <a:pt x="4388" y="266"/>
                  </a:lnTo>
                  <a:lnTo>
                    <a:pt x="4388" y="7345"/>
                  </a:lnTo>
                  <a:cubicBezTo>
                    <a:pt x="3943" y="7029"/>
                    <a:pt x="3410" y="6861"/>
                    <a:pt x="2865" y="6861"/>
                  </a:cubicBezTo>
                  <a:cubicBezTo>
                    <a:pt x="1790" y="6861"/>
                    <a:pt x="823" y="7508"/>
                    <a:pt x="410" y="8499"/>
                  </a:cubicBezTo>
                  <a:cubicBezTo>
                    <a:pt x="1" y="9492"/>
                    <a:pt x="227" y="10634"/>
                    <a:pt x="986" y="11392"/>
                  </a:cubicBezTo>
                  <a:cubicBezTo>
                    <a:pt x="1495" y="11900"/>
                    <a:pt x="2174" y="12170"/>
                    <a:pt x="2865" y="12170"/>
                  </a:cubicBezTo>
                  <a:cubicBezTo>
                    <a:pt x="3207" y="12170"/>
                    <a:pt x="3551" y="12104"/>
                    <a:pt x="3879" y="11968"/>
                  </a:cubicBezTo>
                  <a:cubicBezTo>
                    <a:pt x="4873" y="11558"/>
                    <a:pt x="5517" y="10588"/>
                    <a:pt x="5517" y="9516"/>
                  </a:cubicBezTo>
                  <a:lnTo>
                    <a:pt x="55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80"/>
            <p:cNvSpPr/>
            <p:nvPr/>
          </p:nvSpPr>
          <p:spPr>
            <a:xfrm>
              <a:off x="924450" y="2204450"/>
              <a:ext cx="139300" cy="304275"/>
            </a:xfrm>
            <a:custGeom>
              <a:rect b="b" l="l" r="r" t="t"/>
              <a:pathLst>
                <a:path extrusionOk="0" h="12171" w="5572">
                  <a:moveTo>
                    <a:pt x="5572" y="1"/>
                  </a:moveTo>
                  <a:lnTo>
                    <a:pt x="4442" y="263"/>
                  </a:lnTo>
                  <a:lnTo>
                    <a:pt x="4442" y="7345"/>
                  </a:lnTo>
                  <a:cubicBezTo>
                    <a:pt x="3982" y="7023"/>
                    <a:pt x="3449" y="6864"/>
                    <a:pt x="2917" y="6864"/>
                  </a:cubicBezTo>
                  <a:cubicBezTo>
                    <a:pt x="2291" y="6864"/>
                    <a:pt x="1668" y="7085"/>
                    <a:pt x="1169" y="7520"/>
                  </a:cubicBezTo>
                  <a:cubicBezTo>
                    <a:pt x="251" y="8327"/>
                    <a:pt x="1" y="9655"/>
                    <a:pt x="564" y="10742"/>
                  </a:cubicBezTo>
                  <a:cubicBezTo>
                    <a:pt x="1030" y="11634"/>
                    <a:pt x="1946" y="12171"/>
                    <a:pt x="2916" y="12171"/>
                  </a:cubicBezTo>
                  <a:cubicBezTo>
                    <a:pt x="3126" y="12171"/>
                    <a:pt x="3338" y="12146"/>
                    <a:pt x="3548" y="12094"/>
                  </a:cubicBezTo>
                  <a:cubicBezTo>
                    <a:pt x="4738" y="11802"/>
                    <a:pt x="5572" y="10739"/>
                    <a:pt x="5572" y="9516"/>
                  </a:cubicBezTo>
                  <a:lnTo>
                    <a:pt x="55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9" name="Google Shape;769;p80"/>
          <p:cNvGrpSpPr/>
          <p:nvPr/>
        </p:nvGrpSpPr>
        <p:grpSpPr>
          <a:xfrm>
            <a:off x="4441154" y="4367314"/>
            <a:ext cx="339306" cy="298186"/>
            <a:chOff x="2085450" y="2057100"/>
            <a:chExt cx="481900" cy="423500"/>
          </a:xfrm>
        </p:grpSpPr>
        <p:sp>
          <p:nvSpPr>
            <p:cNvPr id="770" name="Google Shape;770;p80"/>
            <p:cNvSpPr/>
            <p:nvPr/>
          </p:nvSpPr>
          <p:spPr>
            <a:xfrm>
              <a:off x="2085450" y="2061650"/>
              <a:ext cx="141250" cy="418950"/>
            </a:xfrm>
            <a:custGeom>
              <a:rect b="b" l="l" r="r" t="t"/>
              <a:pathLst>
                <a:path extrusionOk="0" h="16758" w="565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80"/>
            <p:cNvSpPr/>
            <p:nvPr/>
          </p:nvSpPr>
          <p:spPr>
            <a:xfrm>
              <a:off x="2254900" y="2061050"/>
              <a:ext cx="143050" cy="415650"/>
            </a:xfrm>
            <a:custGeom>
              <a:rect b="b" l="l" r="r" t="t"/>
              <a:pathLst>
                <a:path extrusionOk="0" h="16626" w="5722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80"/>
            <p:cNvSpPr/>
            <p:nvPr/>
          </p:nvSpPr>
          <p:spPr>
            <a:xfrm>
              <a:off x="2426175" y="2057100"/>
              <a:ext cx="141175" cy="418925"/>
            </a:xfrm>
            <a:custGeom>
              <a:rect b="b" l="l" r="r" t="t"/>
              <a:pathLst>
                <a:path extrusionOk="0" h="16757" w="5647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3" name="Google Shape;773;p80"/>
          <p:cNvSpPr/>
          <p:nvPr/>
        </p:nvSpPr>
        <p:spPr>
          <a:xfrm>
            <a:off x="5556654" y="2837264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4" name="Google Shape;774;p80"/>
          <p:cNvGrpSpPr/>
          <p:nvPr/>
        </p:nvGrpSpPr>
        <p:grpSpPr>
          <a:xfrm>
            <a:off x="6087599" y="2825550"/>
            <a:ext cx="292078" cy="339253"/>
            <a:chOff x="4492800" y="2027925"/>
            <a:chExt cx="414825" cy="481825"/>
          </a:xfrm>
        </p:grpSpPr>
        <p:sp>
          <p:nvSpPr>
            <p:cNvPr id="775" name="Google Shape;775;p80"/>
            <p:cNvSpPr/>
            <p:nvPr/>
          </p:nvSpPr>
          <p:spPr>
            <a:xfrm>
              <a:off x="4492800" y="2027925"/>
              <a:ext cx="54600" cy="481825"/>
            </a:xfrm>
            <a:custGeom>
              <a:rect b="b" l="l" r="r" t="t"/>
              <a:pathLst>
                <a:path extrusionOk="0" h="19273" w="2184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80"/>
            <p:cNvSpPr/>
            <p:nvPr/>
          </p:nvSpPr>
          <p:spPr>
            <a:xfrm>
              <a:off x="4575600" y="2051425"/>
              <a:ext cx="332025" cy="262450"/>
            </a:xfrm>
            <a:custGeom>
              <a:rect b="b" l="l" r="r" t="t"/>
              <a:pathLst>
                <a:path extrusionOk="0" h="10498" w="13281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7" name="Google Shape;777;p80"/>
          <p:cNvGrpSpPr/>
          <p:nvPr/>
        </p:nvGrpSpPr>
        <p:grpSpPr>
          <a:xfrm>
            <a:off x="3393899" y="2825628"/>
            <a:ext cx="219890" cy="339095"/>
            <a:chOff x="5726350" y="2028150"/>
            <a:chExt cx="312300" cy="481600"/>
          </a:xfrm>
        </p:grpSpPr>
        <p:sp>
          <p:nvSpPr>
            <p:cNvPr id="778" name="Google Shape;778;p80"/>
            <p:cNvSpPr/>
            <p:nvPr/>
          </p:nvSpPr>
          <p:spPr>
            <a:xfrm>
              <a:off x="5756075" y="2028150"/>
              <a:ext cx="252825" cy="83275"/>
            </a:xfrm>
            <a:custGeom>
              <a:rect b="b" l="l" r="r" t="t"/>
              <a:pathLst>
                <a:path extrusionOk="0" h="3331" w="10113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80"/>
            <p:cNvSpPr/>
            <p:nvPr/>
          </p:nvSpPr>
          <p:spPr>
            <a:xfrm>
              <a:off x="5726350" y="2139650"/>
              <a:ext cx="312300" cy="224425"/>
            </a:xfrm>
            <a:custGeom>
              <a:rect b="b" l="l" r="r" t="t"/>
              <a:pathLst>
                <a:path extrusionOk="0" h="8977" w="12492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80"/>
            <p:cNvSpPr/>
            <p:nvPr/>
          </p:nvSpPr>
          <p:spPr>
            <a:xfrm>
              <a:off x="5842500" y="2392350"/>
              <a:ext cx="79975" cy="117400"/>
            </a:xfrm>
            <a:custGeom>
              <a:rect b="b" l="l" r="r" t="t"/>
              <a:pathLst>
                <a:path extrusionOk="0" h="4696" w="3199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1" name="Google Shape;781;p80"/>
          <p:cNvGrpSpPr/>
          <p:nvPr/>
        </p:nvGrpSpPr>
        <p:grpSpPr>
          <a:xfrm>
            <a:off x="2811722" y="2828736"/>
            <a:ext cx="332881" cy="332881"/>
            <a:chOff x="6239925" y="2032450"/>
            <a:chExt cx="472775" cy="472775"/>
          </a:xfrm>
        </p:grpSpPr>
        <p:sp>
          <p:nvSpPr>
            <p:cNvPr id="782" name="Google Shape;782;p80"/>
            <p:cNvSpPr/>
            <p:nvPr/>
          </p:nvSpPr>
          <p:spPr>
            <a:xfrm>
              <a:off x="6239925" y="2032450"/>
              <a:ext cx="472775" cy="472775"/>
            </a:xfrm>
            <a:custGeom>
              <a:rect b="b" l="l" r="r" t="t"/>
              <a:pathLst>
                <a:path extrusionOk="0" h="18911" w="18911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80"/>
            <p:cNvSpPr/>
            <p:nvPr/>
          </p:nvSpPr>
          <p:spPr>
            <a:xfrm>
              <a:off x="6329800" y="2122325"/>
              <a:ext cx="292950" cy="293025"/>
            </a:xfrm>
            <a:custGeom>
              <a:rect b="b" l="l" r="r" t="t"/>
              <a:pathLst>
                <a:path extrusionOk="0" h="11721" w="11718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p80"/>
          <p:cNvGrpSpPr/>
          <p:nvPr/>
        </p:nvGrpSpPr>
        <p:grpSpPr>
          <a:xfrm>
            <a:off x="2197399" y="2352177"/>
            <a:ext cx="339253" cy="339253"/>
            <a:chOff x="1492675" y="2027925"/>
            <a:chExt cx="481825" cy="481825"/>
          </a:xfrm>
        </p:grpSpPr>
        <p:sp>
          <p:nvSpPr>
            <p:cNvPr id="785" name="Google Shape;785;p80"/>
            <p:cNvSpPr/>
            <p:nvPr/>
          </p:nvSpPr>
          <p:spPr>
            <a:xfrm>
              <a:off x="1719425" y="21700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80"/>
            <p:cNvSpPr/>
            <p:nvPr/>
          </p:nvSpPr>
          <p:spPr>
            <a:xfrm>
              <a:off x="1832350" y="22547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80"/>
            <p:cNvSpPr/>
            <p:nvPr/>
          </p:nvSpPr>
          <p:spPr>
            <a:xfrm>
              <a:off x="1606500" y="22547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80"/>
            <p:cNvSpPr/>
            <p:nvPr/>
          </p:nvSpPr>
          <p:spPr>
            <a:xfrm>
              <a:off x="1492675" y="2425025"/>
              <a:ext cx="481825" cy="84725"/>
            </a:xfrm>
            <a:custGeom>
              <a:rect b="b" l="l" r="r" t="t"/>
              <a:pathLst>
                <a:path extrusionOk="0" h="3389" w="19273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80"/>
            <p:cNvSpPr/>
            <p:nvPr/>
          </p:nvSpPr>
          <p:spPr>
            <a:xfrm>
              <a:off x="1492675" y="2027925"/>
              <a:ext cx="481825" cy="368000"/>
            </a:xfrm>
            <a:custGeom>
              <a:rect b="b" l="l" r="r" t="t"/>
              <a:pathLst>
                <a:path extrusionOk="0" h="14720" w="19273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0" name="Google Shape;790;p80"/>
          <p:cNvSpPr/>
          <p:nvPr/>
        </p:nvSpPr>
        <p:spPr>
          <a:xfrm>
            <a:off x="1621846" y="4356261"/>
            <a:ext cx="345027" cy="320295"/>
          </a:xfrm>
          <a:custGeom>
            <a:rect b="b" l="l" r="r" t="t"/>
            <a:pathLst>
              <a:path extrusionOk="0" h="18196" w="19601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1" name="Google Shape;791;p80"/>
          <p:cNvGrpSpPr/>
          <p:nvPr/>
        </p:nvGrpSpPr>
        <p:grpSpPr>
          <a:xfrm>
            <a:off x="2807607" y="3855052"/>
            <a:ext cx="341101" cy="339253"/>
            <a:chOff x="1535000" y="3223325"/>
            <a:chExt cx="484450" cy="481825"/>
          </a:xfrm>
        </p:grpSpPr>
        <p:sp>
          <p:nvSpPr>
            <p:cNvPr id="792" name="Google Shape;792;p80"/>
            <p:cNvSpPr/>
            <p:nvPr/>
          </p:nvSpPr>
          <p:spPr>
            <a:xfrm>
              <a:off x="1760150" y="3308225"/>
              <a:ext cx="143825" cy="140600"/>
            </a:xfrm>
            <a:custGeom>
              <a:rect b="b" l="l" r="r" t="t"/>
              <a:pathLst>
                <a:path extrusionOk="0" h="5624" w="5753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80"/>
            <p:cNvSpPr/>
            <p:nvPr/>
          </p:nvSpPr>
          <p:spPr>
            <a:xfrm>
              <a:off x="1873075" y="3421150"/>
              <a:ext cx="146375" cy="140600"/>
            </a:xfrm>
            <a:custGeom>
              <a:rect b="b" l="l" r="r" t="t"/>
              <a:pathLst>
                <a:path extrusionOk="0" h="5624" w="5855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80"/>
            <p:cNvSpPr/>
            <p:nvPr/>
          </p:nvSpPr>
          <p:spPr>
            <a:xfrm>
              <a:off x="1535000" y="3223325"/>
              <a:ext cx="406450" cy="481825"/>
            </a:xfrm>
            <a:custGeom>
              <a:rect b="b" l="l" r="r" t="t"/>
              <a:pathLst>
                <a:path extrusionOk="0" h="19273" w="16258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5" name="Google Shape;795;p80"/>
          <p:cNvGrpSpPr/>
          <p:nvPr/>
        </p:nvGrpSpPr>
        <p:grpSpPr>
          <a:xfrm>
            <a:off x="2197400" y="3890352"/>
            <a:ext cx="339253" cy="268649"/>
            <a:chOff x="2085525" y="3263750"/>
            <a:chExt cx="481825" cy="381550"/>
          </a:xfrm>
        </p:grpSpPr>
        <p:sp>
          <p:nvSpPr>
            <p:cNvPr id="796" name="Google Shape;796;p80"/>
            <p:cNvSpPr/>
            <p:nvPr/>
          </p:nvSpPr>
          <p:spPr>
            <a:xfrm>
              <a:off x="2320325" y="3263750"/>
              <a:ext cx="227825" cy="141025"/>
            </a:xfrm>
            <a:custGeom>
              <a:rect b="b" l="l" r="r" t="t"/>
              <a:pathLst>
                <a:path extrusionOk="0" h="5641" w="9113">
                  <a:moveTo>
                    <a:pt x="4066" y="0"/>
                  </a:moveTo>
                  <a:cubicBezTo>
                    <a:pt x="2283" y="3"/>
                    <a:pt x="675" y="1081"/>
                    <a:pt x="0" y="2731"/>
                  </a:cubicBezTo>
                  <a:cubicBezTo>
                    <a:pt x="1527" y="2939"/>
                    <a:pt x="2912" y="3734"/>
                    <a:pt x="3861" y="4948"/>
                  </a:cubicBezTo>
                  <a:cubicBezTo>
                    <a:pt x="4331" y="4823"/>
                    <a:pt x="4810" y="4761"/>
                    <a:pt x="5287" y="4761"/>
                  </a:cubicBezTo>
                  <a:cubicBezTo>
                    <a:pt x="6338" y="4761"/>
                    <a:pt x="7378" y="5060"/>
                    <a:pt x="8281" y="5640"/>
                  </a:cubicBezTo>
                  <a:cubicBezTo>
                    <a:pt x="9112" y="2825"/>
                    <a:pt x="7002" y="0"/>
                    <a:pt x="4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80"/>
            <p:cNvSpPr/>
            <p:nvPr/>
          </p:nvSpPr>
          <p:spPr>
            <a:xfrm>
              <a:off x="2085525" y="3355200"/>
              <a:ext cx="481825" cy="290100"/>
            </a:xfrm>
            <a:custGeom>
              <a:rect b="b" l="l" r="r" t="t"/>
              <a:pathLst>
                <a:path extrusionOk="0" h="11604" w="19273">
                  <a:moveTo>
                    <a:pt x="8620" y="1"/>
                  </a:moveTo>
                  <a:cubicBezTo>
                    <a:pt x="8610" y="1"/>
                    <a:pt x="8599" y="1"/>
                    <a:pt x="8588" y="1"/>
                  </a:cubicBezTo>
                  <a:cubicBezTo>
                    <a:pt x="7468" y="4"/>
                    <a:pt x="6384" y="407"/>
                    <a:pt x="5535" y="1139"/>
                  </a:cubicBezTo>
                  <a:cubicBezTo>
                    <a:pt x="4818" y="1756"/>
                    <a:pt x="4288" y="2563"/>
                    <a:pt x="4005" y="3470"/>
                  </a:cubicBezTo>
                  <a:lnTo>
                    <a:pt x="3891" y="3470"/>
                  </a:lnTo>
                  <a:cubicBezTo>
                    <a:pt x="1747" y="3470"/>
                    <a:pt x="0" y="5295"/>
                    <a:pt x="0" y="7538"/>
                  </a:cubicBezTo>
                  <a:cubicBezTo>
                    <a:pt x="0" y="9781"/>
                    <a:pt x="1744" y="11603"/>
                    <a:pt x="3891" y="11603"/>
                  </a:cubicBezTo>
                  <a:lnTo>
                    <a:pt x="14798" y="11603"/>
                  </a:lnTo>
                  <a:cubicBezTo>
                    <a:pt x="17264" y="11603"/>
                    <a:pt x="19272" y="9504"/>
                    <a:pt x="19272" y="6924"/>
                  </a:cubicBezTo>
                  <a:cubicBezTo>
                    <a:pt x="19272" y="6044"/>
                    <a:pt x="19034" y="5180"/>
                    <a:pt x="18583" y="4427"/>
                  </a:cubicBezTo>
                  <a:cubicBezTo>
                    <a:pt x="18152" y="3705"/>
                    <a:pt x="17529" y="3118"/>
                    <a:pt x="16782" y="2726"/>
                  </a:cubicBezTo>
                  <a:cubicBezTo>
                    <a:pt x="16161" y="2403"/>
                    <a:pt x="15480" y="2241"/>
                    <a:pt x="14799" y="2241"/>
                  </a:cubicBezTo>
                  <a:cubicBezTo>
                    <a:pt x="14135" y="2241"/>
                    <a:pt x="13471" y="2394"/>
                    <a:pt x="12861" y="2702"/>
                  </a:cubicBezTo>
                  <a:cubicBezTo>
                    <a:pt x="12232" y="1443"/>
                    <a:pt x="11118" y="513"/>
                    <a:pt x="9784" y="157"/>
                  </a:cubicBezTo>
                  <a:cubicBezTo>
                    <a:pt x="9403" y="55"/>
                    <a:pt x="9013" y="1"/>
                    <a:pt x="8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8" name="Google Shape;798;p80"/>
          <p:cNvGrpSpPr/>
          <p:nvPr/>
        </p:nvGrpSpPr>
        <p:grpSpPr>
          <a:xfrm>
            <a:off x="3333733" y="3855038"/>
            <a:ext cx="340204" cy="339271"/>
            <a:chOff x="3270450" y="3213625"/>
            <a:chExt cx="483175" cy="481850"/>
          </a:xfrm>
        </p:grpSpPr>
        <p:sp>
          <p:nvSpPr>
            <p:cNvPr id="799" name="Google Shape;799;p80"/>
            <p:cNvSpPr/>
            <p:nvPr/>
          </p:nvSpPr>
          <p:spPr>
            <a:xfrm>
              <a:off x="3392550" y="3335025"/>
              <a:ext cx="239050" cy="239050"/>
            </a:xfrm>
            <a:custGeom>
              <a:rect b="b" l="l" r="r" t="t"/>
              <a:pathLst>
                <a:path extrusionOk="0" h="9562" w="9562">
                  <a:moveTo>
                    <a:pt x="4782" y="1"/>
                  </a:moveTo>
                  <a:cubicBezTo>
                    <a:pt x="2142" y="1"/>
                    <a:pt x="1" y="2139"/>
                    <a:pt x="1" y="4780"/>
                  </a:cubicBezTo>
                  <a:cubicBezTo>
                    <a:pt x="1" y="7421"/>
                    <a:pt x="2142" y="9562"/>
                    <a:pt x="4782" y="9562"/>
                  </a:cubicBezTo>
                  <a:cubicBezTo>
                    <a:pt x="7420" y="9562"/>
                    <a:pt x="9561" y="7421"/>
                    <a:pt x="9561" y="4780"/>
                  </a:cubicBezTo>
                  <a:cubicBezTo>
                    <a:pt x="9561" y="2139"/>
                    <a:pt x="7420" y="1"/>
                    <a:pt x="47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80"/>
            <p:cNvSpPr/>
            <p:nvPr/>
          </p:nvSpPr>
          <p:spPr>
            <a:xfrm>
              <a:off x="3270450" y="3213625"/>
              <a:ext cx="483175" cy="481850"/>
            </a:xfrm>
            <a:custGeom>
              <a:rect b="b" l="l" r="r" t="t"/>
              <a:pathLst>
                <a:path extrusionOk="0" h="19274" w="19327">
                  <a:moveTo>
                    <a:pt x="9666" y="3728"/>
                  </a:moveTo>
                  <a:cubicBezTo>
                    <a:pt x="12925" y="3728"/>
                    <a:pt x="15575" y="6378"/>
                    <a:pt x="15575" y="9636"/>
                  </a:cubicBezTo>
                  <a:cubicBezTo>
                    <a:pt x="15575" y="12894"/>
                    <a:pt x="12925" y="15547"/>
                    <a:pt x="9666" y="15547"/>
                  </a:cubicBezTo>
                  <a:cubicBezTo>
                    <a:pt x="6405" y="15547"/>
                    <a:pt x="3755" y="12894"/>
                    <a:pt x="3755" y="9636"/>
                  </a:cubicBezTo>
                  <a:cubicBezTo>
                    <a:pt x="3755" y="6378"/>
                    <a:pt x="6405" y="3728"/>
                    <a:pt x="9666" y="3728"/>
                  </a:cubicBezTo>
                  <a:close/>
                  <a:moveTo>
                    <a:pt x="9665" y="0"/>
                  </a:moveTo>
                  <a:cubicBezTo>
                    <a:pt x="9575" y="0"/>
                    <a:pt x="9484" y="22"/>
                    <a:pt x="9402" y="66"/>
                  </a:cubicBezTo>
                  <a:lnTo>
                    <a:pt x="7532" y="1054"/>
                  </a:lnTo>
                  <a:lnTo>
                    <a:pt x="5418" y="1054"/>
                  </a:lnTo>
                  <a:cubicBezTo>
                    <a:pt x="5231" y="1054"/>
                    <a:pt x="5056" y="1144"/>
                    <a:pt x="4954" y="1301"/>
                  </a:cubicBezTo>
                  <a:lnTo>
                    <a:pt x="3752" y="3053"/>
                  </a:lnTo>
                  <a:lnTo>
                    <a:pt x="1879" y="4041"/>
                  </a:lnTo>
                  <a:cubicBezTo>
                    <a:pt x="1717" y="4128"/>
                    <a:pt x="1605" y="4288"/>
                    <a:pt x="1584" y="4474"/>
                  </a:cubicBezTo>
                  <a:lnTo>
                    <a:pt x="1328" y="6588"/>
                  </a:lnTo>
                  <a:lnTo>
                    <a:pt x="127" y="8341"/>
                  </a:lnTo>
                  <a:cubicBezTo>
                    <a:pt x="24" y="8491"/>
                    <a:pt x="0" y="8687"/>
                    <a:pt x="67" y="8859"/>
                  </a:cubicBezTo>
                  <a:lnTo>
                    <a:pt x="816" y="10852"/>
                  </a:lnTo>
                  <a:lnTo>
                    <a:pt x="560" y="12966"/>
                  </a:lnTo>
                  <a:cubicBezTo>
                    <a:pt x="536" y="13150"/>
                    <a:pt x="606" y="13334"/>
                    <a:pt x="744" y="13457"/>
                  </a:cubicBezTo>
                  <a:lnTo>
                    <a:pt x="2325" y="14869"/>
                  </a:lnTo>
                  <a:lnTo>
                    <a:pt x="3075" y="16860"/>
                  </a:lnTo>
                  <a:cubicBezTo>
                    <a:pt x="3141" y="17034"/>
                    <a:pt x="3289" y="17164"/>
                    <a:pt x="3466" y="17209"/>
                  </a:cubicBezTo>
                  <a:lnTo>
                    <a:pt x="5520" y="17718"/>
                  </a:lnTo>
                  <a:lnTo>
                    <a:pt x="7101" y="19130"/>
                  </a:lnTo>
                  <a:cubicBezTo>
                    <a:pt x="7205" y="19223"/>
                    <a:pt x="7340" y="19273"/>
                    <a:pt x="7477" y="19273"/>
                  </a:cubicBezTo>
                  <a:cubicBezTo>
                    <a:pt x="7523" y="19273"/>
                    <a:pt x="7568" y="19268"/>
                    <a:pt x="7613" y="19257"/>
                  </a:cubicBezTo>
                  <a:lnTo>
                    <a:pt x="9666" y="18745"/>
                  </a:lnTo>
                  <a:lnTo>
                    <a:pt x="11717" y="19254"/>
                  </a:lnTo>
                  <a:cubicBezTo>
                    <a:pt x="11759" y="19266"/>
                    <a:pt x="11807" y="19272"/>
                    <a:pt x="11853" y="19272"/>
                  </a:cubicBezTo>
                  <a:cubicBezTo>
                    <a:pt x="11991" y="19272"/>
                    <a:pt x="12124" y="19221"/>
                    <a:pt x="12229" y="19127"/>
                  </a:cubicBezTo>
                  <a:lnTo>
                    <a:pt x="13810" y="17715"/>
                  </a:lnTo>
                  <a:lnTo>
                    <a:pt x="15861" y="17206"/>
                  </a:lnTo>
                  <a:cubicBezTo>
                    <a:pt x="16041" y="17161"/>
                    <a:pt x="16186" y="17031"/>
                    <a:pt x="16252" y="16857"/>
                  </a:cubicBezTo>
                  <a:lnTo>
                    <a:pt x="17002" y="14866"/>
                  </a:lnTo>
                  <a:lnTo>
                    <a:pt x="18583" y="13454"/>
                  </a:lnTo>
                  <a:cubicBezTo>
                    <a:pt x="18721" y="13331"/>
                    <a:pt x="18791" y="13147"/>
                    <a:pt x="18766" y="12963"/>
                  </a:cubicBezTo>
                  <a:lnTo>
                    <a:pt x="18514" y="10849"/>
                  </a:lnTo>
                  <a:lnTo>
                    <a:pt x="19263" y="8856"/>
                  </a:lnTo>
                  <a:cubicBezTo>
                    <a:pt x="19327" y="8684"/>
                    <a:pt x="19306" y="8491"/>
                    <a:pt x="19200" y="8338"/>
                  </a:cubicBezTo>
                  <a:lnTo>
                    <a:pt x="18002" y="6588"/>
                  </a:lnTo>
                  <a:lnTo>
                    <a:pt x="17746" y="4471"/>
                  </a:lnTo>
                  <a:cubicBezTo>
                    <a:pt x="17725" y="4288"/>
                    <a:pt x="17613" y="4128"/>
                    <a:pt x="17451" y="4041"/>
                  </a:cubicBezTo>
                  <a:lnTo>
                    <a:pt x="15578" y="3050"/>
                  </a:lnTo>
                  <a:lnTo>
                    <a:pt x="14379" y="1298"/>
                  </a:lnTo>
                  <a:cubicBezTo>
                    <a:pt x="14274" y="1144"/>
                    <a:pt x="14099" y="1054"/>
                    <a:pt x="13912" y="1054"/>
                  </a:cubicBezTo>
                  <a:lnTo>
                    <a:pt x="11798" y="1054"/>
                  </a:lnTo>
                  <a:lnTo>
                    <a:pt x="9928" y="66"/>
                  </a:lnTo>
                  <a:cubicBezTo>
                    <a:pt x="9846" y="22"/>
                    <a:pt x="9755" y="0"/>
                    <a:pt x="9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1" name="Google Shape;801;p80"/>
          <p:cNvGrpSpPr/>
          <p:nvPr/>
        </p:nvGrpSpPr>
        <p:grpSpPr>
          <a:xfrm>
            <a:off x="3974481" y="3855052"/>
            <a:ext cx="168931" cy="339253"/>
            <a:chOff x="3984950" y="3213600"/>
            <a:chExt cx="239925" cy="481825"/>
          </a:xfrm>
        </p:grpSpPr>
        <p:sp>
          <p:nvSpPr>
            <p:cNvPr id="802" name="Google Shape;802;p80"/>
            <p:cNvSpPr/>
            <p:nvPr/>
          </p:nvSpPr>
          <p:spPr>
            <a:xfrm>
              <a:off x="3984950" y="3213600"/>
              <a:ext cx="239925" cy="481825"/>
            </a:xfrm>
            <a:custGeom>
              <a:rect b="b" l="l" r="r" t="t"/>
              <a:pathLst>
                <a:path extrusionOk="0" h="19273" w="9597">
                  <a:moveTo>
                    <a:pt x="4800" y="3355"/>
                  </a:moveTo>
                  <a:cubicBezTo>
                    <a:pt x="5110" y="3355"/>
                    <a:pt x="5363" y="3608"/>
                    <a:pt x="5363" y="3918"/>
                  </a:cubicBezTo>
                  <a:lnTo>
                    <a:pt x="5363" y="12121"/>
                  </a:lnTo>
                  <a:cubicBezTo>
                    <a:pt x="6556" y="12407"/>
                    <a:pt x="7345" y="13542"/>
                    <a:pt x="7203" y="14759"/>
                  </a:cubicBezTo>
                  <a:cubicBezTo>
                    <a:pt x="7059" y="15978"/>
                    <a:pt x="6026" y="16897"/>
                    <a:pt x="4800" y="16897"/>
                  </a:cubicBezTo>
                  <a:cubicBezTo>
                    <a:pt x="3571" y="16897"/>
                    <a:pt x="2539" y="15978"/>
                    <a:pt x="2394" y="14759"/>
                  </a:cubicBezTo>
                  <a:cubicBezTo>
                    <a:pt x="2253" y="13542"/>
                    <a:pt x="3042" y="12407"/>
                    <a:pt x="4234" y="12121"/>
                  </a:cubicBezTo>
                  <a:lnTo>
                    <a:pt x="4234" y="3918"/>
                  </a:lnTo>
                  <a:cubicBezTo>
                    <a:pt x="4234" y="3608"/>
                    <a:pt x="4487" y="3355"/>
                    <a:pt x="4800" y="3355"/>
                  </a:cubicBezTo>
                  <a:close/>
                  <a:moveTo>
                    <a:pt x="4800" y="1"/>
                  </a:moveTo>
                  <a:cubicBezTo>
                    <a:pt x="3219" y="1"/>
                    <a:pt x="1939" y="1281"/>
                    <a:pt x="1939" y="2861"/>
                  </a:cubicBezTo>
                  <a:lnTo>
                    <a:pt x="1939" y="10567"/>
                  </a:lnTo>
                  <a:cubicBezTo>
                    <a:pt x="723" y="11501"/>
                    <a:pt x="9" y="12943"/>
                    <a:pt x="0" y="14476"/>
                  </a:cubicBezTo>
                  <a:cubicBezTo>
                    <a:pt x="0" y="17123"/>
                    <a:pt x="2150" y="19273"/>
                    <a:pt x="4800" y="19273"/>
                  </a:cubicBezTo>
                  <a:cubicBezTo>
                    <a:pt x="7450" y="19273"/>
                    <a:pt x="9597" y="17123"/>
                    <a:pt x="9597" y="14476"/>
                  </a:cubicBezTo>
                  <a:cubicBezTo>
                    <a:pt x="9597" y="13651"/>
                    <a:pt x="9395" y="12844"/>
                    <a:pt x="9007" y="12118"/>
                  </a:cubicBezTo>
                  <a:cubicBezTo>
                    <a:pt x="8679" y="11510"/>
                    <a:pt x="8221" y="10980"/>
                    <a:pt x="7664" y="10567"/>
                  </a:cubicBezTo>
                  <a:lnTo>
                    <a:pt x="7661" y="2861"/>
                  </a:lnTo>
                  <a:cubicBezTo>
                    <a:pt x="7661" y="1281"/>
                    <a:pt x="6378" y="1"/>
                    <a:pt x="4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80"/>
            <p:cNvSpPr/>
            <p:nvPr/>
          </p:nvSpPr>
          <p:spPr>
            <a:xfrm>
              <a:off x="4072650" y="3543175"/>
              <a:ext cx="64525" cy="64625"/>
            </a:xfrm>
            <a:custGeom>
              <a:rect b="b" l="l" r="r" t="t"/>
              <a:pathLst>
                <a:path extrusionOk="0" h="2585" w="2581">
                  <a:moveTo>
                    <a:pt x="1292" y="1"/>
                  </a:moveTo>
                  <a:cubicBezTo>
                    <a:pt x="578" y="1"/>
                    <a:pt x="0" y="579"/>
                    <a:pt x="0" y="1293"/>
                  </a:cubicBezTo>
                  <a:cubicBezTo>
                    <a:pt x="0" y="2006"/>
                    <a:pt x="578" y="2585"/>
                    <a:pt x="1292" y="2585"/>
                  </a:cubicBezTo>
                  <a:cubicBezTo>
                    <a:pt x="2003" y="2585"/>
                    <a:pt x="2581" y="2006"/>
                    <a:pt x="2581" y="1293"/>
                  </a:cubicBezTo>
                  <a:cubicBezTo>
                    <a:pt x="2581" y="579"/>
                    <a:pt x="2003" y="1"/>
                    <a:pt x="12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4" name="Google Shape;804;p80"/>
          <p:cNvSpPr/>
          <p:nvPr/>
        </p:nvSpPr>
        <p:spPr>
          <a:xfrm>
            <a:off x="1624733" y="3874904"/>
            <a:ext cx="339253" cy="299542"/>
          </a:xfrm>
          <a:custGeom>
            <a:rect b="b" l="l" r="r" t="t"/>
            <a:pathLst>
              <a:path extrusionOk="0" h="17017" w="19273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" name="Google Shape;805;p80"/>
          <p:cNvGrpSpPr/>
          <p:nvPr/>
        </p:nvGrpSpPr>
        <p:grpSpPr>
          <a:xfrm>
            <a:off x="7166705" y="3390145"/>
            <a:ext cx="339253" cy="258369"/>
            <a:chOff x="3271200" y="3863875"/>
            <a:chExt cx="481825" cy="366950"/>
          </a:xfrm>
        </p:grpSpPr>
        <p:sp>
          <p:nvSpPr>
            <p:cNvPr id="806" name="Google Shape;806;p80"/>
            <p:cNvSpPr/>
            <p:nvPr/>
          </p:nvSpPr>
          <p:spPr>
            <a:xfrm>
              <a:off x="3271200" y="3920350"/>
              <a:ext cx="283225" cy="310475"/>
            </a:xfrm>
            <a:custGeom>
              <a:rect b="b" l="l" r="r" t="t"/>
              <a:pathLst>
                <a:path extrusionOk="0" h="12419" w="11329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80"/>
            <p:cNvSpPr/>
            <p:nvPr/>
          </p:nvSpPr>
          <p:spPr>
            <a:xfrm>
              <a:off x="3526175" y="3863875"/>
              <a:ext cx="226850" cy="310575"/>
            </a:xfrm>
            <a:custGeom>
              <a:rect b="b" l="l" r="r" t="t"/>
              <a:pathLst>
                <a:path extrusionOk="0" h="12423" w="9074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p80"/>
          <p:cNvGrpSpPr/>
          <p:nvPr/>
        </p:nvGrpSpPr>
        <p:grpSpPr>
          <a:xfrm>
            <a:off x="6614718" y="3349717"/>
            <a:ext cx="336296" cy="339235"/>
            <a:chOff x="4464775" y="3806475"/>
            <a:chExt cx="477625" cy="481800"/>
          </a:xfrm>
        </p:grpSpPr>
        <p:sp>
          <p:nvSpPr>
            <p:cNvPr id="809" name="Google Shape;809;p80"/>
            <p:cNvSpPr/>
            <p:nvPr/>
          </p:nvSpPr>
          <p:spPr>
            <a:xfrm>
              <a:off x="4726375" y="3806475"/>
              <a:ext cx="56500" cy="141125"/>
            </a:xfrm>
            <a:custGeom>
              <a:rect b="b" l="l" r="r" t="t"/>
              <a:pathLst>
                <a:path extrusionOk="0" h="5645" w="226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80"/>
            <p:cNvSpPr/>
            <p:nvPr/>
          </p:nvSpPr>
          <p:spPr>
            <a:xfrm>
              <a:off x="4641700" y="3806475"/>
              <a:ext cx="56475" cy="141125"/>
            </a:xfrm>
            <a:custGeom>
              <a:rect b="b" l="l" r="r" t="t"/>
              <a:pathLst>
                <a:path extrusionOk="0" h="5645" w="2259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80"/>
            <p:cNvSpPr/>
            <p:nvPr/>
          </p:nvSpPr>
          <p:spPr>
            <a:xfrm>
              <a:off x="4557000" y="3806475"/>
              <a:ext cx="56500" cy="141125"/>
            </a:xfrm>
            <a:custGeom>
              <a:rect b="b" l="l" r="r" t="t"/>
              <a:pathLst>
                <a:path extrusionOk="0" h="5645" w="226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80"/>
            <p:cNvSpPr/>
            <p:nvPr/>
          </p:nvSpPr>
          <p:spPr>
            <a:xfrm>
              <a:off x="4464775" y="4230875"/>
              <a:ext cx="395250" cy="57400"/>
            </a:xfrm>
            <a:custGeom>
              <a:rect b="b" l="l" r="r" t="t"/>
              <a:pathLst>
                <a:path extrusionOk="0" h="2296" w="1581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80"/>
            <p:cNvSpPr/>
            <p:nvPr/>
          </p:nvSpPr>
          <p:spPr>
            <a:xfrm>
              <a:off x="4840675" y="4007300"/>
              <a:ext cx="101725" cy="166025"/>
            </a:xfrm>
            <a:custGeom>
              <a:rect b="b" l="l" r="r" t="t"/>
              <a:pathLst>
                <a:path extrusionOk="0" h="6641" w="4069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80"/>
            <p:cNvSpPr/>
            <p:nvPr/>
          </p:nvSpPr>
          <p:spPr>
            <a:xfrm>
              <a:off x="4464775" y="3976800"/>
              <a:ext cx="395250" cy="225875"/>
            </a:xfrm>
            <a:custGeom>
              <a:rect b="b" l="l" r="r" t="t"/>
              <a:pathLst>
                <a:path extrusionOk="0" h="9035" w="1581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5" name="Google Shape;815;p80"/>
          <p:cNvGrpSpPr/>
          <p:nvPr/>
        </p:nvGrpSpPr>
        <p:grpSpPr>
          <a:xfrm>
            <a:off x="8250151" y="4348772"/>
            <a:ext cx="298503" cy="335275"/>
            <a:chOff x="6264300" y="3809300"/>
            <a:chExt cx="423950" cy="476175"/>
          </a:xfrm>
        </p:grpSpPr>
        <p:sp>
          <p:nvSpPr>
            <p:cNvPr id="816" name="Google Shape;816;p80"/>
            <p:cNvSpPr/>
            <p:nvPr/>
          </p:nvSpPr>
          <p:spPr>
            <a:xfrm>
              <a:off x="6346200" y="4002825"/>
              <a:ext cx="66950" cy="63225"/>
            </a:xfrm>
            <a:custGeom>
              <a:rect b="b" l="l" r="r" t="t"/>
              <a:pathLst>
                <a:path extrusionOk="0" h="2529" w="2678">
                  <a:moveTo>
                    <a:pt x="1365" y="1"/>
                  </a:moveTo>
                  <a:cubicBezTo>
                    <a:pt x="1058" y="1"/>
                    <a:pt x="751" y="118"/>
                    <a:pt x="516" y="351"/>
                  </a:cubicBezTo>
                  <a:cubicBezTo>
                    <a:pt x="272" y="598"/>
                    <a:pt x="88" y="992"/>
                    <a:pt x="46" y="1381"/>
                  </a:cubicBezTo>
                  <a:cubicBezTo>
                    <a:pt x="1" y="1757"/>
                    <a:pt x="88" y="2085"/>
                    <a:pt x="281" y="2281"/>
                  </a:cubicBezTo>
                  <a:cubicBezTo>
                    <a:pt x="454" y="2453"/>
                    <a:pt x="709" y="2528"/>
                    <a:pt x="985" y="2528"/>
                  </a:cubicBezTo>
                  <a:cubicBezTo>
                    <a:pt x="1425" y="2528"/>
                    <a:pt x="1917" y="2337"/>
                    <a:pt x="2211" y="2043"/>
                  </a:cubicBezTo>
                  <a:cubicBezTo>
                    <a:pt x="2678" y="1577"/>
                    <a:pt x="2678" y="818"/>
                    <a:pt x="2211" y="351"/>
                  </a:cubicBezTo>
                  <a:cubicBezTo>
                    <a:pt x="1978" y="118"/>
                    <a:pt x="1671" y="1"/>
                    <a:pt x="1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80"/>
            <p:cNvSpPr/>
            <p:nvPr/>
          </p:nvSpPr>
          <p:spPr>
            <a:xfrm>
              <a:off x="6539375" y="4002825"/>
              <a:ext cx="66950" cy="63200"/>
            </a:xfrm>
            <a:custGeom>
              <a:rect b="b" l="l" r="r" t="t"/>
              <a:pathLst>
                <a:path extrusionOk="0" h="2528" w="2678">
                  <a:moveTo>
                    <a:pt x="1314" y="1"/>
                  </a:moveTo>
                  <a:cubicBezTo>
                    <a:pt x="1007" y="1"/>
                    <a:pt x="701" y="118"/>
                    <a:pt x="468" y="351"/>
                  </a:cubicBezTo>
                  <a:cubicBezTo>
                    <a:pt x="1" y="818"/>
                    <a:pt x="1" y="1577"/>
                    <a:pt x="468" y="2043"/>
                  </a:cubicBezTo>
                  <a:cubicBezTo>
                    <a:pt x="761" y="2337"/>
                    <a:pt x="1252" y="2528"/>
                    <a:pt x="1691" y="2528"/>
                  </a:cubicBezTo>
                  <a:cubicBezTo>
                    <a:pt x="1968" y="2528"/>
                    <a:pt x="2224" y="2452"/>
                    <a:pt x="2398" y="2278"/>
                  </a:cubicBezTo>
                  <a:cubicBezTo>
                    <a:pt x="2591" y="2085"/>
                    <a:pt x="2678" y="1757"/>
                    <a:pt x="2633" y="1381"/>
                  </a:cubicBezTo>
                  <a:cubicBezTo>
                    <a:pt x="2588" y="992"/>
                    <a:pt x="2407" y="598"/>
                    <a:pt x="2160" y="351"/>
                  </a:cubicBezTo>
                  <a:cubicBezTo>
                    <a:pt x="1927" y="118"/>
                    <a:pt x="1620" y="1"/>
                    <a:pt x="1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80"/>
            <p:cNvSpPr/>
            <p:nvPr/>
          </p:nvSpPr>
          <p:spPr>
            <a:xfrm>
              <a:off x="6264300" y="3809300"/>
              <a:ext cx="423950" cy="476175"/>
            </a:xfrm>
            <a:custGeom>
              <a:rect b="b" l="l" r="r" t="t"/>
              <a:pathLst>
                <a:path extrusionOk="0" h="19047" w="16958">
                  <a:moveTo>
                    <a:pt x="4662" y="6571"/>
                  </a:moveTo>
                  <a:cubicBezTo>
                    <a:pt x="5263" y="6571"/>
                    <a:pt x="5864" y="6799"/>
                    <a:pt x="6324" y="7258"/>
                  </a:cubicBezTo>
                  <a:cubicBezTo>
                    <a:pt x="7249" y="8182"/>
                    <a:pt x="7240" y="9685"/>
                    <a:pt x="6303" y="10600"/>
                  </a:cubicBezTo>
                  <a:lnTo>
                    <a:pt x="6300" y="10600"/>
                  </a:lnTo>
                  <a:cubicBezTo>
                    <a:pt x="5791" y="11109"/>
                    <a:pt x="5014" y="11422"/>
                    <a:pt x="4268" y="11422"/>
                  </a:cubicBezTo>
                  <a:cubicBezTo>
                    <a:pt x="3705" y="11422"/>
                    <a:pt x="3154" y="11245"/>
                    <a:pt x="2744" y="10835"/>
                  </a:cubicBezTo>
                  <a:cubicBezTo>
                    <a:pt x="2301" y="10393"/>
                    <a:pt x="2094" y="9718"/>
                    <a:pt x="2181" y="8992"/>
                  </a:cubicBezTo>
                  <a:cubicBezTo>
                    <a:pt x="2256" y="8336"/>
                    <a:pt x="2548" y="7713"/>
                    <a:pt x="2982" y="7279"/>
                  </a:cubicBezTo>
                  <a:cubicBezTo>
                    <a:pt x="3442" y="6807"/>
                    <a:pt x="4052" y="6571"/>
                    <a:pt x="4662" y="6571"/>
                  </a:cubicBezTo>
                  <a:close/>
                  <a:moveTo>
                    <a:pt x="12317" y="6589"/>
                  </a:moveTo>
                  <a:cubicBezTo>
                    <a:pt x="12918" y="6589"/>
                    <a:pt x="13520" y="6818"/>
                    <a:pt x="13979" y="7276"/>
                  </a:cubicBezTo>
                  <a:cubicBezTo>
                    <a:pt x="14873" y="8173"/>
                    <a:pt x="15165" y="9884"/>
                    <a:pt x="14214" y="10835"/>
                  </a:cubicBezTo>
                  <a:cubicBezTo>
                    <a:pt x="13804" y="11245"/>
                    <a:pt x="13256" y="11422"/>
                    <a:pt x="12690" y="11422"/>
                  </a:cubicBezTo>
                  <a:cubicBezTo>
                    <a:pt x="11943" y="11422"/>
                    <a:pt x="11166" y="11109"/>
                    <a:pt x="10658" y="10600"/>
                  </a:cubicBezTo>
                  <a:cubicBezTo>
                    <a:pt x="9739" y="9682"/>
                    <a:pt x="9739" y="8194"/>
                    <a:pt x="10658" y="7276"/>
                  </a:cubicBezTo>
                  <a:cubicBezTo>
                    <a:pt x="11115" y="6818"/>
                    <a:pt x="11716" y="6589"/>
                    <a:pt x="12317" y="6589"/>
                  </a:cubicBezTo>
                  <a:close/>
                  <a:moveTo>
                    <a:pt x="8479" y="10841"/>
                  </a:moveTo>
                  <a:cubicBezTo>
                    <a:pt x="8669" y="10841"/>
                    <a:pt x="8858" y="10933"/>
                    <a:pt x="8971" y="11118"/>
                  </a:cubicBezTo>
                  <a:lnTo>
                    <a:pt x="10266" y="13238"/>
                  </a:lnTo>
                  <a:cubicBezTo>
                    <a:pt x="10435" y="13509"/>
                    <a:pt x="10347" y="13865"/>
                    <a:pt x="10076" y="14030"/>
                  </a:cubicBezTo>
                  <a:lnTo>
                    <a:pt x="10073" y="14030"/>
                  </a:lnTo>
                  <a:cubicBezTo>
                    <a:pt x="9980" y="14087"/>
                    <a:pt x="9877" y="14114"/>
                    <a:pt x="9775" y="14114"/>
                  </a:cubicBezTo>
                  <a:cubicBezTo>
                    <a:pt x="9582" y="14114"/>
                    <a:pt x="9393" y="14016"/>
                    <a:pt x="9284" y="13840"/>
                  </a:cubicBezTo>
                  <a:lnTo>
                    <a:pt x="8480" y="12522"/>
                  </a:lnTo>
                  <a:lnTo>
                    <a:pt x="7673" y="13840"/>
                  </a:lnTo>
                  <a:cubicBezTo>
                    <a:pt x="7565" y="14018"/>
                    <a:pt x="7376" y="14115"/>
                    <a:pt x="7182" y="14115"/>
                  </a:cubicBezTo>
                  <a:cubicBezTo>
                    <a:pt x="7079" y="14115"/>
                    <a:pt x="6975" y="14088"/>
                    <a:pt x="6881" y="14030"/>
                  </a:cubicBezTo>
                  <a:cubicBezTo>
                    <a:pt x="6610" y="13862"/>
                    <a:pt x="6526" y="13509"/>
                    <a:pt x="6692" y="13238"/>
                  </a:cubicBezTo>
                  <a:lnTo>
                    <a:pt x="7987" y="11118"/>
                  </a:lnTo>
                  <a:cubicBezTo>
                    <a:pt x="8100" y="10933"/>
                    <a:pt x="8289" y="10841"/>
                    <a:pt x="8479" y="10841"/>
                  </a:cubicBezTo>
                  <a:close/>
                  <a:moveTo>
                    <a:pt x="8474" y="1"/>
                  </a:moveTo>
                  <a:cubicBezTo>
                    <a:pt x="3801" y="1"/>
                    <a:pt x="1" y="3840"/>
                    <a:pt x="1" y="8553"/>
                  </a:cubicBezTo>
                  <a:lnTo>
                    <a:pt x="1" y="11856"/>
                  </a:lnTo>
                  <a:cubicBezTo>
                    <a:pt x="1" y="12883"/>
                    <a:pt x="449" y="13862"/>
                    <a:pt x="1229" y="14530"/>
                  </a:cubicBezTo>
                  <a:lnTo>
                    <a:pt x="2934" y="16000"/>
                  </a:lnTo>
                  <a:lnTo>
                    <a:pt x="2934" y="18472"/>
                  </a:lnTo>
                  <a:cubicBezTo>
                    <a:pt x="2934" y="18788"/>
                    <a:pt x="3193" y="19047"/>
                    <a:pt x="3512" y="19047"/>
                  </a:cubicBezTo>
                  <a:lnTo>
                    <a:pt x="5183" y="19047"/>
                  </a:lnTo>
                  <a:lnTo>
                    <a:pt x="5183" y="16536"/>
                  </a:lnTo>
                  <a:cubicBezTo>
                    <a:pt x="5192" y="16222"/>
                    <a:pt x="5448" y="15975"/>
                    <a:pt x="5761" y="15975"/>
                  </a:cubicBezTo>
                  <a:cubicBezTo>
                    <a:pt x="6071" y="15975"/>
                    <a:pt x="6327" y="16222"/>
                    <a:pt x="6336" y="16536"/>
                  </a:cubicBezTo>
                  <a:lnTo>
                    <a:pt x="6336" y="19047"/>
                  </a:lnTo>
                  <a:lnTo>
                    <a:pt x="7905" y="19047"/>
                  </a:lnTo>
                  <a:lnTo>
                    <a:pt x="7905" y="16536"/>
                  </a:lnTo>
                  <a:cubicBezTo>
                    <a:pt x="7905" y="16219"/>
                    <a:pt x="8161" y="15960"/>
                    <a:pt x="8480" y="15960"/>
                  </a:cubicBezTo>
                  <a:cubicBezTo>
                    <a:pt x="8797" y="15960"/>
                    <a:pt x="9056" y="16219"/>
                    <a:pt x="9056" y="16536"/>
                  </a:cubicBezTo>
                  <a:lnTo>
                    <a:pt x="9056" y="19047"/>
                  </a:lnTo>
                  <a:lnTo>
                    <a:pt x="10624" y="19047"/>
                  </a:lnTo>
                  <a:lnTo>
                    <a:pt x="10624" y="16536"/>
                  </a:lnTo>
                  <a:cubicBezTo>
                    <a:pt x="10630" y="16222"/>
                    <a:pt x="10886" y="15975"/>
                    <a:pt x="11200" y="15975"/>
                  </a:cubicBezTo>
                  <a:cubicBezTo>
                    <a:pt x="11513" y="15975"/>
                    <a:pt x="11766" y="16222"/>
                    <a:pt x="11775" y="16536"/>
                  </a:cubicBezTo>
                  <a:lnTo>
                    <a:pt x="11775" y="19047"/>
                  </a:lnTo>
                  <a:lnTo>
                    <a:pt x="13449" y="19047"/>
                  </a:lnTo>
                  <a:cubicBezTo>
                    <a:pt x="13765" y="19044"/>
                    <a:pt x="14024" y="18788"/>
                    <a:pt x="14024" y="18469"/>
                  </a:cubicBezTo>
                  <a:lnTo>
                    <a:pt x="14024" y="15997"/>
                  </a:lnTo>
                  <a:lnTo>
                    <a:pt x="15729" y="14530"/>
                  </a:lnTo>
                  <a:cubicBezTo>
                    <a:pt x="16508" y="13859"/>
                    <a:pt x="16957" y="12883"/>
                    <a:pt x="16957" y="11853"/>
                  </a:cubicBezTo>
                  <a:lnTo>
                    <a:pt x="16957" y="8462"/>
                  </a:lnTo>
                  <a:cubicBezTo>
                    <a:pt x="16948" y="3786"/>
                    <a:pt x="13154" y="1"/>
                    <a:pt x="84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9" name="Google Shape;819;p80"/>
          <p:cNvGrpSpPr/>
          <p:nvPr/>
        </p:nvGrpSpPr>
        <p:grpSpPr>
          <a:xfrm>
            <a:off x="2807871" y="4346770"/>
            <a:ext cx="340573" cy="339271"/>
            <a:chOff x="898875" y="4399275"/>
            <a:chExt cx="483700" cy="481850"/>
          </a:xfrm>
        </p:grpSpPr>
        <p:sp>
          <p:nvSpPr>
            <p:cNvPr id="820" name="Google Shape;820;p80"/>
            <p:cNvSpPr/>
            <p:nvPr/>
          </p:nvSpPr>
          <p:spPr>
            <a:xfrm>
              <a:off x="992750" y="4642900"/>
              <a:ext cx="145300" cy="144100"/>
            </a:xfrm>
            <a:custGeom>
              <a:rect b="b" l="l" r="r" t="t"/>
              <a:pathLst>
                <a:path extrusionOk="0" h="5764" w="5812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80"/>
            <p:cNvSpPr/>
            <p:nvPr/>
          </p:nvSpPr>
          <p:spPr>
            <a:xfrm>
              <a:off x="1138025" y="47633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80"/>
            <p:cNvSpPr/>
            <p:nvPr/>
          </p:nvSpPr>
          <p:spPr>
            <a:xfrm>
              <a:off x="1269550" y="4399275"/>
              <a:ext cx="113025" cy="112125"/>
            </a:xfrm>
            <a:custGeom>
              <a:rect b="b" l="l" r="r" t="t"/>
              <a:pathLst>
                <a:path extrusionOk="0" h="4485" w="4521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80"/>
            <p:cNvSpPr/>
            <p:nvPr/>
          </p:nvSpPr>
          <p:spPr>
            <a:xfrm>
              <a:off x="1161975" y="4531175"/>
              <a:ext cx="91400" cy="84350"/>
            </a:xfrm>
            <a:custGeom>
              <a:rect b="b" l="l" r="r" t="t"/>
              <a:pathLst>
                <a:path extrusionOk="0" h="3374" w="3656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80"/>
            <p:cNvSpPr/>
            <p:nvPr/>
          </p:nvSpPr>
          <p:spPr>
            <a:xfrm>
              <a:off x="1031050" y="4411100"/>
              <a:ext cx="338650" cy="338725"/>
            </a:xfrm>
            <a:custGeom>
              <a:rect b="b" l="l" r="r" t="t"/>
              <a:pathLst>
                <a:path extrusionOk="0" h="13549" w="13546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80"/>
            <p:cNvSpPr/>
            <p:nvPr/>
          </p:nvSpPr>
          <p:spPr>
            <a:xfrm>
              <a:off x="1130500" y="4740450"/>
              <a:ext cx="108950" cy="111250"/>
            </a:xfrm>
            <a:custGeom>
              <a:rect b="b" l="l" r="r" t="t"/>
              <a:pathLst>
                <a:path extrusionOk="0" h="4450" w="4358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80"/>
            <p:cNvSpPr/>
            <p:nvPr/>
          </p:nvSpPr>
          <p:spPr>
            <a:xfrm>
              <a:off x="927325" y="4539825"/>
              <a:ext cx="114150" cy="109800"/>
            </a:xfrm>
            <a:custGeom>
              <a:rect b="b" l="l" r="r" t="t"/>
              <a:pathLst>
                <a:path extrusionOk="0" h="4392" w="4566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80"/>
            <p:cNvSpPr/>
            <p:nvPr/>
          </p:nvSpPr>
          <p:spPr>
            <a:xfrm>
              <a:off x="898875" y="4711550"/>
              <a:ext cx="170825" cy="169575"/>
            </a:xfrm>
            <a:custGeom>
              <a:rect b="b" l="l" r="r" t="t"/>
              <a:pathLst>
                <a:path extrusionOk="0" h="6783" w="6833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8" name="Google Shape;828;p80"/>
          <p:cNvGrpSpPr/>
          <p:nvPr/>
        </p:nvGrpSpPr>
        <p:grpSpPr>
          <a:xfrm>
            <a:off x="3889333" y="4362030"/>
            <a:ext cx="339253" cy="308765"/>
            <a:chOff x="1492675" y="4420975"/>
            <a:chExt cx="481825" cy="438525"/>
          </a:xfrm>
        </p:grpSpPr>
        <p:sp>
          <p:nvSpPr>
            <p:cNvPr id="829" name="Google Shape;829;p80"/>
            <p:cNvSpPr/>
            <p:nvPr/>
          </p:nvSpPr>
          <p:spPr>
            <a:xfrm>
              <a:off x="1841375" y="4649825"/>
              <a:ext cx="43325" cy="43300"/>
            </a:xfrm>
            <a:custGeom>
              <a:rect b="b" l="l" r="r" t="t"/>
              <a:pathLst>
                <a:path extrusionOk="0" h="1732" w="1733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80"/>
            <p:cNvSpPr/>
            <p:nvPr/>
          </p:nvSpPr>
          <p:spPr>
            <a:xfrm>
              <a:off x="1582425" y="4649825"/>
              <a:ext cx="43300" cy="43300"/>
            </a:xfrm>
            <a:custGeom>
              <a:rect b="b" l="l" r="r" t="t"/>
              <a:pathLst>
                <a:path extrusionOk="0" h="1732" w="1732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80"/>
            <p:cNvSpPr/>
            <p:nvPr/>
          </p:nvSpPr>
          <p:spPr>
            <a:xfrm>
              <a:off x="1492675" y="4420975"/>
              <a:ext cx="481825" cy="356475"/>
            </a:xfrm>
            <a:custGeom>
              <a:rect b="b" l="l" r="r" t="t"/>
              <a:pathLst>
                <a:path extrusionOk="0" h="14259" w="19273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80"/>
            <p:cNvSpPr/>
            <p:nvPr/>
          </p:nvSpPr>
          <p:spPr>
            <a:xfrm>
              <a:off x="1546875" y="4805650"/>
              <a:ext cx="118975" cy="53850"/>
            </a:xfrm>
            <a:custGeom>
              <a:rect b="b" l="l" r="r" t="t"/>
              <a:pathLst>
                <a:path extrusionOk="0" h="2154" w="4759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80"/>
            <p:cNvSpPr/>
            <p:nvPr/>
          </p:nvSpPr>
          <p:spPr>
            <a:xfrm>
              <a:off x="1801325" y="4805650"/>
              <a:ext cx="118975" cy="53850"/>
            </a:xfrm>
            <a:custGeom>
              <a:rect b="b" l="l" r="r" t="t"/>
              <a:pathLst>
                <a:path extrusionOk="0" h="2154" w="4759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4" name="Google Shape;834;p80"/>
          <p:cNvGrpSpPr/>
          <p:nvPr/>
        </p:nvGrpSpPr>
        <p:grpSpPr>
          <a:xfrm>
            <a:off x="3332549" y="4347445"/>
            <a:ext cx="342580" cy="337915"/>
            <a:chOff x="2084100" y="4400250"/>
            <a:chExt cx="486550" cy="479925"/>
          </a:xfrm>
        </p:grpSpPr>
        <p:sp>
          <p:nvSpPr>
            <p:cNvPr id="835" name="Google Shape;835;p80"/>
            <p:cNvSpPr/>
            <p:nvPr/>
          </p:nvSpPr>
          <p:spPr>
            <a:xfrm>
              <a:off x="2084100" y="4652250"/>
              <a:ext cx="105325" cy="90050"/>
            </a:xfrm>
            <a:custGeom>
              <a:rect b="b" l="l" r="r" t="t"/>
              <a:pathLst>
                <a:path extrusionOk="0" h="3602" w="4213">
                  <a:moveTo>
                    <a:pt x="2260" y="1"/>
                  </a:moveTo>
                  <a:cubicBezTo>
                    <a:pt x="2109" y="1"/>
                    <a:pt x="1966" y="60"/>
                    <a:pt x="1858" y="168"/>
                  </a:cubicBezTo>
                  <a:lnTo>
                    <a:pt x="259" y="1764"/>
                  </a:lnTo>
                  <a:cubicBezTo>
                    <a:pt x="0" y="2023"/>
                    <a:pt x="54" y="2457"/>
                    <a:pt x="367" y="2647"/>
                  </a:cubicBezTo>
                  <a:lnTo>
                    <a:pt x="1957" y="3601"/>
                  </a:lnTo>
                  <a:cubicBezTo>
                    <a:pt x="2078" y="3228"/>
                    <a:pt x="2274" y="2885"/>
                    <a:pt x="2533" y="2592"/>
                  </a:cubicBezTo>
                  <a:lnTo>
                    <a:pt x="4213" y="274"/>
                  </a:lnTo>
                  <a:lnTo>
                    <a:pt x="2337" y="6"/>
                  </a:lnTo>
                  <a:cubicBezTo>
                    <a:pt x="2311" y="2"/>
                    <a:pt x="2285" y="1"/>
                    <a:pt x="2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80"/>
            <p:cNvSpPr/>
            <p:nvPr/>
          </p:nvSpPr>
          <p:spPr>
            <a:xfrm>
              <a:off x="2372575" y="4644175"/>
              <a:ext cx="175875" cy="226275"/>
            </a:xfrm>
            <a:custGeom>
              <a:rect b="b" l="l" r="r" t="t"/>
              <a:pathLst>
                <a:path extrusionOk="0" h="9051" w="7035">
                  <a:moveTo>
                    <a:pt x="4469" y="1"/>
                  </a:moveTo>
                  <a:cubicBezTo>
                    <a:pt x="3981" y="467"/>
                    <a:pt x="3466" y="901"/>
                    <a:pt x="2927" y="1304"/>
                  </a:cubicBezTo>
                  <a:lnTo>
                    <a:pt x="0" y="3436"/>
                  </a:lnTo>
                  <a:lnTo>
                    <a:pt x="3406" y="8787"/>
                  </a:lnTo>
                  <a:cubicBezTo>
                    <a:pt x="3514" y="8960"/>
                    <a:pt x="3697" y="9050"/>
                    <a:pt x="3882" y="9050"/>
                  </a:cubicBezTo>
                  <a:cubicBezTo>
                    <a:pt x="4025" y="9050"/>
                    <a:pt x="4170" y="8996"/>
                    <a:pt x="4282" y="8884"/>
                  </a:cubicBezTo>
                  <a:cubicBezTo>
                    <a:pt x="5818" y="7348"/>
                    <a:pt x="5990" y="7173"/>
                    <a:pt x="6821" y="6345"/>
                  </a:cubicBezTo>
                  <a:cubicBezTo>
                    <a:pt x="7034" y="6125"/>
                    <a:pt x="7031" y="5773"/>
                    <a:pt x="6812" y="5553"/>
                  </a:cubicBezTo>
                  <a:cubicBezTo>
                    <a:pt x="6702" y="5444"/>
                    <a:pt x="6558" y="5389"/>
                    <a:pt x="6413" y="5389"/>
                  </a:cubicBezTo>
                  <a:cubicBezTo>
                    <a:pt x="6272" y="5389"/>
                    <a:pt x="6130" y="5441"/>
                    <a:pt x="6020" y="5547"/>
                  </a:cubicBezTo>
                  <a:lnTo>
                    <a:pt x="5800" y="5767"/>
                  </a:lnTo>
                  <a:lnTo>
                    <a:pt x="5201" y="3174"/>
                  </a:lnTo>
                  <a:lnTo>
                    <a:pt x="5920" y="2455"/>
                  </a:lnTo>
                  <a:cubicBezTo>
                    <a:pt x="6134" y="2232"/>
                    <a:pt x="6131" y="1880"/>
                    <a:pt x="5914" y="1663"/>
                  </a:cubicBezTo>
                  <a:cubicBezTo>
                    <a:pt x="5804" y="1551"/>
                    <a:pt x="5660" y="1496"/>
                    <a:pt x="5515" y="1496"/>
                  </a:cubicBezTo>
                  <a:cubicBezTo>
                    <a:pt x="5374" y="1496"/>
                    <a:pt x="5232" y="1548"/>
                    <a:pt x="5122" y="1654"/>
                  </a:cubicBezTo>
                  <a:lnTo>
                    <a:pt x="4903" y="1877"/>
                  </a:lnTo>
                  <a:lnTo>
                    <a:pt x="44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80"/>
            <p:cNvSpPr/>
            <p:nvPr/>
          </p:nvSpPr>
          <p:spPr>
            <a:xfrm>
              <a:off x="2093950" y="4419400"/>
              <a:ext cx="228500" cy="174750"/>
            </a:xfrm>
            <a:custGeom>
              <a:rect b="b" l="l" r="r" t="t"/>
              <a:pathLst>
                <a:path extrusionOk="0" h="6990" w="9140">
                  <a:moveTo>
                    <a:pt x="3194" y="1"/>
                  </a:moveTo>
                  <a:cubicBezTo>
                    <a:pt x="3049" y="1"/>
                    <a:pt x="2905" y="56"/>
                    <a:pt x="2795" y="166"/>
                  </a:cubicBezTo>
                  <a:lnTo>
                    <a:pt x="257" y="2704"/>
                  </a:lnTo>
                  <a:cubicBezTo>
                    <a:pt x="1" y="2960"/>
                    <a:pt x="46" y="3385"/>
                    <a:pt x="350" y="3580"/>
                  </a:cubicBezTo>
                  <a:lnTo>
                    <a:pt x="5707" y="6989"/>
                  </a:lnTo>
                  <a:lnTo>
                    <a:pt x="7824" y="4071"/>
                  </a:lnTo>
                  <a:cubicBezTo>
                    <a:pt x="8230" y="3526"/>
                    <a:pt x="8670" y="3008"/>
                    <a:pt x="9140" y="2517"/>
                  </a:cubicBezTo>
                  <a:lnTo>
                    <a:pt x="7264" y="2084"/>
                  </a:lnTo>
                  <a:lnTo>
                    <a:pt x="7484" y="1864"/>
                  </a:lnTo>
                  <a:cubicBezTo>
                    <a:pt x="7697" y="1641"/>
                    <a:pt x="7694" y="1289"/>
                    <a:pt x="7478" y="1072"/>
                  </a:cubicBezTo>
                  <a:cubicBezTo>
                    <a:pt x="7368" y="961"/>
                    <a:pt x="7223" y="905"/>
                    <a:pt x="7078" y="905"/>
                  </a:cubicBezTo>
                  <a:cubicBezTo>
                    <a:pt x="6937" y="905"/>
                    <a:pt x="6795" y="958"/>
                    <a:pt x="6686" y="1063"/>
                  </a:cubicBezTo>
                  <a:lnTo>
                    <a:pt x="5966" y="1786"/>
                  </a:lnTo>
                  <a:lnTo>
                    <a:pt x="3370" y="1186"/>
                  </a:lnTo>
                  <a:lnTo>
                    <a:pt x="3593" y="964"/>
                  </a:lnTo>
                  <a:cubicBezTo>
                    <a:pt x="3813" y="744"/>
                    <a:pt x="3813" y="385"/>
                    <a:pt x="3593" y="166"/>
                  </a:cubicBezTo>
                  <a:cubicBezTo>
                    <a:pt x="3483" y="56"/>
                    <a:pt x="3339" y="1"/>
                    <a:pt x="3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80"/>
            <p:cNvSpPr/>
            <p:nvPr/>
          </p:nvSpPr>
          <p:spPr>
            <a:xfrm>
              <a:off x="2224425" y="4777500"/>
              <a:ext cx="90425" cy="102675"/>
            </a:xfrm>
            <a:custGeom>
              <a:rect b="b" l="l" r="r" t="t"/>
              <a:pathLst>
                <a:path extrusionOk="0" h="4107" w="3617">
                  <a:moveTo>
                    <a:pt x="3324" y="0"/>
                  </a:moveTo>
                  <a:lnTo>
                    <a:pt x="846" y="1804"/>
                  </a:lnTo>
                  <a:cubicBezTo>
                    <a:pt x="638" y="1994"/>
                    <a:pt x="340" y="2144"/>
                    <a:pt x="0" y="2250"/>
                  </a:cubicBezTo>
                  <a:lnTo>
                    <a:pt x="949" y="3831"/>
                  </a:lnTo>
                  <a:cubicBezTo>
                    <a:pt x="1057" y="4011"/>
                    <a:pt x="1245" y="4106"/>
                    <a:pt x="1435" y="4106"/>
                  </a:cubicBezTo>
                  <a:cubicBezTo>
                    <a:pt x="1578" y="4106"/>
                    <a:pt x="1723" y="4052"/>
                    <a:pt x="1834" y="3939"/>
                  </a:cubicBezTo>
                  <a:lnTo>
                    <a:pt x="3430" y="2343"/>
                  </a:lnTo>
                  <a:cubicBezTo>
                    <a:pt x="3556" y="2217"/>
                    <a:pt x="3617" y="2039"/>
                    <a:pt x="3589" y="1864"/>
                  </a:cubicBezTo>
                  <a:lnTo>
                    <a:pt x="33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80"/>
            <p:cNvSpPr/>
            <p:nvPr/>
          </p:nvSpPr>
          <p:spPr>
            <a:xfrm>
              <a:off x="2454100" y="4400250"/>
              <a:ext cx="116550" cy="107300"/>
            </a:xfrm>
            <a:custGeom>
              <a:rect b="b" l="l" r="r" t="t"/>
              <a:pathLst>
                <a:path extrusionOk="0" h="4292" w="4662">
                  <a:moveTo>
                    <a:pt x="2188" y="0"/>
                  </a:moveTo>
                  <a:cubicBezTo>
                    <a:pt x="1911" y="0"/>
                    <a:pt x="1630" y="51"/>
                    <a:pt x="1361" y="155"/>
                  </a:cubicBezTo>
                  <a:cubicBezTo>
                    <a:pt x="1015" y="287"/>
                    <a:pt x="675" y="432"/>
                    <a:pt x="341" y="588"/>
                  </a:cubicBezTo>
                  <a:cubicBezTo>
                    <a:pt x="0" y="1600"/>
                    <a:pt x="265" y="2717"/>
                    <a:pt x="1021" y="3470"/>
                  </a:cubicBezTo>
                  <a:cubicBezTo>
                    <a:pt x="1558" y="4004"/>
                    <a:pt x="2275" y="4291"/>
                    <a:pt x="3007" y="4291"/>
                  </a:cubicBezTo>
                  <a:cubicBezTo>
                    <a:pt x="3307" y="4291"/>
                    <a:pt x="3609" y="4243"/>
                    <a:pt x="3903" y="4145"/>
                  </a:cubicBezTo>
                  <a:cubicBezTo>
                    <a:pt x="4060" y="3813"/>
                    <a:pt x="4204" y="3473"/>
                    <a:pt x="4337" y="3130"/>
                  </a:cubicBezTo>
                  <a:cubicBezTo>
                    <a:pt x="4662" y="2281"/>
                    <a:pt x="4457" y="1320"/>
                    <a:pt x="3816" y="676"/>
                  </a:cubicBezTo>
                  <a:cubicBezTo>
                    <a:pt x="3375" y="235"/>
                    <a:pt x="2787" y="0"/>
                    <a:pt x="21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80"/>
            <p:cNvSpPr/>
            <p:nvPr/>
          </p:nvSpPr>
          <p:spPr>
            <a:xfrm>
              <a:off x="2152975" y="4431500"/>
              <a:ext cx="381925" cy="377725"/>
            </a:xfrm>
            <a:custGeom>
              <a:rect b="b" l="l" r="r" t="t"/>
              <a:pathLst>
                <a:path extrusionOk="0" h="15109" w="15277">
                  <a:moveTo>
                    <a:pt x="11062" y="3658"/>
                  </a:moveTo>
                  <a:cubicBezTo>
                    <a:pt x="11207" y="3658"/>
                    <a:pt x="11353" y="3714"/>
                    <a:pt x="11464" y="3825"/>
                  </a:cubicBezTo>
                  <a:cubicBezTo>
                    <a:pt x="11681" y="4042"/>
                    <a:pt x="11684" y="4394"/>
                    <a:pt x="11470" y="4617"/>
                  </a:cubicBezTo>
                  <a:lnTo>
                    <a:pt x="9076" y="7011"/>
                  </a:lnTo>
                  <a:cubicBezTo>
                    <a:pt x="8965" y="7122"/>
                    <a:pt x="8820" y="7178"/>
                    <a:pt x="8675" y="7178"/>
                  </a:cubicBezTo>
                  <a:cubicBezTo>
                    <a:pt x="8530" y="7178"/>
                    <a:pt x="8385" y="7122"/>
                    <a:pt x="8275" y="7011"/>
                  </a:cubicBezTo>
                  <a:cubicBezTo>
                    <a:pt x="8055" y="6791"/>
                    <a:pt x="8055" y="6433"/>
                    <a:pt x="8275" y="6213"/>
                  </a:cubicBezTo>
                  <a:lnTo>
                    <a:pt x="10672" y="3816"/>
                  </a:lnTo>
                  <a:cubicBezTo>
                    <a:pt x="10781" y="3711"/>
                    <a:pt x="10921" y="3658"/>
                    <a:pt x="11062" y="3658"/>
                  </a:cubicBezTo>
                  <a:close/>
                  <a:moveTo>
                    <a:pt x="11136" y="1"/>
                  </a:moveTo>
                  <a:lnTo>
                    <a:pt x="11136" y="1"/>
                  </a:lnTo>
                  <a:cubicBezTo>
                    <a:pt x="9278" y="1079"/>
                    <a:pt x="7658" y="2524"/>
                    <a:pt x="6378" y="4253"/>
                  </a:cubicBezTo>
                  <a:lnTo>
                    <a:pt x="624" y="12169"/>
                  </a:lnTo>
                  <a:cubicBezTo>
                    <a:pt x="0" y="12877"/>
                    <a:pt x="15" y="13979"/>
                    <a:pt x="660" y="14623"/>
                  </a:cubicBezTo>
                  <a:cubicBezTo>
                    <a:pt x="992" y="14957"/>
                    <a:pt x="1464" y="15108"/>
                    <a:pt x="1921" y="15108"/>
                  </a:cubicBezTo>
                  <a:cubicBezTo>
                    <a:pt x="2351" y="15108"/>
                    <a:pt x="2767" y="14974"/>
                    <a:pt x="3039" y="14732"/>
                  </a:cubicBezTo>
                  <a:lnTo>
                    <a:pt x="11037" y="8905"/>
                  </a:lnTo>
                  <a:cubicBezTo>
                    <a:pt x="12759" y="7628"/>
                    <a:pt x="14201" y="6014"/>
                    <a:pt x="15276" y="4162"/>
                  </a:cubicBezTo>
                  <a:lnTo>
                    <a:pt x="15276" y="4162"/>
                  </a:lnTo>
                  <a:cubicBezTo>
                    <a:pt x="15201" y="4166"/>
                    <a:pt x="15126" y="4168"/>
                    <a:pt x="15052" y="4168"/>
                  </a:cubicBezTo>
                  <a:cubicBezTo>
                    <a:pt x="13942" y="4168"/>
                    <a:pt x="12979" y="3729"/>
                    <a:pt x="12265" y="3018"/>
                  </a:cubicBezTo>
                  <a:cubicBezTo>
                    <a:pt x="11446" y="2199"/>
                    <a:pt x="11076" y="1091"/>
                    <a:pt x="11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1" name="Google Shape;841;p80"/>
          <p:cNvGrpSpPr/>
          <p:nvPr/>
        </p:nvGrpSpPr>
        <p:grpSpPr>
          <a:xfrm>
            <a:off x="6154137" y="3349714"/>
            <a:ext cx="159039" cy="339253"/>
            <a:chOff x="4584850" y="4399275"/>
            <a:chExt cx="225875" cy="481825"/>
          </a:xfrm>
        </p:grpSpPr>
        <p:sp>
          <p:nvSpPr>
            <p:cNvPr id="842" name="Google Shape;842;p80"/>
            <p:cNvSpPr/>
            <p:nvPr/>
          </p:nvSpPr>
          <p:spPr>
            <a:xfrm>
              <a:off x="4655400" y="4399275"/>
              <a:ext cx="84700" cy="84725"/>
            </a:xfrm>
            <a:custGeom>
              <a:rect b="b" l="l" r="r" t="t"/>
              <a:pathLst>
                <a:path extrusionOk="0" h="3389" w="3388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80"/>
            <p:cNvSpPr/>
            <p:nvPr/>
          </p:nvSpPr>
          <p:spPr>
            <a:xfrm>
              <a:off x="4584850" y="4512200"/>
              <a:ext cx="225875" cy="368900"/>
            </a:xfrm>
            <a:custGeom>
              <a:rect b="b" l="l" r="r" t="t"/>
              <a:pathLst>
                <a:path extrusionOk="0" h="14756" w="9035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4" name="Google Shape;844;p80"/>
          <p:cNvGrpSpPr/>
          <p:nvPr/>
        </p:nvGrpSpPr>
        <p:grpSpPr>
          <a:xfrm>
            <a:off x="8229686" y="3856083"/>
            <a:ext cx="339411" cy="337193"/>
            <a:chOff x="3863900" y="4993625"/>
            <a:chExt cx="482050" cy="478900"/>
          </a:xfrm>
        </p:grpSpPr>
        <p:sp>
          <p:nvSpPr>
            <p:cNvPr id="845" name="Google Shape;845;p80"/>
            <p:cNvSpPr/>
            <p:nvPr/>
          </p:nvSpPr>
          <p:spPr>
            <a:xfrm>
              <a:off x="3877525" y="5058825"/>
              <a:ext cx="315450" cy="164750"/>
            </a:xfrm>
            <a:custGeom>
              <a:rect b="b" l="l" r="r" t="t"/>
              <a:pathLst>
                <a:path extrusionOk="0" h="6590" w="12618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80"/>
            <p:cNvSpPr/>
            <p:nvPr/>
          </p:nvSpPr>
          <p:spPr>
            <a:xfrm>
              <a:off x="4113750" y="5133350"/>
              <a:ext cx="232200" cy="339175"/>
            </a:xfrm>
            <a:custGeom>
              <a:rect b="b" l="l" r="r" t="t"/>
              <a:pathLst>
                <a:path extrusionOk="0" h="13567" w="9288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80"/>
            <p:cNvSpPr/>
            <p:nvPr/>
          </p:nvSpPr>
          <p:spPr>
            <a:xfrm>
              <a:off x="3998800" y="4993625"/>
              <a:ext cx="334125" cy="168500"/>
            </a:xfrm>
            <a:custGeom>
              <a:rect b="b" l="l" r="r" t="t"/>
              <a:pathLst>
                <a:path extrusionOk="0" h="6740" w="13365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80"/>
            <p:cNvSpPr/>
            <p:nvPr/>
          </p:nvSpPr>
          <p:spPr>
            <a:xfrm>
              <a:off x="3863900" y="5132450"/>
              <a:ext cx="221650" cy="339925"/>
            </a:xfrm>
            <a:custGeom>
              <a:rect b="b" l="l" r="r" t="t"/>
              <a:pathLst>
                <a:path extrusionOk="0" h="13597" w="8866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9" name="Google Shape;849;p80"/>
          <p:cNvGrpSpPr/>
          <p:nvPr/>
        </p:nvGrpSpPr>
        <p:grpSpPr>
          <a:xfrm>
            <a:off x="7708381" y="3856083"/>
            <a:ext cx="339411" cy="337193"/>
            <a:chOff x="4456725" y="4993625"/>
            <a:chExt cx="482050" cy="478900"/>
          </a:xfrm>
        </p:grpSpPr>
        <p:sp>
          <p:nvSpPr>
            <p:cNvPr id="850" name="Google Shape;850;p80"/>
            <p:cNvSpPr/>
            <p:nvPr/>
          </p:nvSpPr>
          <p:spPr>
            <a:xfrm>
              <a:off x="4470350" y="5058825"/>
              <a:ext cx="315450" cy="164750"/>
            </a:xfrm>
            <a:custGeom>
              <a:rect b="b" l="l" r="r" t="t"/>
              <a:pathLst>
                <a:path extrusionOk="0" h="6590" w="12618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2" y="1913"/>
                    <a:pt x="1" y="1952"/>
                  </a:cubicBezTo>
                  <a:lnTo>
                    <a:pt x="8893" y="6589"/>
                  </a:lnTo>
                  <a:lnTo>
                    <a:pt x="12618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80"/>
            <p:cNvSpPr/>
            <p:nvPr/>
          </p:nvSpPr>
          <p:spPr>
            <a:xfrm>
              <a:off x="4706575" y="5133350"/>
              <a:ext cx="232200" cy="339175"/>
            </a:xfrm>
            <a:custGeom>
              <a:rect b="b" l="l" r="r" t="t"/>
              <a:pathLst>
                <a:path extrusionOk="0" h="13567" w="9288">
                  <a:moveTo>
                    <a:pt x="9285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8" y="5246"/>
                    <a:pt x="3708" y="4993"/>
                    <a:pt x="3708" y="4680"/>
                  </a:cubicBezTo>
                  <a:lnTo>
                    <a:pt x="3708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5" y="9010"/>
                    <a:pt x="9288" y="8550"/>
                    <a:pt x="9288" y="8047"/>
                  </a:cubicBezTo>
                  <a:lnTo>
                    <a:pt x="9288" y="52"/>
                  </a:lnTo>
                  <a:cubicBezTo>
                    <a:pt x="9288" y="34"/>
                    <a:pt x="9288" y="19"/>
                    <a:pt x="9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80"/>
            <p:cNvSpPr/>
            <p:nvPr/>
          </p:nvSpPr>
          <p:spPr>
            <a:xfrm>
              <a:off x="4591625" y="4993625"/>
              <a:ext cx="334125" cy="168500"/>
            </a:xfrm>
            <a:custGeom>
              <a:rect b="b" l="l" r="r" t="t"/>
              <a:pathLst>
                <a:path extrusionOk="0" h="6740" w="13365">
                  <a:moveTo>
                    <a:pt x="4045" y="1"/>
                  </a:moveTo>
                  <a:cubicBezTo>
                    <a:pt x="3834" y="1"/>
                    <a:pt x="3623" y="51"/>
                    <a:pt x="3431" y="151"/>
                  </a:cubicBezTo>
                  <a:lnTo>
                    <a:pt x="1" y="1970"/>
                  </a:lnTo>
                  <a:lnTo>
                    <a:pt x="9013" y="6740"/>
                  </a:lnTo>
                  <a:lnTo>
                    <a:pt x="13365" y="4587"/>
                  </a:lnTo>
                  <a:cubicBezTo>
                    <a:pt x="13298" y="4536"/>
                    <a:pt x="13226" y="4491"/>
                    <a:pt x="13151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7" y="1"/>
                    <a:pt x="4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80"/>
            <p:cNvSpPr/>
            <p:nvPr/>
          </p:nvSpPr>
          <p:spPr>
            <a:xfrm>
              <a:off x="4456725" y="5132450"/>
              <a:ext cx="221650" cy="339925"/>
            </a:xfrm>
            <a:custGeom>
              <a:rect b="b" l="l" r="r" t="t"/>
              <a:pathLst>
                <a:path extrusionOk="0" h="13597" w="8866">
                  <a:moveTo>
                    <a:pt x="3277" y="4449"/>
                  </a:moveTo>
                  <a:cubicBezTo>
                    <a:pt x="3465" y="4449"/>
                    <a:pt x="3649" y="4542"/>
                    <a:pt x="3756" y="4713"/>
                  </a:cubicBezTo>
                  <a:lnTo>
                    <a:pt x="4632" y="6104"/>
                  </a:lnTo>
                  <a:lnTo>
                    <a:pt x="5559" y="5719"/>
                  </a:lnTo>
                  <a:cubicBezTo>
                    <a:pt x="5634" y="5686"/>
                    <a:pt x="5712" y="5670"/>
                    <a:pt x="5788" y="5670"/>
                  </a:cubicBezTo>
                  <a:cubicBezTo>
                    <a:pt x="6008" y="5670"/>
                    <a:pt x="6217" y="5800"/>
                    <a:pt x="6306" y="6017"/>
                  </a:cubicBezTo>
                  <a:cubicBezTo>
                    <a:pt x="6430" y="6309"/>
                    <a:pt x="6288" y="6643"/>
                    <a:pt x="5993" y="6761"/>
                  </a:cubicBezTo>
                  <a:lnTo>
                    <a:pt x="5243" y="7074"/>
                  </a:lnTo>
                  <a:lnTo>
                    <a:pt x="6032" y="8324"/>
                  </a:lnTo>
                  <a:cubicBezTo>
                    <a:pt x="6198" y="8586"/>
                    <a:pt x="6116" y="8935"/>
                    <a:pt x="5855" y="9101"/>
                  </a:cubicBezTo>
                  <a:cubicBezTo>
                    <a:pt x="5761" y="9160"/>
                    <a:pt x="5656" y="9189"/>
                    <a:pt x="5553" y="9189"/>
                  </a:cubicBezTo>
                  <a:cubicBezTo>
                    <a:pt x="5365" y="9189"/>
                    <a:pt x="5181" y="9095"/>
                    <a:pt x="5075" y="8926"/>
                  </a:cubicBezTo>
                  <a:lnTo>
                    <a:pt x="4186" y="7514"/>
                  </a:lnTo>
                  <a:lnTo>
                    <a:pt x="3310" y="7881"/>
                  </a:lnTo>
                  <a:cubicBezTo>
                    <a:pt x="3241" y="7908"/>
                    <a:pt x="3168" y="7923"/>
                    <a:pt x="3093" y="7923"/>
                  </a:cubicBezTo>
                  <a:cubicBezTo>
                    <a:pt x="2825" y="7923"/>
                    <a:pt x="2593" y="7733"/>
                    <a:pt x="2539" y="7471"/>
                  </a:cubicBezTo>
                  <a:cubicBezTo>
                    <a:pt x="2488" y="7206"/>
                    <a:pt x="2626" y="6941"/>
                    <a:pt x="2876" y="6839"/>
                  </a:cubicBezTo>
                  <a:lnTo>
                    <a:pt x="3575" y="6547"/>
                  </a:lnTo>
                  <a:lnTo>
                    <a:pt x="2801" y="5315"/>
                  </a:lnTo>
                  <a:cubicBezTo>
                    <a:pt x="2632" y="5050"/>
                    <a:pt x="2714" y="4701"/>
                    <a:pt x="2976" y="4535"/>
                  </a:cubicBezTo>
                  <a:cubicBezTo>
                    <a:pt x="3070" y="4477"/>
                    <a:pt x="3174" y="4449"/>
                    <a:pt x="3277" y="4449"/>
                  </a:cubicBezTo>
                  <a:close/>
                  <a:moveTo>
                    <a:pt x="7" y="1"/>
                  </a:moveTo>
                  <a:cubicBezTo>
                    <a:pt x="4" y="25"/>
                    <a:pt x="1" y="52"/>
                    <a:pt x="1" y="76"/>
                  </a:cubicBezTo>
                  <a:lnTo>
                    <a:pt x="1" y="8095"/>
                  </a:lnTo>
                  <a:cubicBezTo>
                    <a:pt x="1" y="8589"/>
                    <a:pt x="275" y="9043"/>
                    <a:pt x="714" y="9269"/>
                  </a:cubicBezTo>
                  <a:lnTo>
                    <a:pt x="8821" y="13572"/>
                  </a:lnTo>
                  <a:lnTo>
                    <a:pt x="8827" y="13575"/>
                  </a:lnTo>
                  <a:lnTo>
                    <a:pt x="8866" y="13596"/>
                  </a:lnTo>
                  <a:lnTo>
                    <a:pt x="8866" y="4620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4" name="Google Shape;854;p80"/>
          <p:cNvGrpSpPr/>
          <p:nvPr/>
        </p:nvGrpSpPr>
        <p:grpSpPr>
          <a:xfrm>
            <a:off x="7166616" y="3856066"/>
            <a:ext cx="339411" cy="337211"/>
            <a:chOff x="5049575" y="4993600"/>
            <a:chExt cx="482050" cy="478925"/>
          </a:xfrm>
        </p:grpSpPr>
        <p:sp>
          <p:nvSpPr>
            <p:cNvPr id="855" name="Google Shape;855;p80"/>
            <p:cNvSpPr/>
            <p:nvPr/>
          </p:nvSpPr>
          <p:spPr>
            <a:xfrm>
              <a:off x="5063200" y="5058825"/>
              <a:ext cx="315450" cy="164750"/>
            </a:xfrm>
            <a:custGeom>
              <a:rect b="b" l="l" r="r" t="t"/>
              <a:pathLst>
                <a:path extrusionOk="0" h="6590" w="12618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80"/>
            <p:cNvSpPr/>
            <p:nvPr/>
          </p:nvSpPr>
          <p:spPr>
            <a:xfrm>
              <a:off x="5299425" y="5133350"/>
              <a:ext cx="232200" cy="339175"/>
            </a:xfrm>
            <a:custGeom>
              <a:rect b="b" l="l" r="r" t="t"/>
              <a:pathLst>
                <a:path extrusionOk="0" h="13567" w="9288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80"/>
            <p:cNvSpPr/>
            <p:nvPr/>
          </p:nvSpPr>
          <p:spPr>
            <a:xfrm>
              <a:off x="5184475" y="4993600"/>
              <a:ext cx="334125" cy="168525"/>
            </a:xfrm>
            <a:custGeom>
              <a:rect b="b" l="l" r="r" t="t"/>
              <a:pathLst>
                <a:path extrusionOk="0" h="6741" w="13365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80"/>
            <p:cNvSpPr/>
            <p:nvPr/>
          </p:nvSpPr>
          <p:spPr>
            <a:xfrm>
              <a:off x="5049575" y="5132450"/>
              <a:ext cx="221650" cy="339925"/>
            </a:xfrm>
            <a:custGeom>
              <a:rect b="b" l="l" r="r" t="t"/>
              <a:pathLst>
                <a:path extrusionOk="0" h="13597" w="8866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9" name="Google Shape;859;p80"/>
          <p:cNvSpPr txBox="1"/>
          <p:nvPr/>
        </p:nvSpPr>
        <p:spPr>
          <a:xfrm>
            <a:off x="1653094" y="1021669"/>
            <a:ext cx="58380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Você pode </a:t>
            </a:r>
            <a:r>
              <a:rPr b="1" i="0" lang="pt-BR" sz="1200" u="none" cap="none" strike="noStrike">
                <a:solidFill>
                  <a:srgbClr val="FB6B00"/>
                </a:solidFill>
                <a:latin typeface="DM Sans"/>
                <a:ea typeface="DM Sans"/>
                <a:cs typeface="DM Sans"/>
                <a:sym typeface="DM Sans"/>
              </a:rPr>
              <a:t>ajustar os ícones </a:t>
            </a:r>
            <a:r>
              <a:rPr b="1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facilmente mantendo a qualidade. </a:t>
            </a:r>
            <a:endParaRPr b="1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Ao </a:t>
            </a:r>
            <a:r>
              <a:rPr b="1" i="0" lang="pt-BR" sz="1200" u="none" cap="none" strike="noStrike">
                <a:solidFill>
                  <a:srgbClr val="FB6B00"/>
                </a:solidFill>
                <a:latin typeface="DM Sans"/>
                <a:ea typeface="DM Sans"/>
                <a:cs typeface="DM Sans"/>
                <a:sym typeface="DM Sans"/>
              </a:rPr>
              <a:t>mudar a cor</a:t>
            </a:r>
            <a:r>
              <a:rPr b="1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lembre-se de seguir a paleta de cores e caso precise de algum ícone que não se encontra nessas cartelas, mantenha o padrão visual de utilizar apenas </a:t>
            </a:r>
            <a:r>
              <a:rPr b="1" i="0" lang="pt-BR" sz="1200" u="none" cap="none" strike="noStrike">
                <a:solidFill>
                  <a:srgbClr val="FB6B00"/>
                </a:solidFill>
                <a:latin typeface="DM Sans"/>
                <a:ea typeface="DM Sans"/>
                <a:cs typeface="DM Sans"/>
                <a:sym typeface="DM Sans"/>
              </a:rPr>
              <a:t>ícones preenchidos.</a:t>
            </a:r>
            <a:endParaRPr b="1" i="0" sz="1100" u="none" cap="none" strike="noStrike">
              <a:solidFill>
                <a:srgbClr val="435D7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0" name="Google Shape;860;p80"/>
          <p:cNvSpPr txBox="1"/>
          <p:nvPr/>
        </p:nvSpPr>
        <p:spPr>
          <a:xfrm>
            <a:off x="2989800" y="357450"/>
            <a:ext cx="31644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Ícones editáveis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61" name="Google Shape;861;p80"/>
          <p:cNvGrpSpPr/>
          <p:nvPr/>
        </p:nvGrpSpPr>
        <p:grpSpPr>
          <a:xfrm>
            <a:off x="1123575" y="2367899"/>
            <a:ext cx="313868" cy="307836"/>
            <a:chOff x="2975545" y="4202685"/>
            <a:chExt cx="313868" cy="307836"/>
          </a:xfrm>
        </p:grpSpPr>
        <p:sp>
          <p:nvSpPr>
            <p:cNvPr id="862" name="Google Shape;862;p80"/>
            <p:cNvSpPr/>
            <p:nvPr/>
          </p:nvSpPr>
          <p:spPr>
            <a:xfrm>
              <a:off x="3190820" y="4308453"/>
              <a:ext cx="98593" cy="90315"/>
            </a:xfrm>
            <a:custGeom>
              <a:rect b="b" l="l" r="r" t="t"/>
              <a:pathLst>
                <a:path extrusionOk="0" h="1841" w="1995">
                  <a:moveTo>
                    <a:pt x="258" y="0"/>
                  </a:moveTo>
                  <a:cubicBezTo>
                    <a:pt x="117" y="0"/>
                    <a:pt x="0" y="179"/>
                    <a:pt x="125" y="315"/>
                  </a:cubicBezTo>
                  <a:lnTo>
                    <a:pt x="737" y="913"/>
                  </a:lnTo>
                  <a:lnTo>
                    <a:pt x="125" y="1525"/>
                  </a:lnTo>
                  <a:cubicBezTo>
                    <a:pt x="0" y="1661"/>
                    <a:pt x="125" y="1840"/>
                    <a:pt x="264" y="1840"/>
                  </a:cubicBezTo>
                  <a:cubicBezTo>
                    <a:pt x="309" y="1840"/>
                    <a:pt x="354" y="1822"/>
                    <a:pt x="394" y="1779"/>
                  </a:cubicBezTo>
                  <a:lnTo>
                    <a:pt x="991" y="1182"/>
                  </a:lnTo>
                  <a:lnTo>
                    <a:pt x="1604" y="1779"/>
                  </a:lnTo>
                  <a:cubicBezTo>
                    <a:pt x="1642" y="1821"/>
                    <a:pt x="1686" y="1838"/>
                    <a:pt x="1729" y="1838"/>
                  </a:cubicBezTo>
                  <a:cubicBezTo>
                    <a:pt x="1869" y="1838"/>
                    <a:pt x="1995" y="1651"/>
                    <a:pt x="1858" y="1525"/>
                  </a:cubicBezTo>
                  <a:lnTo>
                    <a:pt x="1260" y="913"/>
                  </a:lnTo>
                  <a:lnTo>
                    <a:pt x="1858" y="315"/>
                  </a:lnTo>
                  <a:cubicBezTo>
                    <a:pt x="1995" y="189"/>
                    <a:pt x="1869" y="2"/>
                    <a:pt x="1729" y="2"/>
                  </a:cubicBezTo>
                  <a:cubicBezTo>
                    <a:pt x="1686" y="2"/>
                    <a:pt x="1642" y="20"/>
                    <a:pt x="1604" y="61"/>
                  </a:cubicBezTo>
                  <a:lnTo>
                    <a:pt x="991" y="659"/>
                  </a:lnTo>
                  <a:lnTo>
                    <a:pt x="394" y="61"/>
                  </a:lnTo>
                  <a:cubicBezTo>
                    <a:pt x="351" y="18"/>
                    <a:pt x="303" y="0"/>
                    <a:pt x="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80"/>
            <p:cNvSpPr/>
            <p:nvPr/>
          </p:nvSpPr>
          <p:spPr>
            <a:xfrm>
              <a:off x="2975545" y="4272592"/>
              <a:ext cx="73092" cy="167875"/>
            </a:xfrm>
            <a:custGeom>
              <a:rect b="b" l="l" r="r" t="t"/>
              <a:pathLst>
                <a:path extrusionOk="0" h="3422" w="1479">
                  <a:moveTo>
                    <a:pt x="553" y="1"/>
                  </a:moveTo>
                  <a:cubicBezTo>
                    <a:pt x="254" y="1"/>
                    <a:pt x="0" y="240"/>
                    <a:pt x="0" y="553"/>
                  </a:cubicBezTo>
                  <a:lnTo>
                    <a:pt x="0" y="2869"/>
                  </a:lnTo>
                  <a:cubicBezTo>
                    <a:pt x="0" y="3182"/>
                    <a:pt x="254" y="3421"/>
                    <a:pt x="553" y="3421"/>
                  </a:cubicBezTo>
                  <a:lnTo>
                    <a:pt x="1479" y="3421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80"/>
            <p:cNvSpPr/>
            <p:nvPr/>
          </p:nvSpPr>
          <p:spPr>
            <a:xfrm>
              <a:off x="3066330" y="4202685"/>
              <a:ext cx="109268" cy="307836"/>
            </a:xfrm>
            <a:custGeom>
              <a:rect b="b" l="l" r="r" t="t"/>
              <a:pathLst>
                <a:path extrusionOk="0" h="6275" w="2211">
                  <a:moveTo>
                    <a:pt x="1660" y="1"/>
                  </a:moveTo>
                  <a:cubicBezTo>
                    <a:pt x="1530" y="1"/>
                    <a:pt x="1401" y="44"/>
                    <a:pt x="1300" y="126"/>
                  </a:cubicBezTo>
                  <a:lnTo>
                    <a:pt x="0" y="1217"/>
                  </a:lnTo>
                  <a:lnTo>
                    <a:pt x="0" y="5055"/>
                  </a:lnTo>
                  <a:lnTo>
                    <a:pt x="1300" y="6146"/>
                  </a:lnTo>
                  <a:cubicBezTo>
                    <a:pt x="1406" y="6234"/>
                    <a:pt x="1529" y="6274"/>
                    <a:pt x="1650" y="6274"/>
                  </a:cubicBezTo>
                  <a:cubicBezTo>
                    <a:pt x="1937" y="6274"/>
                    <a:pt x="2211" y="6049"/>
                    <a:pt x="2211" y="5712"/>
                  </a:cubicBezTo>
                  <a:lnTo>
                    <a:pt x="2211" y="560"/>
                  </a:lnTo>
                  <a:cubicBezTo>
                    <a:pt x="2211" y="336"/>
                    <a:pt x="2091" y="141"/>
                    <a:pt x="1897" y="52"/>
                  </a:cubicBezTo>
                  <a:cubicBezTo>
                    <a:pt x="1823" y="17"/>
                    <a:pt x="1741" y="1"/>
                    <a:pt x="16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5" name="Google Shape;865;p80"/>
          <p:cNvGrpSpPr/>
          <p:nvPr/>
        </p:nvGrpSpPr>
        <p:grpSpPr>
          <a:xfrm>
            <a:off x="590253" y="2368169"/>
            <a:ext cx="319698" cy="307247"/>
            <a:chOff x="1862725" y="5242500"/>
            <a:chExt cx="161725" cy="156575"/>
          </a:xfrm>
        </p:grpSpPr>
        <p:sp>
          <p:nvSpPr>
            <p:cNvPr id="866" name="Google Shape;866;p80"/>
            <p:cNvSpPr/>
            <p:nvPr/>
          </p:nvSpPr>
          <p:spPr>
            <a:xfrm>
              <a:off x="1967525" y="5300325"/>
              <a:ext cx="16950" cy="37950"/>
            </a:xfrm>
            <a:custGeom>
              <a:rect b="b" l="l" r="r" t="t"/>
              <a:pathLst>
                <a:path extrusionOk="0" h="1518" w="678">
                  <a:moveTo>
                    <a:pt x="254" y="0"/>
                  </a:moveTo>
                  <a:cubicBezTo>
                    <a:pt x="122" y="0"/>
                    <a:pt x="0" y="148"/>
                    <a:pt x="95" y="296"/>
                  </a:cubicBezTo>
                  <a:cubicBezTo>
                    <a:pt x="319" y="610"/>
                    <a:pt x="275" y="968"/>
                    <a:pt x="95" y="1222"/>
                  </a:cubicBezTo>
                  <a:cubicBezTo>
                    <a:pt x="0" y="1370"/>
                    <a:pt x="129" y="1518"/>
                    <a:pt x="261" y="1518"/>
                  </a:cubicBezTo>
                  <a:cubicBezTo>
                    <a:pt x="315" y="1518"/>
                    <a:pt x="370" y="1492"/>
                    <a:pt x="409" y="1431"/>
                  </a:cubicBezTo>
                  <a:cubicBezTo>
                    <a:pt x="678" y="1028"/>
                    <a:pt x="678" y="490"/>
                    <a:pt x="409" y="87"/>
                  </a:cubicBezTo>
                  <a:cubicBezTo>
                    <a:pt x="365" y="26"/>
                    <a:pt x="309" y="0"/>
                    <a:pt x="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80"/>
            <p:cNvSpPr/>
            <p:nvPr/>
          </p:nvSpPr>
          <p:spPr>
            <a:xfrm>
              <a:off x="1995900" y="5276950"/>
              <a:ext cx="28550" cy="84700"/>
            </a:xfrm>
            <a:custGeom>
              <a:rect b="b" l="l" r="r" t="t"/>
              <a:pathLst>
                <a:path extrusionOk="0" h="3388" w="1142">
                  <a:moveTo>
                    <a:pt x="262" y="1"/>
                  </a:moveTo>
                  <a:cubicBezTo>
                    <a:pt x="130" y="1"/>
                    <a:pt x="0" y="142"/>
                    <a:pt x="96" y="290"/>
                  </a:cubicBezTo>
                  <a:cubicBezTo>
                    <a:pt x="753" y="1261"/>
                    <a:pt x="723" y="2172"/>
                    <a:pt x="96" y="3098"/>
                  </a:cubicBezTo>
                  <a:cubicBezTo>
                    <a:pt x="0" y="3246"/>
                    <a:pt x="130" y="3387"/>
                    <a:pt x="262" y="3387"/>
                  </a:cubicBezTo>
                  <a:cubicBezTo>
                    <a:pt x="316" y="3387"/>
                    <a:pt x="370" y="3364"/>
                    <a:pt x="409" y="3307"/>
                  </a:cubicBezTo>
                  <a:cubicBezTo>
                    <a:pt x="1141" y="2202"/>
                    <a:pt x="1096" y="1112"/>
                    <a:pt x="409" y="81"/>
                  </a:cubicBezTo>
                  <a:cubicBezTo>
                    <a:pt x="370" y="25"/>
                    <a:pt x="316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80"/>
            <p:cNvSpPr/>
            <p:nvPr/>
          </p:nvSpPr>
          <p:spPr>
            <a:xfrm>
              <a:off x="1980700" y="5287100"/>
              <a:ext cx="24700" cy="64450"/>
            </a:xfrm>
            <a:custGeom>
              <a:rect b="b" l="l" r="r" t="t"/>
              <a:pathLst>
                <a:path extrusionOk="0" h="2578" w="988">
                  <a:moveTo>
                    <a:pt x="265" y="1"/>
                  </a:moveTo>
                  <a:cubicBezTo>
                    <a:pt x="136" y="1"/>
                    <a:pt x="10" y="148"/>
                    <a:pt x="106" y="287"/>
                  </a:cubicBezTo>
                  <a:cubicBezTo>
                    <a:pt x="539" y="959"/>
                    <a:pt x="584" y="1542"/>
                    <a:pt x="106" y="2289"/>
                  </a:cubicBezTo>
                  <a:cubicBezTo>
                    <a:pt x="0" y="2437"/>
                    <a:pt x="127" y="2578"/>
                    <a:pt x="258" y="2578"/>
                  </a:cubicBezTo>
                  <a:cubicBezTo>
                    <a:pt x="312" y="2578"/>
                    <a:pt x="366" y="2554"/>
                    <a:pt x="405" y="2498"/>
                  </a:cubicBezTo>
                  <a:cubicBezTo>
                    <a:pt x="987" y="1602"/>
                    <a:pt x="898" y="840"/>
                    <a:pt x="405" y="78"/>
                  </a:cubicBezTo>
                  <a:cubicBezTo>
                    <a:pt x="367" y="24"/>
                    <a:pt x="316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80"/>
            <p:cNvSpPr/>
            <p:nvPr/>
          </p:nvSpPr>
          <p:spPr>
            <a:xfrm>
              <a:off x="1862725" y="5277850"/>
              <a:ext cx="36625" cy="85900"/>
            </a:xfrm>
            <a:custGeom>
              <a:rect b="b" l="l" r="r" t="t"/>
              <a:pathLst>
                <a:path extrusionOk="0" h="3436" w="1465">
                  <a:moveTo>
                    <a:pt x="553" y="0"/>
                  </a:moveTo>
                  <a:cubicBezTo>
                    <a:pt x="255" y="0"/>
                    <a:pt x="1" y="254"/>
                    <a:pt x="1" y="553"/>
                  </a:cubicBezTo>
                  <a:lnTo>
                    <a:pt x="1" y="2883"/>
                  </a:lnTo>
                  <a:cubicBezTo>
                    <a:pt x="1" y="3182"/>
                    <a:pt x="255" y="3435"/>
                    <a:pt x="553" y="3435"/>
                  </a:cubicBezTo>
                  <a:lnTo>
                    <a:pt x="1465" y="3435"/>
                  </a:lnTo>
                  <a:lnTo>
                    <a:pt x="1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80"/>
            <p:cNvSpPr/>
            <p:nvPr/>
          </p:nvSpPr>
          <p:spPr>
            <a:xfrm>
              <a:off x="1908650" y="5242500"/>
              <a:ext cx="54925" cy="156575"/>
            </a:xfrm>
            <a:custGeom>
              <a:rect b="b" l="l" r="r" t="t"/>
              <a:pathLst>
                <a:path extrusionOk="0" h="6263" w="2197">
                  <a:moveTo>
                    <a:pt x="1649" y="1"/>
                  </a:moveTo>
                  <a:cubicBezTo>
                    <a:pt x="1530" y="1"/>
                    <a:pt x="1407" y="41"/>
                    <a:pt x="1300" y="130"/>
                  </a:cubicBezTo>
                  <a:lnTo>
                    <a:pt x="1" y="1205"/>
                  </a:lnTo>
                  <a:lnTo>
                    <a:pt x="1" y="5059"/>
                  </a:lnTo>
                  <a:lnTo>
                    <a:pt x="1300" y="6134"/>
                  </a:lnTo>
                  <a:cubicBezTo>
                    <a:pt x="1407" y="6223"/>
                    <a:pt x="1530" y="6263"/>
                    <a:pt x="1649" y="6263"/>
                  </a:cubicBezTo>
                  <a:cubicBezTo>
                    <a:pt x="1931" y="6263"/>
                    <a:pt x="2197" y="6041"/>
                    <a:pt x="2197" y="5716"/>
                  </a:cubicBezTo>
                  <a:lnTo>
                    <a:pt x="2197" y="548"/>
                  </a:lnTo>
                  <a:cubicBezTo>
                    <a:pt x="2197" y="223"/>
                    <a:pt x="1931" y="1"/>
                    <a:pt x="1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" name="Google Shape;871;p80"/>
          <p:cNvGrpSpPr/>
          <p:nvPr/>
        </p:nvGrpSpPr>
        <p:grpSpPr>
          <a:xfrm>
            <a:off x="1117712" y="2841507"/>
            <a:ext cx="325581" cy="307346"/>
            <a:chOff x="1042521" y="3506770"/>
            <a:chExt cx="325581" cy="307346"/>
          </a:xfrm>
        </p:grpSpPr>
        <p:sp>
          <p:nvSpPr>
            <p:cNvPr id="872" name="Google Shape;872;p80"/>
            <p:cNvSpPr/>
            <p:nvPr/>
          </p:nvSpPr>
          <p:spPr>
            <a:xfrm>
              <a:off x="1220435" y="3506770"/>
              <a:ext cx="144702" cy="144376"/>
            </a:xfrm>
            <a:custGeom>
              <a:rect b="b" l="l" r="r" t="t"/>
              <a:pathLst>
                <a:path extrusionOk="0" h="2943" w="2928">
                  <a:moveTo>
                    <a:pt x="180" y="0"/>
                  </a:moveTo>
                  <a:cubicBezTo>
                    <a:pt x="75" y="0"/>
                    <a:pt x="0" y="90"/>
                    <a:pt x="0" y="194"/>
                  </a:cubicBezTo>
                  <a:cubicBezTo>
                    <a:pt x="0" y="284"/>
                    <a:pt x="75" y="374"/>
                    <a:pt x="180" y="374"/>
                  </a:cubicBezTo>
                  <a:cubicBezTo>
                    <a:pt x="1494" y="374"/>
                    <a:pt x="2569" y="1449"/>
                    <a:pt x="2569" y="2763"/>
                  </a:cubicBezTo>
                  <a:cubicBezTo>
                    <a:pt x="2569" y="2853"/>
                    <a:pt x="2644" y="2943"/>
                    <a:pt x="2749" y="2943"/>
                  </a:cubicBezTo>
                  <a:cubicBezTo>
                    <a:pt x="2853" y="2943"/>
                    <a:pt x="2928" y="2853"/>
                    <a:pt x="2928" y="2763"/>
                  </a:cubicBezTo>
                  <a:cubicBezTo>
                    <a:pt x="2928" y="1240"/>
                    <a:pt x="1703" y="0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80"/>
            <p:cNvSpPr/>
            <p:nvPr/>
          </p:nvSpPr>
          <p:spPr>
            <a:xfrm>
              <a:off x="1220435" y="3542680"/>
              <a:ext cx="108576" cy="108466"/>
            </a:xfrm>
            <a:custGeom>
              <a:rect b="b" l="l" r="r" t="t"/>
              <a:pathLst>
                <a:path extrusionOk="0" h="2211" w="2197">
                  <a:moveTo>
                    <a:pt x="180" y="0"/>
                  </a:moveTo>
                  <a:cubicBezTo>
                    <a:pt x="75" y="0"/>
                    <a:pt x="0" y="90"/>
                    <a:pt x="0" y="194"/>
                  </a:cubicBezTo>
                  <a:cubicBezTo>
                    <a:pt x="0" y="299"/>
                    <a:pt x="75" y="374"/>
                    <a:pt x="180" y="374"/>
                  </a:cubicBezTo>
                  <a:cubicBezTo>
                    <a:pt x="1091" y="374"/>
                    <a:pt x="1838" y="1120"/>
                    <a:pt x="1838" y="2031"/>
                  </a:cubicBezTo>
                  <a:cubicBezTo>
                    <a:pt x="1838" y="2121"/>
                    <a:pt x="1912" y="2211"/>
                    <a:pt x="2017" y="2211"/>
                  </a:cubicBezTo>
                  <a:cubicBezTo>
                    <a:pt x="2121" y="2211"/>
                    <a:pt x="2196" y="2121"/>
                    <a:pt x="2196" y="2031"/>
                  </a:cubicBezTo>
                  <a:cubicBezTo>
                    <a:pt x="2196" y="911"/>
                    <a:pt x="1300" y="0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80"/>
            <p:cNvSpPr/>
            <p:nvPr/>
          </p:nvSpPr>
          <p:spPr>
            <a:xfrm>
              <a:off x="1220435" y="3579277"/>
              <a:ext cx="72400" cy="71869"/>
            </a:xfrm>
            <a:custGeom>
              <a:rect b="b" l="l" r="r" t="t"/>
              <a:pathLst>
                <a:path extrusionOk="0" h="1465" w="1465">
                  <a:moveTo>
                    <a:pt x="180" y="1"/>
                  </a:moveTo>
                  <a:cubicBezTo>
                    <a:pt x="75" y="1"/>
                    <a:pt x="0" y="76"/>
                    <a:pt x="0" y="180"/>
                  </a:cubicBezTo>
                  <a:cubicBezTo>
                    <a:pt x="0" y="285"/>
                    <a:pt x="75" y="359"/>
                    <a:pt x="180" y="359"/>
                  </a:cubicBezTo>
                  <a:cubicBezTo>
                    <a:pt x="688" y="359"/>
                    <a:pt x="1091" y="778"/>
                    <a:pt x="1091" y="1285"/>
                  </a:cubicBezTo>
                  <a:cubicBezTo>
                    <a:pt x="1091" y="1375"/>
                    <a:pt x="1180" y="1465"/>
                    <a:pt x="1285" y="1465"/>
                  </a:cubicBezTo>
                  <a:cubicBezTo>
                    <a:pt x="1390" y="1465"/>
                    <a:pt x="1464" y="1375"/>
                    <a:pt x="1464" y="1285"/>
                  </a:cubicBezTo>
                  <a:cubicBezTo>
                    <a:pt x="1464" y="569"/>
                    <a:pt x="882" y="1"/>
                    <a:pt x="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80"/>
            <p:cNvSpPr/>
            <p:nvPr/>
          </p:nvSpPr>
          <p:spPr>
            <a:xfrm>
              <a:off x="1220435" y="3615187"/>
              <a:ext cx="36225" cy="35959"/>
            </a:xfrm>
            <a:custGeom>
              <a:rect b="b" l="l" r="r" t="t"/>
              <a:pathLst>
                <a:path extrusionOk="0" h="733" w="733">
                  <a:moveTo>
                    <a:pt x="180" y="1"/>
                  </a:moveTo>
                  <a:cubicBezTo>
                    <a:pt x="75" y="1"/>
                    <a:pt x="0" y="76"/>
                    <a:pt x="0" y="180"/>
                  </a:cubicBezTo>
                  <a:cubicBezTo>
                    <a:pt x="0" y="285"/>
                    <a:pt x="75" y="359"/>
                    <a:pt x="180" y="359"/>
                  </a:cubicBezTo>
                  <a:cubicBezTo>
                    <a:pt x="284" y="359"/>
                    <a:pt x="359" y="449"/>
                    <a:pt x="359" y="553"/>
                  </a:cubicBezTo>
                  <a:cubicBezTo>
                    <a:pt x="359" y="643"/>
                    <a:pt x="449" y="733"/>
                    <a:pt x="553" y="733"/>
                  </a:cubicBezTo>
                  <a:cubicBezTo>
                    <a:pt x="643" y="733"/>
                    <a:pt x="732" y="643"/>
                    <a:pt x="732" y="553"/>
                  </a:cubicBezTo>
                  <a:cubicBezTo>
                    <a:pt x="732" y="240"/>
                    <a:pt x="478" y="1"/>
                    <a:pt x="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80"/>
            <p:cNvSpPr/>
            <p:nvPr/>
          </p:nvSpPr>
          <p:spPr>
            <a:xfrm>
              <a:off x="1080180" y="3507114"/>
              <a:ext cx="104128" cy="103021"/>
            </a:xfrm>
            <a:custGeom>
              <a:rect b="b" l="l" r="r" t="t"/>
              <a:pathLst>
                <a:path extrusionOk="0" h="2100" w="2107">
                  <a:moveTo>
                    <a:pt x="518" y="1"/>
                  </a:moveTo>
                  <a:cubicBezTo>
                    <a:pt x="378" y="1"/>
                    <a:pt x="240" y="53"/>
                    <a:pt x="135" y="158"/>
                  </a:cubicBezTo>
                  <a:lnTo>
                    <a:pt x="1" y="292"/>
                  </a:lnTo>
                  <a:lnTo>
                    <a:pt x="1823" y="2099"/>
                  </a:lnTo>
                  <a:lnTo>
                    <a:pt x="1942" y="1980"/>
                  </a:lnTo>
                  <a:cubicBezTo>
                    <a:pt x="2047" y="1875"/>
                    <a:pt x="2107" y="1726"/>
                    <a:pt x="2107" y="1591"/>
                  </a:cubicBezTo>
                  <a:cubicBezTo>
                    <a:pt x="2107" y="1442"/>
                    <a:pt x="2047" y="1308"/>
                    <a:pt x="1942" y="1203"/>
                  </a:cubicBezTo>
                  <a:lnTo>
                    <a:pt x="912" y="158"/>
                  </a:lnTo>
                  <a:cubicBezTo>
                    <a:pt x="800" y="53"/>
                    <a:pt x="658" y="1"/>
                    <a:pt x="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80"/>
            <p:cNvSpPr/>
            <p:nvPr/>
          </p:nvSpPr>
          <p:spPr>
            <a:xfrm>
              <a:off x="1261009" y="3687400"/>
              <a:ext cx="107093" cy="102972"/>
            </a:xfrm>
            <a:custGeom>
              <a:rect b="b" l="l" r="r" t="t"/>
              <a:pathLst>
                <a:path extrusionOk="0" h="2099" w="2167">
                  <a:moveTo>
                    <a:pt x="524" y="0"/>
                  </a:moveTo>
                  <a:cubicBezTo>
                    <a:pt x="382" y="0"/>
                    <a:pt x="240" y="52"/>
                    <a:pt x="135" y="157"/>
                  </a:cubicBezTo>
                  <a:lnTo>
                    <a:pt x="1" y="291"/>
                  </a:lnTo>
                  <a:lnTo>
                    <a:pt x="1823" y="2098"/>
                  </a:lnTo>
                  <a:lnTo>
                    <a:pt x="1958" y="1979"/>
                  </a:lnTo>
                  <a:cubicBezTo>
                    <a:pt x="2167" y="1755"/>
                    <a:pt x="2167" y="1411"/>
                    <a:pt x="1958" y="1187"/>
                  </a:cubicBezTo>
                  <a:lnTo>
                    <a:pt x="912" y="157"/>
                  </a:lnTo>
                  <a:cubicBezTo>
                    <a:pt x="807" y="52"/>
                    <a:pt x="666" y="0"/>
                    <a:pt x="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80"/>
            <p:cNvSpPr/>
            <p:nvPr/>
          </p:nvSpPr>
          <p:spPr>
            <a:xfrm>
              <a:off x="1042521" y="3534586"/>
              <a:ext cx="294593" cy="279530"/>
            </a:xfrm>
            <a:custGeom>
              <a:rect b="b" l="l" r="r" t="t"/>
              <a:pathLst>
                <a:path extrusionOk="0" h="5698" w="5961">
                  <a:moveTo>
                    <a:pt x="509" y="1"/>
                  </a:moveTo>
                  <a:lnTo>
                    <a:pt x="509" y="1"/>
                  </a:lnTo>
                  <a:cubicBezTo>
                    <a:pt x="1" y="807"/>
                    <a:pt x="255" y="2854"/>
                    <a:pt x="1674" y="4273"/>
                  </a:cubicBezTo>
                  <a:cubicBezTo>
                    <a:pt x="2646" y="5245"/>
                    <a:pt x="3954" y="5697"/>
                    <a:pt x="4934" y="5697"/>
                  </a:cubicBezTo>
                  <a:cubicBezTo>
                    <a:pt x="5354" y="5697"/>
                    <a:pt x="5714" y="5614"/>
                    <a:pt x="5960" y="5452"/>
                  </a:cubicBezTo>
                  <a:lnTo>
                    <a:pt x="4138" y="3630"/>
                  </a:lnTo>
                  <a:cubicBezTo>
                    <a:pt x="4059" y="3670"/>
                    <a:pt x="3975" y="3690"/>
                    <a:pt x="3891" y="3690"/>
                  </a:cubicBezTo>
                  <a:cubicBezTo>
                    <a:pt x="3756" y="3690"/>
                    <a:pt x="3622" y="3637"/>
                    <a:pt x="3511" y="3526"/>
                  </a:cubicBezTo>
                  <a:lnTo>
                    <a:pt x="2450" y="2450"/>
                  </a:lnTo>
                  <a:cubicBezTo>
                    <a:pt x="2271" y="2286"/>
                    <a:pt x="2241" y="2032"/>
                    <a:pt x="2346" y="1823"/>
                  </a:cubicBez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9" name="Google Shape;879;p80"/>
          <p:cNvGrpSpPr/>
          <p:nvPr/>
        </p:nvGrpSpPr>
        <p:grpSpPr>
          <a:xfrm>
            <a:off x="643441" y="3363971"/>
            <a:ext cx="213346" cy="310731"/>
            <a:chOff x="2989580" y="348192"/>
            <a:chExt cx="213346" cy="310731"/>
          </a:xfrm>
        </p:grpSpPr>
        <p:sp>
          <p:nvSpPr>
            <p:cNvPr id="880" name="Google Shape;880;p80"/>
            <p:cNvSpPr/>
            <p:nvPr/>
          </p:nvSpPr>
          <p:spPr>
            <a:xfrm>
              <a:off x="2989580" y="458817"/>
              <a:ext cx="213346" cy="200106"/>
            </a:xfrm>
            <a:custGeom>
              <a:rect b="b" l="l" r="r" t="t"/>
              <a:pathLst>
                <a:path extrusionOk="0" h="4079" w="4317">
                  <a:moveTo>
                    <a:pt x="179" y="1"/>
                  </a:moveTo>
                  <a:cubicBezTo>
                    <a:pt x="75" y="1"/>
                    <a:pt x="0" y="90"/>
                    <a:pt x="0" y="195"/>
                  </a:cubicBezTo>
                  <a:lnTo>
                    <a:pt x="0" y="972"/>
                  </a:lnTo>
                  <a:cubicBezTo>
                    <a:pt x="0" y="2107"/>
                    <a:pt x="866" y="3033"/>
                    <a:pt x="1972" y="3122"/>
                  </a:cubicBezTo>
                  <a:lnTo>
                    <a:pt x="1972" y="3705"/>
                  </a:lnTo>
                  <a:lnTo>
                    <a:pt x="926" y="3705"/>
                  </a:lnTo>
                  <a:cubicBezTo>
                    <a:pt x="822" y="3705"/>
                    <a:pt x="732" y="3779"/>
                    <a:pt x="732" y="3884"/>
                  </a:cubicBezTo>
                  <a:cubicBezTo>
                    <a:pt x="732" y="3989"/>
                    <a:pt x="822" y="4078"/>
                    <a:pt x="926" y="4078"/>
                  </a:cubicBezTo>
                  <a:lnTo>
                    <a:pt x="3390" y="4078"/>
                  </a:lnTo>
                  <a:cubicBezTo>
                    <a:pt x="3495" y="4078"/>
                    <a:pt x="3585" y="3989"/>
                    <a:pt x="3585" y="3884"/>
                  </a:cubicBezTo>
                  <a:cubicBezTo>
                    <a:pt x="3585" y="3779"/>
                    <a:pt x="3495" y="3705"/>
                    <a:pt x="3390" y="3705"/>
                  </a:cubicBezTo>
                  <a:lnTo>
                    <a:pt x="2345" y="3705"/>
                  </a:lnTo>
                  <a:lnTo>
                    <a:pt x="2345" y="3122"/>
                  </a:lnTo>
                  <a:cubicBezTo>
                    <a:pt x="3450" y="3033"/>
                    <a:pt x="4317" y="2107"/>
                    <a:pt x="4317" y="972"/>
                  </a:cubicBezTo>
                  <a:lnTo>
                    <a:pt x="4317" y="195"/>
                  </a:lnTo>
                  <a:cubicBezTo>
                    <a:pt x="4317" y="90"/>
                    <a:pt x="4242" y="1"/>
                    <a:pt x="4137" y="1"/>
                  </a:cubicBezTo>
                  <a:cubicBezTo>
                    <a:pt x="4033" y="1"/>
                    <a:pt x="3943" y="90"/>
                    <a:pt x="3943" y="195"/>
                  </a:cubicBezTo>
                  <a:lnTo>
                    <a:pt x="3943" y="972"/>
                  </a:lnTo>
                  <a:cubicBezTo>
                    <a:pt x="3943" y="1957"/>
                    <a:pt x="3152" y="2764"/>
                    <a:pt x="2151" y="2764"/>
                  </a:cubicBezTo>
                  <a:cubicBezTo>
                    <a:pt x="1165" y="2764"/>
                    <a:pt x="359" y="1957"/>
                    <a:pt x="359" y="972"/>
                  </a:cubicBezTo>
                  <a:lnTo>
                    <a:pt x="359" y="195"/>
                  </a:lnTo>
                  <a:cubicBezTo>
                    <a:pt x="359" y="90"/>
                    <a:pt x="284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80"/>
            <p:cNvSpPr/>
            <p:nvPr/>
          </p:nvSpPr>
          <p:spPr>
            <a:xfrm>
              <a:off x="3035343" y="348192"/>
              <a:ext cx="121820" cy="219140"/>
            </a:xfrm>
            <a:custGeom>
              <a:rect b="b" l="l" r="r" t="t"/>
              <a:pathLst>
                <a:path extrusionOk="0" h="4467" w="2465">
                  <a:moveTo>
                    <a:pt x="1225" y="0"/>
                  </a:moveTo>
                  <a:cubicBezTo>
                    <a:pt x="553" y="0"/>
                    <a:pt x="0" y="553"/>
                    <a:pt x="0" y="1240"/>
                  </a:cubicBezTo>
                  <a:lnTo>
                    <a:pt x="0" y="1389"/>
                  </a:lnTo>
                  <a:lnTo>
                    <a:pt x="508" y="1389"/>
                  </a:lnTo>
                  <a:cubicBezTo>
                    <a:pt x="612" y="1389"/>
                    <a:pt x="702" y="1479"/>
                    <a:pt x="702" y="1584"/>
                  </a:cubicBezTo>
                  <a:cubicBezTo>
                    <a:pt x="702" y="1688"/>
                    <a:pt x="612" y="1763"/>
                    <a:pt x="508" y="1763"/>
                  </a:cubicBezTo>
                  <a:lnTo>
                    <a:pt x="0" y="1763"/>
                  </a:lnTo>
                  <a:lnTo>
                    <a:pt x="0" y="2136"/>
                  </a:lnTo>
                  <a:lnTo>
                    <a:pt x="508" y="2136"/>
                  </a:lnTo>
                  <a:cubicBezTo>
                    <a:pt x="612" y="2136"/>
                    <a:pt x="702" y="2226"/>
                    <a:pt x="702" y="2315"/>
                  </a:cubicBezTo>
                  <a:cubicBezTo>
                    <a:pt x="702" y="2420"/>
                    <a:pt x="612" y="2510"/>
                    <a:pt x="508" y="2510"/>
                  </a:cubicBezTo>
                  <a:lnTo>
                    <a:pt x="0" y="2510"/>
                  </a:lnTo>
                  <a:lnTo>
                    <a:pt x="0" y="2883"/>
                  </a:lnTo>
                  <a:lnTo>
                    <a:pt x="508" y="2883"/>
                  </a:lnTo>
                  <a:cubicBezTo>
                    <a:pt x="612" y="2883"/>
                    <a:pt x="702" y="2958"/>
                    <a:pt x="702" y="3062"/>
                  </a:cubicBezTo>
                  <a:cubicBezTo>
                    <a:pt x="702" y="3167"/>
                    <a:pt x="612" y="3256"/>
                    <a:pt x="508" y="3256"/>
                  </a:cubicBezTo>
                  <a:lnTo>
                    <a:pt x="0" y="3256"/>
                  </a:lnTo>
                  <a:cubicBezTo>
                    <a:pt x="15" y="3914"/>
                    <a:pt x="553" y="4466"/>
                    <a:pt x="1225" y="4466"/>
                  </a:cubicBezTo>
                  <a:cubicBezTo>
                    <a:pt x="1912" y="4466"/>
                    <a:pt x="2450" y="3914"/>
                    <a:pt x="2464" y="3256"/>
                  </a:cubicBezTo>
                  <a:lnTo>
                    <a:pt x="1942" y="3256"/>
                  </a:lnTo>
                  <a:cubicBezTo>
                    <a:pt x="1852" y="3256"/>
                    <a:pt x="1763" y="3167"/>
                    <a:pt x="1763" y="3062"/>
                  </a:cubicBezTo>
                  <a:cubicBezTo>
                    <a:pt x="1763" y="2958"/>
                    <a:pt x="1852" y="2883"/>
                    <a:pt x="1942" y="2883"/>
                  </a:cubicBezTo>
                  <a:lnTo>
                    <a:pt x="2464" y="2883"/>
                  </a:lnTo>
                  <a:lnTo>
                    <a:pt x="2464" y="2510"/>
                  </a:lnTo>
                  <a:lnTo>
                    <a:pt x="1942" y="2510"/>
                  </a:lnTo>
                  <a:cubicBezTo>
                    <a:pt x="1852" y="2510"/>
                    <a:pt x="1763" y="2420"/>
                    <a:pt x="1763" y="2315"/>
                  </a:cubicBezTo>
                  <a:cubicBezTo>
                    <a:pt x="1763" y="2226"/>
                    <a:pt x="1852" y="2136"/>
                    <a:pt x="1942" y="2136"/>
                  </a:cubicBezTo>
                  <a:lnTo>
                    <a:pt x="2464" y="2136"/>
                  </a:lnTo>
                  <a:lnTo>
                    <a:pt x="2464" y="1763"/>
                  </a:lnTo>
                  <a:lnTo>
                    <a:pt x="1942" y="1763"/>
                  </a:lnTo>
                  <a:cubicBezTo>
                    <a:pt x="1852" y="1763"/>
                    <a:pt x="1763" y="1688"/>
                    <a:pt x="1763" y="1584"/>
                  </a:cubicBezTo>
                  <a:cubicBezTo>
                    <a:pt x="1763" y="1479"/>
                    <a:pt x="1852" y="1389"/>
                    <a:pt x="1942" y="1389"/>
                  </a:cubicBezTo>
                  <a:lnTo>
                    <a:pt x="2464" y="1389"/>
                  </a:lnTo>
                  <a:lnTo>
                    <a:pt x="2464" y="1240"/>
                  </a:lnTo>
                  <a:cubicBezTo>
                    <a:pt x="2464" y="553"/>
                    <a:pt x="1912" y="0"/>
                    <a:pt x="1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80"/>
          <p:cNvGrpSpPr/>
          <p:nvPr/>
        </p:nvGrpSpPr>
        <p:grpSpPr>
          <a:xfrm>
            <a:off x="1121796" y="3384143"/>
            <a:ext cx="317425" cy="270405"/>
            <a:chOff x="963888" y="3541418"/>
            <a:chExt cx="317425" cy="270405"/>
          </a:xfrm>
        </p:grpSpPr>
        <p:sp>
          <p:nvSpPr>
            <p:cNvPr id="883" name="Google Shape;883;p80"/>
            <p:cNvSpPr/>
            <p:nvPr/>
          </p:nvSpPr>
          <p:spPr>
            <a:xfrm>
              <a:off x="963888" y="3541418"/>
              <a:ext cx="317425" cy="92817"/>
            </a:xfrm>
            <a:custGeom>
              <a:rect b="b" l="l" r="r" t="t"/>
              <a:pathLst>
                <a:path extrusionOk="0" h="1892" w="6423">
                  <a:moveTo>
                    <a:pt x="3227" y="0"/>
                  </a:moveTo>
                  <a:cubicBezTo>
                    <a:pt x="2166" y="0"/>
                    <a:pt x="1151" y="314"/>
                    <a:pt x="329" y="882"/>
                  </a:cubicBezTo>
                  <a:cubicBezTo>
                    <a:pt x="60" y="1076"/>
                    <a:pt x="1" y="1434"/>
                    <a:pt x="210" y="1688"/>
                  </a:cubicBezTo>
                  <a:cubicBezTo>
                    <a:pt x="316" y="1822"/>
                    <a:pt x="481" y="1891"/>
                    <a:pt x="645" y="1891"/>
                  </a:cubicBezTo>
                  <a:cubicBezTo>
                    <a:pt x="756" y="1891"/>
                    <a:pt x="866" y="1859"/>
                    <a:pt x="957" y="1793"/>
                  </a:cubicBezTo>
                  <a:cubicBezTo>
                    <a:pt x="1614" y="1345"/>
                    <a:pt x="2390" y="1106"/>
                    <a:pt x="3227" y="1106"/>
                  </a:cubicBezTo>
                  <a:cubicBezTo>
                    <a:pt x="4048" y="1106"/>
                    <a:pt x="4825" y="1345"/>
                    <a:pt x="5467" y="1793"/>
                  </a:cubicBezTo>
                  <a:cubicBezTo>
                    <a:pt x="5564" y="1859"/>
                    <a:pt x="5675" y="1891"/>
                    <a:pt x="5785" y="1891"/>
                  </a:cubicBezTo>
                  <a:cubicBezTo>
                    <a:pt x="5947" y="1891"/>
                    <a:pt x="6107" y="1822"/>
                    <a:pt x="6214" y="1688"/>
                  </a:cubicBezTo>
                  <a:cubicBezTo>
                    <a:pt x="6423" y="1449"/>
                    <a:pt x="6378" y="1076"/>
                    <a:pt x="6109" y="882"/>
                  </a:cubicBezTo>
                  <a:cubicBezTo>
                    <a:pt x="5273" y="314"/>
                    <a:pt x="4272" y="0"/>
                    <a:pt x="3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80"/>
            <p:cNvSpPr/>
            <p:nvPr/>
          </p:nvSpPr>
          <p:spPr>
            <a:xfrm>
              <a:off x="1017756" y="3613974"/>
              <a:ext cx="208206" cy="75941"/>
            </a:xfrm>
            <a:custGeom>
              <a:rect b="b" l="l" r="r" t="t"/>
              <a:pathLst>
                <a:path extrusionOk="0" h="1548" w="4213">
                  <a:moveTo>
                    <a:pt x="2107" y="0"/>
                  </a:moveTo>
                  <a:cubicBezTo>
                    <a:pt x="1465" y="0"/>
                    <a:pt x="822" y="179"/>
                    <a:pt x="300" y="538"/>
                  </a:cubicBezTo>
                  <a:cubicBezTo>
                    <a:pt x="46" y="732"/>
                    <a:pt x="1" y="1105"/>
                    <a:pt x="195" y="1344"/>
                  </a:cubicBezTo>
                  <a:cubicBezTo>
                    <a:pt x="293" y="1478"/>
                    <a:pt x="444" y="1548"/>
                    <a:pt x="597" y="1548"/>
                  </a:cubicBezTo>
                  <a:cubicBezTo>
                    <a:pt x="701" y="1548"/>
                    <a:pt x="806" y="1515"/>
                    <a:pt x="897" y="1449"/>
                  </a:cubicBezTo>
                  <a:cubicBezTo>
                    <a:pt x="1241" y="1217"/>
                    <a:pt x="1674" y="1102"/>
                    <a:pt x="2107" y="1102"/>
                  </a:cubicBezTo>
                  <a:cubicBezTo>
                    <a:pt x="2540" y="1102"/>
                    <a:pt x="2973" y="1217"/>
                    <a:pt x="3317" y="1449"/>
                  </a:cubicBezTo>
                  <a:cubicBezTo>
                    <a:pt x="3407" y="1515"/>
                    <a:pt x="3513" y="1548"/>
                    <a:pt x="3617" y="1548"/>
                  </a:cubicBezTo>
                  <a:cubicBezTo>
                    <a:pt x="3770" y="1548"/>
                    <a:pt x="3921" y="1478"/>
                    <a:pt x="4019" y="1344"/>
                  </a:cubicBezTo>
                  <a:cubicBezTo>
                    <a:pt x="4213" y="1090"/>
                    <a:pt x="4168" y="717"/>
                    <a:pt x="3914" y="538"/>
                  </a:cubicBezTo>
                  <a:cubicBezTo>
                    <a:pt x="3391" y="179"/>
                    <a:pt x="2764" y="0"/>
                    <a:pt x="2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80"/>
            <p:cNvSpPr/>
            <p:nvPr/>
          </p:nvSpPr>
          <p:spPr>
            <a:xfrm>
              <a:off x="1059121" y="3685941"/>
              <a:ext cx="125527" cy="60586"/>
            </a:xfrm>
            <a:custGeom>
              <a:rect b="b" l="l" r="r" t="t"/>
              <a:pathLst>
                <a:path extrusionOk="0" h="1235" w="2540">
                  <a:moveTo>
                    <a:pt x="1270" y="1"/>
                  </a:moveTo>
                  <a:cubicBezTo>
                    <a:pt x="967" y="1"/>
                    <a:pt x="665" y="64"/>
                    <a:pt x="404" y="191"/>
                  </a:cubicBezTo>
                  <a:cubicBezTo>
                    <a:pt x="90" y="340"/>
                    <a:pt x="0" y="759"/>
                    <a:pt x="224" y="1027"/>
                  </a:cubicBezTo>
                  <a:cubicBezTo>
                    <a:pt x="335" y="1158"/>
                    <a:pt x="492" y="1234"/>
                    <a:pt x="652" y="1234"/>
                  </a:cubicBezTo>
                  <a:cubicBezTo>
                    <a:pt x="730" y="1234"/>
                    <a:pt x="808" y="1216"/>
                    <a:pt x="882" y="1177"/>
                  </a:cubicBezTo>
                  <a:cubicBezTo>
                    <a:pt x="1001" y="1124"/>
                    <a:pt x="1135" y="1098"/>
                    <a:pt x="1270" y="1098"/>
                  </a:cubicBezTo>
                  <a:cubicBezTo>
                    <a:pt x="1404" y="1098"/>
                    <a:pt x="1539" y="1124"/>
                    <a:pt x="1658" y="1177"/>
                  </a:cubicBezTo>
                  <a:cubicBezTo>
                    <a:pt x="1732" y="1216"/>
                    <a:pt x="1810" y="1234"/>
                    <a:pt x="1888" y="1234"/>
                  </a:cubicBezTo>
                  <a:cubicBezTo>
                    <a:pt x="2048" y="1234"/>
                    <a:pt x="2205" y="1158"/>
                    <a:pt x="2315" y="1027"/>
                  </a:cubicBezTo>
                  <a:cubicBezTo>
                    <a:pt x="2539" y="759"/>
                    <a:pt x="2450" y="340"/>
                    <a:pt x="2136" y="191"/>
                  </a:cubicBezTo>
                  <a:cubicBezTo>
                    <a:pt x="1875" y="64"/>
                    <a:pt x="1572" y="1"/>
                    <a:pt x="12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80"/>
            <p:cNvSpPr/>
            <p:nvPr/>
          </p:nvSpPr>
          <p:spPr>
            <a:xfrm>
              <a:off x="1094556" y="3757565"/>
              <a:ext cx="54659" cy="54258"/>
            </a:xfrm>
            <a:custGeom>
              <a:rect b="b" l="l" r="r" t="t"/>
              <a:pathLst>
                <a:path extrusionOk="0" h="1106" w="1106">
                  <a:moveTo>
                    <a:pt x="553" y="1"/>
                  </a:moveTo>
                  <a:cubicBezTo>
                    <a:pt x="254" y="1"/>
                    <a:pt x="0" y="254"/>
                    <a:pt x="0" y="553"/>
                  </a:cubicBezTo>
                  <a:cubicBezTo>
                    <a:pt x="0" y="852"/>
                    <a:pt x="254" y="1106"/>
                    <a:pt x="553" y="1106"/>
                  </a:cubicBezTo>
                  <a:cubicBezTo>
                    <a:pt x="867" y="1106"/>
                    <a:pt x="1105" y="852"/>
                    <a:pt x="1105" y="553"/>
                  </a:cubicBezTo>
                  <a:cubicBezTo>
                    <a:pt x="1105" y="254"/>
                    <a:pt x="867" y="1"/>
                    <a:pt x="5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7" name="Google Shape;887;p80"/>
          <p:cNvSpPr/>
          <p:nvPr/>
        </p:nvSpPr>
        <p:spPr>
          <a:xfrm>
            <a:off x="594708" y="3907550"/>
            <a:ext cx="310802" cy="234250"/>
          </a:xfrm>
          <a:custGeom>
            <a:rect b="b" l="l" r="r" t="t"/>
            <a:pathLst>
              <a:path extrusionOk="0" h="4775" w="6289">
                <a:moveTo>
                  <a:pt x="3516" y="1"/>
                </a:moveTo>
                <a:cubicBezTo>
                  <a:pt x="3421" y="1"/>
                  <a:pt x="3331" y="72"/>
                  <a:pt x="3331" y="189"/>
                </a:cubicBezTo>
                <a:lnTo>
                  <a:pt x="3331" y="1100"/>
                </a:lnTo>
                <a:lnTo>
                  <a:pt x="180" y="1100"/>
                </a:lnTo>
                <a:cubicBezTo>
                  <a:pt x="75" y="1100"/>
                  <a:pt x="1" y="1189"/>
                  <a:pt x="1" y="1279"/>
                </a:cubicBezTo>
                <a:lnTo>
                  <a:pt x="1" y="3489"/>
                </a:lnTo>
                <a:cubicBezTo>
                  <a:pt x="1" y="3594"/>
                  <a:pt x="75" y="3669"/>
                  <a:pt x="180" y="3669"/>
                </a:cubicBezTo>
                <a:lnTo>
                  <a:pt x="3331" y="3669"/>
                </a:lnTo>
                <a:lnTo>
                  <a:pt x="3331" y="4595"/>
                </a:lnTo>
                <a:cubicBezTo>
                  <a:pt x="3331" y="4699"/>
                  <a:pt x="3419" y="4774"/>
                  <a:pt x="3513" y="4774"/>
                </a:cubicBezTo>
                <a:cubicBezTo>
                  <a:pt x="3553" y="4774"/>
                  <a:pt x="3594" y="4761"/>
                  <a:pt x="3630" y="4729"/>
                </a:cubicBezTo>
                <a:lnTo>
                  <a:pt x="6199" y="2519"/>
                </a:lnTo>
                <a:cubicBezTo>
                  <a:pt x="6289" y="2459"/>
                  <a:pt x="6289" y="2324"/>
                  <a:pt x="6199" y="2250"/>
                </a:cubicBezTo>
                <a:lnTo>
                  <a:pt x="3630" y="39"/>
                </a:lnTo>
                <a:cubicBezTo>
                  <a:pt x="3595" y="13"/>
                  <a:pt x="3555" y="1"/>
                  <a:pt x="35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80"/>
          <p:cNvSpPr/>
          <p:nvPr/>
        </p:nvSpPr>
        <p:spPr>
          <a:xfrm>
            <a:off x="1125104" y="3907672"/>
            <a:ext cx="310802" cy="234004"/>
          </a:xfrm>
          <a:custGeom>
            <a:rect b="b" l="l" r="r" t="t"/>
            <a:pathLst>
              <a:path extrusionOk="0" h="4770" w="6289">
                <a:moveTo>
                  <a:pt x="2776" y="1"/>
                </a:moveTo>
                <a:cubicBezTo>
                  <a:pt x="2736" y="1"/>
                  <a:pt x="2695" y="15"/>
                  <a:pt x="2659" y="46"/>
                </a:cubicBezTo>
                <a:lnTo>
                  <a:pt x="90" y="2242"/>
                </a:lnTo>
                <a:cubicBezTo>
                  <a:pt x="0" y="2316"/>
                  <a:pt x="0" y="2451"/>
                  <a:pt x="90" y="2525"/>
                </a:cubicBezTo>
                <a:lnTo>
                  <a:pt x="2659" y="4721"/>
                </a:lnTo>
                <a:cubicBezTo>
                  <a:pt x="2697" y="4754"/>
                  <a:pt x="2740" y="4769"/>
                  <a:pt x="2783" y="4769"/>
                </a:cubicBezTo>
                <a:cubicBezTo>
                  <a:pt x="2874" y="4769"/>
                  <a:pt x="2958" y="4699"/>
                  <a:pt x="2958" y="4587"/>
                </a:cubicBezTo>
                <a:lnTo>
                  <a:pt x="2958" y="3661"/>
                </a:lnTo>
                <a:lnTo>
                  <a:pt x="6109" y="3661"/>
                </a:lnTo>
                <a:cubicBezTo>
                  <a:pt x="6214" y="3661"/>
                  <a:pt x="6288" y="3586"/>
                  <a:pt x="6288" y="3481"/>
                </a:cubicBezTo>
                <a:lnTo>
                  <a:pt x="6288" y="1286"/>
                </a:lnTo>
                <a:cubicBezTo>
                  <a:pt x="6288" y="1181"/>
                  <a:pt x="6214" y="1107"/>
                  <a:pt x="6109" y="1107"/>
                </a:cubicBezTo>
                <a:lnTo>
                  <a:pt x="2958" y="1107"/>
                </a:lnTo>
                <a:lnTo>
                  <a:pt x="2958" y="180"/>
                </a:lnTo>
                <a:cubicBezTo>
                  <a:pt x="2958" y="76"/>
                  <a:pt x="2870" y="1"/>
                  <a:pt x="27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9" name="Google Shape;889;p80"/>
          <p:cNvGrpSpPr/>
          <p:nvPr/>
        </p:nvGrpSpPr>
        <p:grpSpPr>
          <a:xfrm>
            <a:off x="1627922" y="3355101"/>
            <a:ext cx="332870" cy="328466"/>
            <a:chOff x="1500737" y="1620203"/>
            <a:chExt cx="258419" cy="255000"/>
          </a:xfrm>
        </p:grpSpPr>
        <p:sp>
          <p:nvSpPr>
            <p:cNvPr id="890" name="Google Shape;890;p80"/>
            <p:cNvSpPr/>
            <p:nvPr/>
          </p:nvSpPr>
          <p:spPr>
            <a:xfrm>
              <a:off x="1500737" y="1755013"/>
              <a:ext cx="60589" cy="71133"/>
            </a:xfrm>
            <a:custGeom>
              <a:rect b="b" l="l" r="r" t="t"/>
              <a:pathLst>
                <a:path extrusionOk="0" h="1450" w="1226">
                  <a:moveTo>
                    <a:pt x="1" y="0"/>
                  </a:moveTo>
                  <a:cubicBezTo>
                    <a:pt x="30" y="538"/>
                    <a:pt x="210" y="1031"/>
                    <a:pt x="538" y="1449"/>
                  </a:cubicBezTo>
                  <a:cubicBezTo>
                    <a:pt x="747" y="1344"/>
                    <a:pt x="971" y="1255"/>
                    <a:pt x="1225" y="1180"/>
                  </a:cubicBezTo>
                  <a:cubicBezTo>
                    <a:pt x="1136" y="822"/>
                    <a:pt x="1076" y="418"/>
                    <a:pt x="1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80"/>
            <p:cNvSpPr/>
            <p:nvPr/>
          </p:nvSpPr>
          <p:spPr>
            <a:xfrm>
              <a:off x="1500737" y="1669260"/>
              <a:ext cx="60589" cy="71133"/>
            </a:xfrm>
            <a:custGeom>
              <a:rect b="b" l="l" r="r" t="t"/>
              <a:pathLst>
                <a:path extrusionOk="0" h="1450" w="1226">
                  <a:moveTo>
                    <a:pt x="538" y="1"/>
                  </a:moveTo>
                  <a:cubicBezTo>
                    <a:pt x="210" y="419"/>
                    <a:pt x="30" y="912"/>
                    <a:pt x="1" y="1450"/>
                  </a:cubicBezTo>
                  <a:lnTo>
                    <a:pt x="1061" y="1450"/>
                  </a:lnTo>
                  <a:cubicBezTo>
                    <a:pt x="1076" y="1031"/>
                    <a:pt x="1136" y="628"/>
                    <a:pt x="1225" y="270"/>
                  </a:cubicBezTo>
                  <a:cubicBezTo>
                    <a:pt x="971" y="195"/>
                    <a:pt x="747" y="105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80"/>
            <p:cNvSpPr/>
            <p:nvPr/>
          </p:nvSpPr>
          <p:spPr>
            <a:xfrm>
              <a:off x="1637286" y="1686136"/>
              <a:ext cx="53917" cy="54258"/>
            </a:xfrm>
            <a:custGeom>
              <a:rect b="b" l="l" r="r" t="t"/>
              <a:pathLst>
                <a:path extrusionOk="0" h="1106" w="1091">
                  <a:moveTo>
                    <a:pt x="927" y="0"/>
                  </a:moveTo>
                  <a:cubicBezTo>
                    <a:pt x="643" y="60"/>
                    <a:pt x="329" y="90"/>
                    <a:pt x="1" y="105"/>
                  </a:cubicBezTo>
                  <a:lnTo>
                    <a:pt x="1" y="1106"/>
                  </a:lnTo>
                  <a:lnTo>
                    <a:pt x="1091" y="1106"/>
                  </a:lnTo>
                  <a:cubicBezTo>
                    <a:pt x="1076" y="702"/>
                    <a:pt x="1016" y="329"/>
                    <a:pt x="9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80"/>
            <p:cNvSpPr/>
            <p:nvPr/>
          </p:nvSpPr>
          <p:spPr>
            <a:xfrm>
              <a:off x="1637286" y="1620203"/>
              <a:ext cx="41414" cy="55729"/>
            </a:xfrm>
            <a:custGeom>
              <a:rect b="b" l="l" r="r" t="t"/>
              <a:pathLst>
                <a:path extrusionOk="0" h="1136" w="838">
                  <a:moveTo>
                    <a:pt x="1" y="0"/>
                  </a:moveTo>
                  <a:lnTo>
                    <a:pt x="1" y="1135"/>
                  </a:lnTo>
                  <a:cubicBezTo>
                    <a:pt x="299" y="1120"/>
                    <a:pt x="568" y="1090"/>
                    <a:pt x="837" y="1046"/>
                  </a:cubicBezTo>
                  <a:cubicBezTo>
                    <a:pt x="792" y="926"/>
                    <a:pt x="747" y="807"/>
                    <a:pt x="703" y="702"/>
                  </a:cubicBezTo>
                  <a:cubicBezTo>
                    <a:pt x="583" y="463"/>
                    <a:pt x="434" y="284"/>
                    <a:pt x="284" y="164"/>
                  </a:cubicBezTo>
                  <a:cubicBezTo>
                    <a:pt x="195" y="75"/>
                    <a:pt x="105" y="3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80"/>
            <p:cNvSpPr/>
            <p:nvPr/>
          </p:nvSpPr>
          <p:spPr>
            <a:xfrm>
              <a:off x="1537654" y="1827519"/>
              <a:ext cx="51693" cy="41846"/>
            </a:xfrm>
            <a:custGeom>
              <a:rect b="b" l="l" r="r" t="t"/>
              <a:pathLst>
                <a:path extrusionOk="0" h="853" w="1046">
                  <a:moveTo>
                    <a:pt x="568" y="1"/>
                  </a:moveTo>
                  <a:cubicBezTo>
                    <a:pt x="359" y="46"/>
                    <a:pt x="165" y="120"/>
                    <a:pt x="0" y="210"/>
                  </a:cubicBezTo>
                  <a:cubicBezTo>
                    <a:pt x="0" y="210"/>
                    <a:pt x="15" y="210"/>
                    <a:pt x="15" y="225"/>
                  </a:cubicBezTo>
                  <a:cubicBezTo>
                    <a:pt x="299" y="509"/>
                    <a:pt x="658" y="733"/>
                    <a:pt x="1046" y="852"/>
                  </a:cubicBezTo>
                  <a:cubicBezTo>
                    <a:pt x="926" y="733"/>
                    <a:pt x="837" y="583"/>
                    <a:pt x="747" y="404"/>
                  </a:cubicBezTo>
                  <a:cubicBezTo>
                    <a:pt x="672" y="270"/>
                    <a:pt x="628" y="135"/>
                    <a:pt x="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80"/>
            <p:cNvSpPr/>
            <p:nvPr/>
          </p:nvSpPr>
          <p:spPr>
            <a:xfrm>
              <a:off x="1670497" y="1625305"/>
              <a:ext cx="51743" cy="42533"/>
            </a:xfrm>
            <a:custGeom>
              <a:rect b="b" l="l" r="r" t="t"/>
              <a:pathLst>
                <a:path extrusionOk="0" h="867" w="1047">
                  <a:moveTo>
                    <a:pt x="1" y="1"/>
                  </a:moveTo>
                  <a:lnTo>
                    <a:pt x="1" y="1"/>
                  </a:lnTo>
                  <a:cubicBezTo>
                    <a:pt x="105" y="135"/>
                    <a:pt x="210" y="284"/>
                    <a:pt x="300" y="464"/>
                  </a:cubicBezTo>
                  <a:cubicBezTo>
                    <a:pt x="359" y="583"/>
                    <a:pt x="419" y="718"/>
                    <a:pt x="464" y="867"/>
                  </a:cubicBezTo>
                  <a:cubicBezTo>
                    <a:pt x="673" y="807"/>
                    <a:pt x="867" y="732"/>
                    <a:pt x="1046" y="658"/>
                  </a:cubicBezTo>
                  <a:cubicBezTo>
                    <a:pt x="1031" y="643"/>
                    <a:pt x="1031" y="643"/>
                    <a:pt x="1031" y="643"/>
                  </a:cubicBezTo>
                  <a:cubicBezTo>
                    <a:pt x="733" y="344"/>
                    <a:pt x="38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80"/>
            <p:cNvSpPr/>
            <p:nvPr/>
          </p:nvSpPr>
          <p:spPr>
            <a:xfrm>
              <a:off x="1697826" y="1755013"/>
              <a:ext cx="61330" cy="71133"/>
            </a:xfrm>
            <a:custGeom>
              <a:rect b="b" l="l" r="r" t="t"/>
              <a:pathLst>
                <a:path extrusionOk="0" h="1450" w="1241">
                  <a:moveTo>
                    <a:pt x="165" y="0"/>
                  </a:moveTo>
                  <a:cubicBezTo>
                    <a:pt x="150" y="418"/>
                    <a:pt x="105" y="822"/>
                    <a:pt x="0" y="1180"/>
                  </a:cubicBezTo>
                  <a:cubicBezTo>
                    <a:pt x="254" y="1255"/>
                    <a:pt x="493" y="1344"/>
                    <a:pt x="702" y="1449"/>
                  </a:cubicBezTo>
                  <a:cubicBezTo>
                    <a:pt x="1016" y="1031"/>
                    <a:pt x="1210" y="538"/>
                    <a:pt x="1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80"/>
            <p:cNvSpPr/>
            <p:nvPr/>
          </p:nvSpPr>
          <p:spPr>
            <a:xfrm>
              <a:off x="1580453" y="1620203"/>
              <a:ext cx="42106" cy="55729"/>
            </a:xfrm>
            <a:custGeom>
              <a:rect b="b" l="l" r="r" t="t"/>
              <a:pathLst>
                <a:path extrusionOk="0" h="1136" w="852">
                  <a:moveTo>
                    <a:pt x="852" y="0"/>
                  </a:moveTo>
                  <a:cubicBezTo>
                    <a:pt x="747" y="30"/>
                    <a:pt x="643" y="75"/>
                    <a:pt x="553" y="164"/>
                  </a:cubicBezTo>
                  <a:cubicBezTo>
                    <a:pt x="404" y="284"/>
                    <a:pt x="269" y="463"/>
                    <a:pt x="150" y="702"/>
                  </a:cubicBezTo>
                  <a:cubicBezTo>
                    <a:pt x="105" y="807"/>
                    <a:pt x="45" y="926"/>
                    <a:pt x="1" y="1046"/>
                  </a:cubicBezTo>
                  <a:cubicBezTo>
                    <a:pt x="269" y="1090"/>
                    <a:pt x="553" y="1120"/>
                    <a:pt x="852" y="1135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80"/>
            <p:cNvSpPr/>
            <p:nvPr/>
          </p:nvSpPr>
          <p:spPr>
            <a:xfrm>
              <a:off x="1537654" y="1625305"/>
              <a:ext cx="51693" cy="42533"/>
            </a:xfrm>
            <a:custGeom>
              <a:rect b="b" l="l" r="r" t="t"/>
              <a:pathLst>
                <a:path extrusionOk="0" h="867" w="1046">
                  <a:moveTo>
                    <a:pt x="1046" y="1"/>
                  </a:moveTo>
                  <a:lnTo>
                    <a:pt x="1046" y="1"/>
                  </a:lnTo>
                  <a:cubicBezTo>
                    <a:pt x="658" y="135"/>
                    <a:pt x="299" y="344"/>
                    <a:pt x="15" y="643"/>
                  </a:cubicBezTo>
                  <a:cubicBezTo>
                    <a:pt x="15" y="643"/>
                    <a:pt x="0" y="643"/>
                    <a:pt x="0" y="658"/>
                  </a:cubicBezTo>
                  <a:cubicBezTo>
                    <a:pt x="165" y="732"/>
                    <a:pt x="359" y="807"/>
                    <a:pt x="568" y="867"/>
                  </a:cubicBezTo>
                  <a:cubicBezTo>
                    <a:pt x="628" y="718"/>
                    <a:pt x="672" y="583"/>
                    <a:pt x="747" y="464"/>
                  </a:cubicBezTo>
                  <a:cubicBezTo>
                    <a:pt x="837" y="284"/>
                    <a:pt x="926" y="135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80"/>
            <p:cNvSpPr/>
            <p:nvPr/>
          </p:nvSpPr>
          <p:spPr>
            <a:xfrm>
              <a:off x="1697826" y="1669260"/>
              <a:ext cx="61330" cy="71133"/>
            </a:xfrm>
            <a:custGeom>
              <a:rect b="b" l="l" r="r" t="t"/>
              <a:pathLst>
                <a:path extrusionOk="0" h="1450" w="1241">
                  <a:moveTo>
                    <a:pt x="702" y="1"/>
                  </a:moveTo>
                  <a:cubicBezTo>
                    <a:pt x="493" y="105"/>
                    <a:pt x="254" y="195"/>
                    <a:pt x="0" y="270"/>
                  </a:cubicBezTo>
                  <a:cubicBezTo>
                    <a:pt x="105" y="628"/>
                    <a:pt x="150" y="1031"/>
                    <a:pt x="165" y="1450"/>
                  </a:cubicBezTo>
                  <a:lnTo>
                    <a:pt x="1240" y="1450"/>
                  </a:lnTo>
                  <a:cubicBezTo>
                    <a:pt x="1210" y="912"/>
                    <a:pt x="1016" y="419"/>
                    <a:pt x="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80"/>
            <p:cNvSpPr/>
            <p:nvPr/>
          </p:nvSpPr>
          <p:spPr>
            <a:xfrm>
              <a:off x="1670497" y="1827519"/>
              <a:ext cx="51743" cy="41846"/>
            </a:xfrm>
            <a:custGeom>
              <a:rect b="b" l="l" r="r" t="t"/>
              <a:pathLst>
                <a:path extrusionOk="0" h="853" w="1047">
                  <a:moveTo>
                    <a:pt x="464" y="1"/>
                  </a:moveTo>
                  <a:cubicBezTo>
                    <a:pt x="419" y="135"/>
                    <a:pt x="359" y="270"/>
                    <a:pt x="300" y="404"/>
                  </a:cubicBezTo>
                  <a:cubicBezTo>
                    <a:pt x="210" y="583"/>
                    <a:pt x="105" y="733"/>
                    <a:pt x="1" y="852"/>
                  </a:cubicBezTo>
                  <a:cubicBezTo>
                    <a:pt x="389" y="733"/>
                    <a:pt x="733" y="509"/>
                    <a:pt x="1031" y="225"/>
                  </a:cubicBezTo>
                  <a:cubicBezTo>
                    <a:pt x="1031" y="210"/>
                    <a:pt x="1031" y="210"/>
                    <a:pt x="1046" y="210"/>
                  </a:cubicBezTo>
                  <a:cubicBezTo>
                    <a:pt x="867" y="120"/>
                    <a:pt x="673" y="46"/>
                    <a:pt x="4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80"/>
            <p:cNvSpPr/>
            <p:nvPr/>
          </p:nvSpPr>
          <p:spPr>
            <a:xfrm>
              <a:off x="1637286" y="1755013"/>
              <a:ext cx="53917" cy="54258"/>
            </a:xfrm>
            <a:custGeom>
              <a:rect b="b" l="l" r="r" t="t"/>
              <a:pathLst>
                <a:path extrusionOk="0" h="1106" w="1091">
                  <a:moveTo>
                    <a:pt x="1" y="0"/>
                  </a:moveTo>
                  <a:lnTo>
                    <a:pt x="1" y="1001"/>
                  </a:lnTo>
                  <a:cubicBezTo>
                    <a:pt x="329" y="1016"/>
                    <a:pt x="643" y="1046"/>
                    <a:pt x="927" y="1105"/>
                  </a:cubicBezTo>
                  <a:cubicBezTo>
                    <a:pt x="1016" y="762"/>
                    <a:pt x="1076" y="389"/>
                    <a:pt x="10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80"/>
            <p:cNvSpPr/>
            <p:nvPr/>
          </p:nvSpPr>
          <p:spPr>
            <a:xfrm>
              <a:off x="1568641" y="1755013"/>
              <a:ext cx="53917" cy="54258"/>
            </a:xfrm>
            <a:custGeom>
              <a:rect b="b" l="l" r="r" t="t"/>
              <a:pathLst>
                <a:path extrusionOk="0" h="1106" w="1091">
                  <a:moveTo>
                    <a:pt x="1" y="0"/>
                  </a:moveTo>
                  <a:cubicBezTo>
                    <a:pt x="16" y="389"/>
                    <a:pt x="60" y="762"/>
                    <a:pt x="150" y="1105"/>
                  </a:cubicBezTo>
                  <a:cubicBezTo>
                    <a:pt x="449" y="1046"/>
                    <a:pt x="762" y="1016"/>
                    <a:pt x="1091" y="1001"/>
                  </a:cubicBezTo>
                  <a:lnTo>
                    <a:pt x="1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0"/>
            <p:cNvSpPr/>
            <p:nvPr/>
          </p:nvSpPr>
          <p:spPr>
            <a:xfrm>
              <a:off x="1637286" y="1819474"/>
              <a:ext cx="41414" cy="55729"/>
            </a:xfrm>
            <a:custGeom>
              <a:rect b="b" l="l" r="r" t="t"/>
              <a:pathLst>
                <a:path extrusionOk="0" h="1136" w="838">
                  <a:moveTo>
                    <a:pt x="1" y="1"/>
                  </a:moveTo>
                  <a:lnTo>
                    <a:pt x="1" y="1136"/>
                  </a:lnTo>
                  <a:cubicBezTo>
                    <a:pt x="105" y="1106"/>
                    <a:pt x="195" y="1046"/>
                    <a:pt x="284" y="971"/>
                  </a:cubicBezTo>
                  <a:cubicBezTo>
                    <a:pt x="434" y="852"/>
                    <a:pt x="583" y="658"/>
                    <a:pt x="688" y="419"/>
                  </a:cubicBezTo>
                  <a:cubicBezTo>
                    <a:pt x="747" y="314"/>
                    <a:pt x="792" y="210"/>
                    <a:pt x="837" y="90"/>
                  </a:cubicBezTo>
                  <a:cubicBezTo>
                    <a:pt x="568" y="30"/>
                    <a:pt x="284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0"/>
            <p:cNvSpPr/>
            <p:nvPr/>
          </p:nvSpPr>
          <p:spPr>
            <a:xfrm>
              <a:off x="1580453" y="1819474"/>
              <a:ext cx="42106" cy="55729"/>
            </a:xfrm>
            <a:custGeom>
              <a:rect b="b" l="l" r="r" t="t"/>
              <a:pathLst>
                <a:path extrusionOk="0" h="1136" w="852">
                  <a:moveTo>
                    <a:pt x="852" y="1"/>
                  </a:moveTo>
                  <a:cubicBezTo>
                    <a:pt x="553" y="1"/>
                    <a:pt x="269" y="30"/>
                    <a:pt x="1" y="90"/>
                  </a:cubicBezTo>
                  <a:cubicBezTo>
                    <a:pt x="45" y="210"/>
                    <a:pt x="105" y="314"/>
                    <a:pt x="150" y="419"/>
                  </a:cubicBezTo>
                  <a:cubicBezTo>
                    <a:pt x="269" y="658"/>
                    <a:pt x="404" y="852"/>
                    <a:pt x="553" y="971"/>
                  </a:cubicBezTo>
                  <a:cubicBezTo>
                    <a:pt x="643" y="1046"/>
                    <a:pt x="747" y="1106"/>
                    <a:pt x="852" y="1136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80"/>
            <p:cNvSpPr/>
            <p:nvPr/>
          </p:nvSpPr>
          <p:spPr>
            <a:xfrm>
              <a:off x="1568641" y="1686136"/>
              <a:ext cx="53917" cy="54258"/>
            </a:xfrm>
            <a:custGeom>
              <a:rect b="b" l="l" r="r" t="t"/>
              <a:pathLst>
                <a:path extrusionOk="0" h="1106" w="1091">
                  <a:moveTo>
                    <a:pt x="150" y="0"/>
                  </a:moveTo>
                  <a:cubicBezTo>
                    <a:pt x="60" y="329"/>
                    <a:pt x="16" y="702"/>
                    <a:pt x="1" y="1106"/>
                  </a:cubicBezTo>
                  <a:lnTo>
                    <a:pt x="1091" y="1106"/>
                  </a:lnTo>
                  <a:lnTo>
                    <a:pt x="1091" y="105"/>
                  </a:lnTo>
                  <a:cubicBezTo>
                    <a:pt x="762" y="90"/>
                    <a:pt x="449" y="60"/>
                    <a:pt x="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" name="Google Shape;906;p80"/>
          <p:cNvGrpSpPr/>
          <p:nvPr/>
        </p:nvGrpSpPr>
        <p:grpSpPr>
          <a:xfrm>
            <a:off x="4435837" y="3346743"/>
            <a:ext cx="349943" cy="345168"/>
            <a:chOff x="1483110" y="3922572"/>
            <a:chExt cx="349943" cy="345168"/>
          </a:xfrm>
        </p:grpSpPr>
        <p:sp>
          <p:nvSpPr>
            <p:cNvPr id="907" name="Google Shape;907;p80"/>
            <p:cNvSpPr/>
            <p:nvPr/>
          </p:nvSpPr>
          <p:spPr>
            <a:xfrm>
              <a:off x="1483110" y="3922572"/>
              <a:ext cx="349943" cy="253578"/>
            </a:xfrm>
            <a:custGeom>
              <a:rect b="b" l="l" r="r" t="t"/>
              <a:pathLst>
                <a:path extrusionOk="0" h="5169" w="7081">
                  <a:moveTo>
                    <a:pt x="3242" y="0"/>
                  </a:moveTo>
                  <a:cubicBezTo>
                    <a:pt x="2659" y="0"/>
                    <a:pt x="2152" y="404"/>
                    <a:pt x="2002" y="956"/>
                  </a:cubicBezTo>
                  <a:cubicBezTo>
                    <a:pt x="1883" y="911"/>
                    <a:pt x="1748" y="882"/>
                    <a:pt x="1599" y="882"/>
                  </a:cubicBezTo>
                  <a:lnTo>
                    <a:pt x="1539" y="882"/>
                  </a:lnTo>
                  <a:cubicBezTo>
                    <a:pt x="733" y="882"/>
                    <a:pt x="61" y="1509"/>
                    <a:pt x="31" y="2315"/>
                  </a:cubicBezTo>
                  <a:cubicBezTo>
                    <a:pt x="1" y="2973"/>
                    <a:pt x="389" y="3555"/>
                    <a:pt x="972" y="3794"/>
                  </a:cubicBezTo>
                  <a:cubicBezTo>
                    <a:pt x="972" y="4033"/>
                    <a:pt x="1076" y="4242"/>
                    <a:pt x="1240" y="4406"/>
                  </a:cubicBezTo>
                  <a:cubicBezTo>
                    <a:pt x="1435" y="4242"/>
                    <a:pt x="1689" y="4152"/>
                    <a:pt x="1957" y="4152"/>
                  </a:cubicBezTo>
                  <a:cubicBezTo>
                    <a:pt x="2540" y="4152"/>
                    <a:pt x="3033" y="4601"/>
                    <a:pt x="3107" y="5168"/>
                  </a:cubicBezTo>
                  <a:lnTo>
                    <a:pt x="3167" y="5168"/>
                  </a:lnTo>
                  <a:cubicBezTo>
                    <a:pt x="3585" y="5168"/>
                    <a:pt x="3929" y="4929"/>
                    <a:pt x="4108" y="4601"/>
                  </a:cubicBezTo>
                  <a:cubicBezTo>
                    <a:pt x="4287" y="4780"/>
                    <a:pt x="4526" y="4899"/>
                    <a:pt x="4795" y="4914"/>
                  </a:cubicBezTo>
                  <a:lnTo>
                    <a:pt x="4840" y="4914"/>
                  </a:lnTo>
                  <a:cubicBezTo>
                    <a:pt x="5333" y="4914"/>
                    <a:pt x="5736" y="4571"/>
                    <a:pt x="5841" y="4093"/>
                  </a:cubicBezTo>
                  <a:cubicBezTo>
                    <a:pt x="6498" y="4048"/>
                    <a:pt x="7021" y="3510"/>
                    <a:pt x="7051" y="2853"/>
                  </a:cubicBezTo>
                  <a:cubicBezTo>
                    <a:pt x="7080" y="2121"/>
                    <a:pt x="6528" y="1509"/>
                    <a:pt x="5811" y="1464"/>
                  </a:cubicBezTo>
                  <a:cubicBezTo>
                    <a:pt x="5811" y="1449"/>
                    <a:pt x="5811" y="1434"/>
                    <a:pt x="5811" y="1419"/>
                  </a:cubicBezTo>
                  <a:cubicBezTo>
                    <a:pt x="5841" y="867"/>
                    <a:pt x="5422" y="419"/>
                    <a:pt x="4885" y="389"/>
                  </a:cubicBezTo>
                  <a:lnTo>
                    <a:pt x="4840" y="389"/>
                  </a:lnTo>
                  <a:cubicBezTo>
                    <a:pt x="4631" y="389"/>
                    <a:pt x="4452" y="448"/>
                    <a:pt x="4302" y="553"/>
                  </a:cubicBezTo>
                  <a:cubicBezTo>
                    <a:pt x="4078" y="239"/>
                    <a:pt x="3720" y="30"/>
                    <a:pt x="33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80"/>
            <p:cNvSpPr/>
            <p:nvPr/>
          </p:nvSpPr>
          <p:spPr>
            <a:xfrm>
              <a:off x="1483852" y="4220792"/>
              <a:ext cx="47295" cy="46948"/>
            </a:xfrm>
            <a:custGeom>
              <a:rect b="b" l="l" r="r" t="t"/>
              <a:pathLst>
                <a:path extrusionOk="0" h="957" w="957">
                  <a:moveTo>
                    <a:pt x="479" y="0"/>
                  </a:moveTo>
                  <a:cubicBezTo>
                    <a:pt x="225" y="0"/>
                    <a:pt x="1" y="209"/>
                    <a:pt x="1" y="478"/>
                  </a:cubicBezTo>
                  <a:cubicBezTo>
                    <a:pt x="1" y="747"/>
                    <a:pt x="225" y="956"/>
                    <a:pt x="479" y="956"/>
                  </a:cubicBezTo>
                  <a:cubicBezTo>
                    <a:pt x="748" y="956"/>
                    <a:pt x="957" y="747"/>
                    <a:pt x="957" y="478"/>
                  </a:cubicBezTo>
                  <a:cubicBezTo>
                    <a:pt x="957" y="209"/>
                    <a:pt x="748" y="0"/>
                    <a:pt x="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80"/>
            <p:cNvSpPr/>
            <p:nvPr/>
          </p:nvSpPr>
          <p:spPr>
            <a:xfrm>
              <a:off x="1542168" y="4146765"/>
              <a:ext cx="74624" cy="74077"/>
            </a:xfrm>
            <a:custGeom>
              <a:rect b="b" l="l" r="r" t="t"/>
              <a:pathLst>
                <a:path extrusionOk="0" h="1510" w="1510">
                  <a:moveTo>
                    <a:pt x="762" y="1"/>
                  </a:moveTo>
                  <a:cubicBezTo>
                    <a:pt x="344" y="1"/>
                    <a:pt x="1" y="329"/>
                    <a:pt x="1" y="747"/>
                  </a:cubicBezTo>
                  <a:cubicBezTo>
                    <a:pt x="1" y="1166"/>
                    <a:pt x="344" y="1509"/>
                    <a:pt x="762" y="1509"/>
                  </a:cubicBezTo>
                  <a:cubicBezTo>
                    <a:pt x="1181" y="1509"/>
                    <a:pt x="1509" y="1166"/>
                    <a:pt x="1509" y="747"/>
                  </a:cubicBezTo>
                  <a:cubicBezTo>
                    <a:pt x="1509" y="329"/>
                    <a:pt x="1181" y="1"/>
                    <a:pt x="7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0" name="Google Shape;910;p80"/>
          <p:cNvSpPr/>
          <p:nvPr/>
        </p:nvSpPr>
        <p:spPr>
          <a:xfrm>
            <a:off x="5035139" y="3365810"/>
            <a:ext cx="272403" cy="307051"/>
          </a:xfrm>
          <a:custGeom>
            <a:rect b="b" l="l" r="r" t="t"/>
            <a:pathLst>
              <a:path extrusionOk="0" h="6259" w="5512">
                <a:moveTo>
                  <a:pt x="2764" y="0"/>
                </a:moveTo>
                <a:cubicBezTo>
                  <a:pt x="1853" y="0"/>
                  <a:pt x="1106" y="732"/>
                  <a:pt x="1106" y="1643"/>
                </a:cubicBezTo>
                <a:cubicBezTo>
                  <a:pt x="1106" y="2270"/>
                  <a:pt x="1464" y="3271"/>
                  <a:pt x="2047" y="3764"/>
                </a:cubicBezTo>
                <a:cubicBezTo>
                  <a:pt x="2151" y="3869"/>
                  <a:pt x="2091" y="4063"/>
                  <a:pt x="1927" y="4063"/>
                </a:cubicBezTo>
                <a:lnTo>
                  <a:pt x="1658" y="4063"/>
                </a:lnTo>
                <a:cubicBezTo>
                  <a:pt x="747" y="4063"/>
                  <a:pt x="0" y="4795"/>
                  <a:pt x="0" y="5706"/>
                </a:cubicBezTo>
                <a:lnTo>
                  <a:pt x="0" y="6079"/>
                </a:lnTo>
                <a:cubicBezTo>
                  <a:pt x="0" y="6184"/>
                  <a:pt x="90" y="6258"/>
                  <a:pt x="195" y="6258"/>
                </a:cubicBezTo>
                <a:lnTo>
                  <a:pt x="5333" y="6258"/>
                </a:lnTo>
                <a:cubicBezTo>
                  <a:pt x="5422" y="6258"/>
                  <a:pt x="5512" y="6184"/>
                  <a:pt x="5512" y="6079"/>
                </a:cubicBezTo>
                <a:lnTo>
                  <a:pt x="5512" y="5706"/>
                </a:lnTo>
                <a:cubicBezTo>
                  <a:pt x="5512" y="4795"/>
                  <a:pt x="4765" y="4063"/>
                  <a:pt x="3854" y="4063"/>
                </a:cubicBezTo>
                <a:lnTo>
                  <a:pt x="3585" y="4063"/>
                </a:lnTo>
                <a:cubicBezTo>
                  <a:pt x="3421" y="4063"/>
                  <a:pt x="3361" y="3869"/>
                  <a:pt x="3466" y="3764"/>
                </a:cubicBezTo>
                <a:cubicBezTo>
                  <a:pt x="4048" y="3271"/>
                  <a:pt x="4407" y="2270"/>
                  <a:pt x="4407" y="1643"/>
                </a:cubicBezTo>
                <a:cubicBezTo>
                  <a:pt x="4407" y="732"/>
                  <a:pt x="3675" y="0"/>
                  <a:pt x="27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1" name="Google Shape;911;p80"/>
          <p:cNvGrpSpPr/>
          <p:nvPr/>
        </p:nvGrpSpPr>
        <p:grpSpPr>
          <a:xfrm>
            <a:off x="1125473" y="4362513"/>
            <a:ext cx="310063" cy="307787"/>
            <a:chOff x="1478028" y="4460450"/>
            <a:chExt cx="310063" cy="307787"/>
          </a:xfrm>
        </p:grpSpPr>
        <p:sp>
          <p:nvSpPr>
            <p:cNvPr id="912" name="Google Shape;912;p80"/>
            <p:cNvSpPr/>
            <p:nvPr/>
          </p:nvSpPr>
          <p:spPr>
            <a:xfrm>
              <a:off x="1478028" y="4460450"/>
              <a:ext cx="141045" cy="139814"/>
            </a:xfrm>
            <a:custGeom>
              <a:rect b="b" l="l" r="r" t="t"/>
              <a:pathLst>
                <a:path extrusionOk="0" h="2850" w="2854">
                  <a:moveTo>
                    <a:pt x="180" y="0"/>
                  </a:moveTo>
                  <a:cubicBezTo>
                    <a:pt x="90" y="0"/>
                    <a:pt x="1" y="90"/>
                    <a:pt x="1" y="194"/>
                  </a:cubicBezTo>
                  <a:lnTo>
                    <a:pt x="1" y="2390"/>
                  </a:lnTo>
                  <a:cubicBezTo>
                    <a:pt x="1" y="2502"/>
                    <a:pt x="91" y="2579"/>
                    <a:pt x="186" y="2579"/>
                  </a:cubicBezTo>
                  <a:cubicBezTo>
                    <a:pt x="231" y="2579"/>
                    <a:pt x="276" y="2562"/>
                    <a:pt x="314" y="2524"/>
                  </a:cubicBezTo>
                  <a:lnTo>
                    <a:pt x="1016" y="1808"/>
                  </a:lnTo>
                  <a:lnTo>
                    <a:pt x="2002" y="2793"/>
                  </a:lnTo>
                  <a:cubicBezTo>
                    <a:pt x="2040" y="2831"/>
                    <a:pt x="2084" y="2849"/>
                    <a:pt x="2129" y="2849"/>
                  </a:cubicBezTo>
                  <a:cubicBezTo>
                    <a:pt x="2174" y="2849"/>
                    <a:pt x="2219" y="2831"/>
                    <a:pt x="2256" y="2793"/>
                  </a:cubicBezTo>
                  <a:lnTo>
                    <a:pt x="2779" y="2271"/>
                  </a:lnTo>
                  <a:cubicBezTo>
                    <a:pt x="2854" y="2196"/>
                    <a:pt x="2854" y="2091"/>
                    <a:pt x="2779" y="2017"/>
                  </a:cubicBezTo>
                  <a:lnTo>
                    <a:pt x="1793" y="1031"/>
                  </a:lnTo>
                  <a:lnTo>
                    <a:pt x="2525" y="314"/>
                  </a:lnTo>
                  <a:cubicBezTo>
                    <a:pt x="2630" y="209"/>
                    <a:pt x="2555" y="0"/>
                    <a:pt x="2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80"/>
            <p:cNvSpPr/>
            <p:nvPr/>
          </p:nvSpPr>
          <p:spPr>
            <a:xfrm>
              <a:off x="1478028" y="4629895"/>
              <a:ext cx="141045" cy="138342"/>
            </a:xfrm>
            <a:custGeom>
              <a:rect b="b" l="l" r="r" t="t"/>
              <a:pathLst>
                <a:path extrusionOk="0" h="2820" w="2854">
                  <a:moveTo>
                    <a:pt x="2129" y="0"/>
                  </a:moveTo>
                  <a:cubicBezTo>
                    <a:pt x="2084" y="0"/>
                    <a:pt x="2040" y="19"/>
                    <a:pt x="2002" y="56"/>
                  </a:cubicBezTo>
                  <a:lnTo>
                    <a:pt x="1031" y="1012"/>
                  </a:lnTo>
                  <a:lnTo>
                    <a:pt x="314" y="295"/>
                  </a:lnTo>
                  <a:cubicBezTo>
                    <a:pt x="277" y="262"/>
                    <a:pt x="231" y="247"/>
                    <a:pt x="187" y="247"/>
                  </a:cubicBezTo>
                  <a:cubicBezTo>
                    <a:pt x="91" y="247"/>
                    <a:pt x="1" y="317"/>
                    <a:pt x="1" y="430"/>
                  </a:cubicBezTo>
                  <a:lnTo>
                    <a:pt x="1" y="2625"/>
                  </a:lnTo>
                  <a:cubicBezTo>
                    <a:pt x="1" y="2730"/>
                    <a:pt x="90" y="2819"/>
                    <a:pt x="180" y="2819"/>
                  </a:cubicBezTo>
                  <a:lnTo>
                    <a:pt x="2391" y="2819"/>
                  </a:lnTo>
                  <a:cubicBezTo>
                    <a:pt x="2555" y="2819"/>
                    <a:pt x="2630" y="2625"/>
                    <a:pt x="2525" y="2506"/>
                  </a:cubicBezTo>
                  <a:lnTo>
                    <a:pt x="1808" y="1804"/>
                  </a:lnTo>
                  <a:lnTo>
                    <a:pt x="2779" y="833"/>
                  </a:lnTo>
                  <a:cubicBezTo>
                    <a:pt x="2854" y="758"/>
                    <a:pt x="2854" y="639"/>
                    <a:pt x="2779" y="579"/>
                  </a:cubicBezTo>
                  <a:lnTo>
                    <a:pt x="2256" y="56"/>
                  </a:lnTo>
                  <a:cubicBezTo>
                    <a:pt x="2219" y="19"/>
                    <a:pt x="2174" y="0"/>
                    <a:pt x="2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80"/>
            <p:cNvSpPr/>
            <p:nvPr/>
          </p:nvSpPr>
          <p:spPr>
            <a:xfrm>
              <a:off x="1647096" y="4629895"/>
              <a:ext cx="140995" cy="138342"/>
            </a:xfrm>
            <a:custGeom>
              <a:rect b="b" l="l" r="r" t="t"/>
              <a:pathLst>
                <a:path extrusionOk="0" h="2820" w="2853">
                  <a:moveTo>
                    <a:pt x="717" y="0"/>
                  </a:moveTo>
                  <a:cubicBezTo>
                    <a:pt x="668" y="0"/>
                    <a:pt x="620" y="19"/>
                    <a:pt x="583" y="56"/>
                  </a:cubicBezTo>
                  <a:lnTo>
                    <a:pt x="75" y="579"/>
                  </a:lnTo>
                  <a:cubicBezTo>
                    <a:pt x="0" y="639"/>
                    <a:pt x="0" y="758"/>
                    <a:pt x="75" y="833"/>
                  </a:cubicBezTo>
                  <a:lnTo>
                    <a:pt x="1031" y="1804"/>
                  </a:lnTo>
                  <a:lnTo>
                    <a:pt x="329" y="2506"/>
                  </a:lnTo>
                  <a:cubicBezTo>
                    <a:pt x="209" y="2625"/>
                    <a:pt x="299" y="2819"/>
                    <a:pt x="463" y="2819"/>
                  </a:cubicBezTo>
                  <a:lnTo>
                    <a:pt x="2659" y="2819"/>
                  </a:lnTo>
                  <a:cubicBezTo>
                    <a:pt x="2763" y="2819"/>
                    <a:pt x="2853" y="2730"/>
                    <a:pt x="2853" y="2625"/>
                  </a:cubicBezTo>
                  <a:lnTo>
                    <a:pt x="2853" y="430"/>
                  </a:lnTo>
                  <a:cubicBezTo>
                    <a:pt x="2853" y="317"/>
                    <a:pt x="2755" y="247"/>
                    <a:pt x="2660" y="247"/>
                  </a:cubicBezTo>
                  <a:cubicBezTo>
                    <a:pt x="2616" y="247"/>
                    <a:pt x="2572" y="262"/>
                    <a:pt x="2539" y="295"/>
                  </a:cubicBezTo>
                  <a:lnTo>
                    <a:pt x="1807" y="1012"/>
                  </a:lnTo>
                  <a:lnTo>
                    <a:pt x="851" y="56"/>
                  </a:lnTo>
                  <a:cubicBezTo>
                    <a:pt x="814" y="19"/>
                    <a:pt x="766" y="0"/>
                    <a:pt x="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80"/>
            <p:cNvSpPr/>
            <p:nvPr/>
          </p:nvSpPr>
          <p:spPr>
            <a:xfrm>
              <a:off x="1647096" y="4460450"/>
              <a:ext cx="140254" cy="139814"/>
            </a:xfrm>
            <a:custGeom>
              <a:rect b="b" l="l" r="r" t="t"/>
              <a:pathLst>
                <a:path extrusionOk="0" h="2850" w="2838">
                  <a:moveTo>
                    <a:pt x="463" y="0"/>
                  </a:moveTo>
                  <a:cubicBezTo>
                    <a:pt x="299" y="0"/>
                    <a:pt x="209" y="209"/>
                    <a:pt x="329" y="314"/>
                  </a:cubicBezTo>
                  <a:lnTo>
                    <a:pt x="1046" y="1031"/>
                  </a:lnTo>
                  <a:lnTo>
                    <a:pt x="75" y="2017"/>
                  </a:lnTo>
                  <a:cubicBezTo>
                    <a:pt x="0" y="2091"/>
                    <a:pt x="0" y="2196"/>
                    <a:pt x="75" y="2271"/>
                  </a:cubicBezTo>
                  <a:lnTo>
                    <a:pt x="583" y="2793"/>
                  </a:lnTo>
                  <a:cubicBezTo>
                    <a:pt x="620" y="2831"/>
                    <a:pt x="668" y="2849"/>
                    <a:pt x="717" y="2849"/>
                  </a:cubicBezTo>
                  <a:cubicBezTo>
                    <a:pt x="766" y="2849"/>
                    <a:pt x="814" y="2831"/>
                    <a:pt x="851" y="2793"/>
                  </a:cubicBezTo>
                  <a:lnTo>
                    <a:pt x="1822" y="1822"/>
                  </a:lnTo>
                  <a:lnTo>
                    <a:pt x="2539" y="2524"/>
                  </a:lnTo>
                  <a:cubicBezTo>
                    <a:pt x="2572" y="2562"/>
                    <a:pt x="2615" y="2579"/>
                    <a:pt x="2657" y="2579"/>
                  </a:cubicBezTo>
                  <a:cubicBezTo>
                    <a:pt x="2748" y="2579"/>
                    <a:pt x="2838" y="2502"/>
                    <a:pt x="2838" y="2390"/>
                  </a:cubicBezTo>
                  <a:lnTo>
                    <a:pt x="2838" y="194"/>
                  </a:lnTo>
                  <a:cubicBezTo>
                    <a:pt x="2838" y="90"/>
                    <a:pt x="2763" y="0"/>
                    <a:pt x="26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6" name="Google Shape;916;p80"/>
          <p:cNvSpPr/>
          <p:nvPr/>
        </p:nvSpPr>
        <p:spPr>
          <a:xfrm>
            <a:off x="6627831" y="2367908"/>
            <a:ext cx="310061" cy="307787"/>
          </a:xfrm>
          <a:custGeom>
            <a:rect b="b" l="l" r="r" t="t"/>
            <a:pathLst>
              <a:path extrusionOk="0" h="6274" w="6274">
                <a:moveTo>
                  <a:pt x="4795" y="2749"/>
                </a:moveTo>
                <a:cubicBezTo>
                  <a:pt x="5004" y="2749"/>
                  <a:pt x="5168" y="2913"/>
                  <a:pt x="5168" y="3122"/>
                </a:cubicBezTo>
                <a:cubicBezTo>
                  <a:pt x="5168" y="3331"/>
                  <a:pt x="5004" y="3496"/>
                  <a:pt x="4795" y="3496"/>
                </a:cubicBezTo>
                <a:lnTo>
                  <a:pt x="1464" y="3496"/>
                </a:lnTo>
                <a:cubicBezTo>
                  <a:pt x="1270" y="3496"/>
                  <a:pt x="1106" y="3331"/>
                  <a:pt x="1106" y="3122"/>
                </a:cubicBezTo>
                <a:cubicBezTo>
                  <a:pt x="1106" y="2913"/>
                  <a:pt x="1270" y="2749"/>
                  <a:pt x="1464" y="2749"/>
                </a:cubicBezTo>
                <a:close/>
                <a:moveTo>
                  <a:pt x="3152" y="1"/>
                </a:moveTo>
                <a:cubicBezTo>
                  <a:pt x="1419" y="1"/>
                  <a:pt x="1" y="1405"/>
                  <a:pt x="1" y="3122"/>
                </a:cubicBezTo>
                <a:cubicBezTo>
                  <a:pt x="1" y="4840"/>
                  <a:pt x="1419" y="6274"/>
                  <a:pt x="3152" y="6274"/>
                </a:cubicBezTo>
                <a:cubicBezTo>
                  <a:pt x="4870" y="6274"/>
                  <a:pt x="6274" y="4840"/>
                  <a:pt x="6274" y="3122"/>
                </a:cubicBezTo>
                <a:cubicBezTo>
                  <a:pt x="6274" y="1405"/>
                  <a:pt x="4870" y="1"/>
                  <a:pt x="31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80"/>
          <p:cNvSpPr/>
          <p:nvPr/>
        </p:nvSpPr>
        <p:spPr>
          <a:xfrm>
            <a:off x="7181669" y="2367908"/>
            <a:ext cx="309320" cy="307787"/>
          </a:xfrm>
          <a:custGeom>
            <a:rect b="b" l="l" r="r" t="t"/>
            <a:pathLst>
              <a:path extrusionOk="0" h="6274" w="6259">
                <a:moveTo>
                  <a:pt x="3137" y="732"/>
                </a:moveTo>
                <a:cubicBezTo>
                  <a:pt x="3346" y="732"/>
                  <a:pt x="3510" y="911"/>
                  <a:pt x="3510" y="1105"/>
                </a:cubicBezTo>
                <a:lnTo>
                  <a:pt x="3510" y="3316"/>
                </a:lnTo>
                <a:cubicBezTo>
                  <a:pt x="3510" y="3510"/>
                  <a:pt x="3346" y="3674"/>
                  <a:pt x="3137" y="3674"/>
                </a:cubicBezTo>
                <a:cubicBezTo>
                  <a:pt x="2943" y="3674"/>
                  <a:pt x="2778" y="3510"/>
                  <a:pt x="2778" y="3316"/>
                </a:cubicBezTo>
                <a:lnTo>
                  <a:pt x="2778" y="1105"/>
                </a:lnTo>
                <a:cubicBezTo>
                  <a:pt x="2778" y="911"/>
                  <a:pt x="2943" y="732"/>
                  <a:pt x="3137" y="732"/>
                </a:cubicBezTo>
                <a:close/>
                <a:moveTo>
                  <a:pt x="4436" y="1464"/>
                </a:moveTo>
                <a:cubicBezTo>
                  <a:pt x="4541" y="1464"/>
                  <a:pt x="4630" y="1494"/>
                  <a:pt x="4690" y="1568"/>
                </a:cubicBezTo>
                <a:cubicBezTo>
                  <a:pt x="5108" y="1987"/>
                  <a:pt x="5347" y="2539"/>
                  <a:pt x="5347" y="3122"/>
                </a:cubicBezTo>
                <a:cubicBezTo>
                  <a:pt x="5347" y="3719"/>
                  <a:pt x="5108" y="4272"/>
                  <a:pt x="4690" y="4675"/>
                </a:cubicBezTo>
                <a:cubicBezTo>
                  <a:pt x="4287" y="5093"/>
                  <a:pt x="3734" y="5347"/>
                  <a:pt x="3137" y="5347"/>
                </a:cubicBezTo>
                <a:cubicBezTo>
                  <a:pt x="2554" y="5347"/>
                  <a:pt x="1972" y="5093"/>
                  <a:pt x="1554" y="4690"/>
                </a:cubicBezTo>
                <a:cubicBezTo>
                  <a:pt x="1135" y="4272"/>
                  <a:pt x="911" y="3719"/>
                  <a:pt x="911" y="3122"/>
                </a:cubicBezTo>
                <a:cubicBezTo>
                  <a:pt x="911" y="2539"/>
                  <a:pt x="1135" y="1987"/>
                  <a:pt x="1554" y="1568"/>
                </a:cubicBezTo>
                <a:cubicBezTo>
                  <a:pt x="1628" y="1494"/>
                  <a:pt x="1718" y="1464"/>
                  <a:pt x="1822" y="1464"/>
                </a:cubicBezTo>
                <a:cubicBezTo>
                  <a:pt x="1912" y="1464"/>
                  <a:pt x="2002" y="1494"/>
                  <a:pt x="2076" y="1568"/>
                </a:cubicBezTo>
                <a:cubicBezTo>
                  <a:pt x="2226" y="1718"/>
                  <a:pt x="2226" y="1942"/>
                  <a:pt x="2076" y="2091"/>
                </a:cubicBezTo>
                <a:cubicBezTo>
                  <a:pt x="1793" y="2360"/>
                  <a:pt x="1643" y="2733"/>
                  <a:pt x="1643" y="3122"/>
                </a:cubicBezTo>
                <a:cubicBezTo>
                  <a:pt x="1643" y="3510"/>
                  <a:pt x="1793" y="3883"/>
                  <a:pt x="2076" y="4167"/>
                </a:cubicBezTo>
                <a:cubicBezTo>
                  <a:pt x="2345" y="4421"/>
                  <a:pt x="2748" y="4585"/>
                  <a:pt x="3137" y="4585"/>
                </a:cubicBezTo>
                <a:cubicBezTo>
                  <a:pt x="3540" y="4585"/>
                  <a:pt x="3913" y="4421"/>
                  <a:pt x="4182" y="4167"/>
                </a:cubicBezTo>
                <a:cubicBezTo>
                  <a:pt x="4451" y="3883"/>
                  <a:pt x="4600" y="3510"/>
                  <a:pt x="4600" y="3122"/>
                </a:cubicBezTo>
                <a:cubicBezTo>
                  <a:pt x="4600" y="2733"/>
                  <a:pt x="4451" y="2360"/>
                  <a:pt x="4182" y="2091"/>
                </a:cubicBezTo>
                <a:cubicBezTo>
                  <a:pt x="4033" y="1942"/>
                  <a:pt x="4033" y="1718"/>
                  <a:pt x="4182" y="1568"/>
                </a:cubicBezTo>
                <a:cubicBezTo>
                  <a:pt x="4242" y="1494"/>
                  <a:pt x="4332" y="1464"/>
                  <a:pt x="4436" y="1464"/>
                </a:cubicBezTo>
                <a:close/>
                <a:moveTo>
                  <a:pt x="3137" y="0"/>
                </a:moveTo>
                <a:cubicBezTo>
                  <a:pt x="1419" y="0"/>
                  <a:pt x="0" y="1404"/>
                  <a:pt x="0" y="3122"/>
                </a:cubicBezTo>
                <a:cubicBezTo>
                  <a:pt x="0" y="4839"/>
                  <a:pt x="1419" y="6273"/>
                  <a:pt x="3137" y="6273"/>
                </a:cubicBezTo>
                <a:cubicBezTo>
                  <a:pt x="4854" y="6273"/>
                  <a:pt x="6258" y="4839"/>
                  <a:pt x="6258" y="3122"/>
                </a:cubicBezTo>
                <a:cubicBezTo>
                  <a:pt x="6258" y="1404"/>
                  <a:pt x="4854" y="0"/>
                  <a:pt x="31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80"/>
          <p:cNvSpPr/>
          <p:nvPr/>
        </p:nvSpPr>
        <p:spPr>
          <a:xfrm>
            <a:off x="5016681" y="2368277"/>
            <a:ext cx="309320" cy="307051"/>
          </a:xfrm>
          <a:custGeom>
            <a:rect b="b" l="l" r="r" t="t"/>
            <a:pathLst>
              <a:path extrusionOk="0" h="6259" w="6259">
                <a:moveTo>
                  <a:pt x="3137" y="1105"/>
                </a:moveTo>
                <a:cubicBezTo>
                  <a:pt x="3346" y="1105"/>
                  <a:pt x="3510" y="1270"/>
                  <a:pt x="3510" y="1464"/>
                </a:cubicBezTo>
                <a:cubicBezTo>
                  <a:pt x="3510" y="1673"/>
                  <a:pt x="3346" y="1837"/>
                  <a:pt x="3137" y="1837"/>
                </a:cubicBezTo>
                <a:cubicBezTo>
                  <a:pt x="2943" y="1837"/>
                  <a:pt x="2778" y="1673"/>
                  <a:pt x="2778" y="1464"/>
                </a:cubicBezTo>
                <a:cubicBezTo>
                  <a:pt x="2778" y="1270"/>
                  <a:pt x="2943" y="1105"/>
                  <a:pt x="3137" y="1105"/>
                </a:cubicBezTo>
                <a:close/>
                <a:moveTo>
                  <a:pt x="3137" y="2569"/>
                </a:moveTo>
                <a:cubicBezTo>
                  <a:pt x="3346" y="2569"/>
                  <a:pt x="3510" y="2733"/>
                  <a:pt x="3510" y="2927"/>
                </a:cubicBezTo>
                <a:lnTo>
                  <a:pt x="3510" y="4794"/>
                </a:lnTo>
                <a:cubicBezTo>
                  <a:pt x="3510" y="5004"/>
                  <a:pt x="3346" y="5168"/>
                  <a:pt x="3137" y="5168"/>
                </a:cubicBezTo>
                <a:cubicBezTo>
                  <a:pt x="2943" y="5168"/>
                  <a:pt x="2778" y="5004"/>
                  <a:pt x="2778" y="4794"/>
                </a:cubicBezTo>
                <a:lnTo>
                  <a:pt x="2778" y="2927"/>
                </a:lnTo>
                <a:cubicBezTo>
                  <a:pt x="2778" y="2733"/>
                  <a:pt x="2943" y="2569"/>
                  <a:pt x="3137" y="2569"/>
                </a:cubicBezTo>
                <a:close/>
                <a:moveTo>
                  <a:pt x="3137" y="0"/>
                </a:moveTo>
                <a:cubicBezTo>
                  <a:pt x="1419" y="0"/>
                  <a:pt x="0" y="1404"/>
                  <a:pt x="0" y="3122"/>
                </a:cubicBezTo>
                <a:cubicBezTo>
                  <a:pt x="0" y="4839"/>
                  <a:pt x="1419" y="6258"/>
                  <a:pt x="3137" y="6258"/>
                </a:cubicBezTo>
                <a:cubicBezTo>
                  <a:pt x="4854" y="6258"/>
                  <a:pt x="6258" y="4839"/>
                  <a:pt x="6258" y="3122"/>
                </a:cubicBezTo>
                <a:cubicBezTo>
                  <a:pt x="6258" y="1404"/>
                  <a:pt x="4854" y="0"/>
                  <a:pt x="31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80"/>
          <p:cNvSpPr/>
          <p:nvPr/>
        </p:nvSpPr>
        <p:spPr>
          <a:xfrm>
            <a:off x="6078983" y="2368277"/>
            <a:ext cx="309320" cy="307051"/>
          </a:xfrm>
          <a:custGeom>
            <a:rect b="b" l="l" r="r" t="t"/>
            <a:pathLst>
              <a:path extrusionOk="0" h="6259" w="6259">
                <a:moveTo>
                  <a:pt x="3137" y="1091"/>
                </a:moveTo>
                <a:cubicBezTo>
                  <a:pt x="3346" y="1091"/>
                  <a:pt x="3510" y="1255"/>
                  <a:pt x="3510" y="1464"/>
                </a:cubicBezTo>
                <a:lnTo>
                  <a:pt x="3510" y="2748"/>
                </a:lnTo>
                <a:lnTo>
                  <a:pt x="4795" y="2748"/>
                </a:lnTo>
                <a:cubicBezTo>
                  <a:pt x="4989" y="2748"/>
                  <a:pt x="5153" y="2913"/>
                  <a:pt x="5153" y="3122"/>
                </a:cubicBezTo>
                <a:cubicBezTo>
                  <a:pt x="5153" y="3316"/>
                  <a:pt x="4989" y="3480"/>
                  <a:pt x="4795" y="3480"/>
                </a:cubicBezTo>
                <a:lnTo>
                  <a:pt x="3510" y="3480"/>
                </a:lnTo>
                <a:lnTo>
                  <a:pt x="3510" y="4795"/>
                </a:lnTo>
                <a:cubicBezTo>
                  <a:pt x="3510" y="4989"/>
                  <a:pt x="3346" y="5153"/>
                  <a:pt x="3137" y="5153"/>
                </a:cubicBezTo>
                <a:cubicBezTo>
                  <a:pt x="2943" y="5153"/>
                  <a:pt x="2778" y="4989"/>
                  <a:pt x="2778" y="4795"/>
                </a:cubicBezTo>
                <a:lnTo>
                  <a:pt x="2778" y="3480"/>
                </a:lnTo>
                <a:lnTo>
                  <a:pt x="1464" y="3480"/>
                </a:lnTo>
                <a:cubicBezTo>
                  <a:pt x="1255" y="3480"/>
                  <a:pt x="1091" y="3316"/>
                  <a:pt x="1091" y="3122"/>
                </a:cubicBezTo>
                <a:cubicBezTo>
                  <a:pt x="1091" y="2913"/>
                  <a:pt x="1255" y="2748"/>
                  <a:pt x="1464" y="2748"/>
                </a:cubicBezTo>
                <a:lnTo>
                  <a:pt x="2778" y="2748"/>
                </a:lnTo>
                <a:lnTo>
                  <a:pt x="2778" y="1464"/>
                </a:lnTo>
                <a:cubicBezTo>
                  <a:pt x="2778" y="1255"/>
                  <a:pt x="2943" y="1091"/>
                  <a:pt x="3137" y="1091"/>
                </a:cubicBezTo>
                <a:close/>
                <a:moveTo>
                  <a:pt x="3137" y="0"/>
                </a:moveTo>
                <a:cubicBezTo>
                  <a:pt x="1419" y="0"/>
                  <a:pt x="0" y="1389"/>
                  <a:pt x="0" y="3122"/>
                </a:cubicBezTo>
                <a:cubicBezTo>
                  <a:pt x="0" y="4839"/>
                  <a:pt x="1419" y="6258"/>
                  <a:pt x="3137" y="6258"/>
                </a:cubicBezTo>
                <a:cubicBezTo>
                  <a:pt x="4854" y="6258"/>
                  <a:pt x="6258" y="4839"/>
                  <a:pt x="6258" y="3122"/>
                </a:cubicBezTo>
                <a:cubicBezTo>
                  <a:pt x="6258" y="1389"/>
                  <a:pt x="4854" y="0"/>
                  <a:pt x="31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80"/>
          <p:cNvSpPr/>
          <p:nvPr/>
        </p:nvSpPr>
        <p:spPr>
          <a:xfrm>
            <a:off x="5568830" y="2368277"/>
            <a:ext cx="309320" cy="307051"/>
          </a:xfrm>
          <a:custGeom>
            <a:rect b="b" l="l" r="r" t="t"/>
            <a:pathLst>
              <a:path extrusionOk="0" h="6259" w="6259">
                <a:moveTo>
                  <a:pt x="3137" y="1091"/>
                </a:moveTo>
                <a:cubicBezTo>
                  <a:pt x="3749" y="1091"/>
                  <a:pt x="4242" y="1599"/>
                  <a:pt x="4242" y="2196"/>
                </a:cubicBezTo>
                <a:cubicBezTo>
                  <a:pt x="4242" y="2555"/>
                  <a:pt x="4078" y="2883"/>
                  <a:pt x="3794" y="3092"/>
                </a:cubicBezTo>
                <a:cubicBezTo>
                  <a:pt x="3615" y="3227"/>
                  <a:pt x="3510" y="3570"/>
                  <a:pt x="3510" y="3750"/>
                </a:cubicBezTo>
                <a:lnTo>
                  <a:pt x="3510" y="3854"/>
                </a:lnTo>
                <a:cubicBezTo>
                  <a:pt x="3510" y="4048"/>
                  <a:pt x="3346" y="4213"/>
                  <a:pt x="3137" y="4213"/>
                </a:cubicBezTo>
                <a:cubicBezTo>
                  <a:pt x="2942" y="4213"/>
                  <a:pt x="2778" y="4048"/>
                  <a:pt x="2778" y="3854"/>
                </a:cubicBezTo>
                <a:lnTo>
                  <a:pt x="2778" y="3750"/>
                </a:lnTo>
                <a:cubicBezTo>
                  <a:pt x="2778" y="3346"/>
                  <a:pt x="2987" y="2764"/>
                  <a:pt x="3361" y="2495"/>
                </a:cubicBezTo>
                <a:cubicBezTo>
                  <a:pt x="3644" y="2286"/>
                  <a:pt x="3495" y="1838"/>
                  <a:pt x="3137" y="1838"/>
                </a:cubicBezTo>
                <a:cubicBezTo>
                  <a:pt x="2942" y="1838"/>
                  <a:pt x="2778" y="2002"/>
                  <a:pt x="2778" y="2196"/>
                </a:cubicBezTo>
                <a:cubicBezTo>
                  <a:pt x="2778" y="2405"/>
                  <a:pt x="2614" y="2570"/>
                  <a:pt x="2405" y="2570"/>
                </a:cubicBezTo>
                <a:cubicBezTo>
                  <a:pt x="2211" y="2570"/>
                  <a:pt x="2046" y="2405"/>
                  <a:pt x="2046" y="2196"/>
                </a:cubicBezTo>
                <a:cubicBezTo>
                  <a:pt x="2046" y="1599"/>
                  <a:pt x="2539" y="1091"/>
                  <a:pt x="3137" y="1091"/>
                </a:cubicBezTo>
                <a:close/>
                <a:moveTo>
                  <a:pt x="3137" y="4616"/>
                </a:moveTo>
                <a:cubicBezTo>
                  <a:pt x="3346" y="4616"/>
                  <a:pt x="3510" y="4780"/>
                  <a:pt x="3510" y="4974"/>
                </a:cubicBezTo>
                <a:cubicBezTo>
                  <a:pt x="3510" y="5183"/>
                  <a:pt x="3346" y="5348"/>
                  <a:pt x="3137" y="5348"/>
                </a:cubicBezTo>
                <a:cubicBezTo>
                  <a:pt x="2942" y="5348"/>
                  <a:pt x="2778" y="5183"/>
                  <a:pt x="2778" y="4974"/>
                </a:cubicBezTo>
                <a:cubicBezTo>
                  <a:pt x="2778" y="4780"/>
                  <a:pt x="2942" y="4616"/>
                  <a:pt x="3137" y="4616"/>
                </a:cubicBezTo>
                <a:close/>
                <a:moveTo>
                  <a:pt x="3137" y="1"/>
                </a:moveTo>
                <a:cubicBezTo>
                  <a:pt x="1419" y="1"/>
                  <a:pt x="0" y="1390"/>
                  <a:pt x="0" y="3122"/>
                </a:cubicBezTo>
                <a:cubicBezTo>
                  <a:pt x="0" y="4840"/>
                  <a:pt x="1419" y="6259"/>
                  <a:pt x="3137" y="6259"/>
                </a:cubicBezTo>
                <a:cubicBezTo>
                  <a:pt x="4869" y="6259"/>
                  <a:pt x="6258" y="4840"/>
                  <a:pt x="6258" y="3122"/>
                </a:cubicBezTo>
                <a:cubicBezTo>
                  <a:pt x="6258" y="1390"/>
                  <a:pt x="4869" y="1"/>
                  <a:pt x="31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80"/>
          <p:cNvSpPr/>
          <p:nvPr/>
        </p:nvSpPr>
        <p:spPr>
          <a:xfrm>
            <a:off x="7723433" y="2368277"/>
            <a:ext cx="309320" cy="307051"/>
          </a:xfrm>
          <a:custGeom>
            <a:rect b="b" l="l" r="r" t="t"/>
            <a:pathLst>
              <a:path extrusionOk="0" h="6259" w="6259">
                <a:moveTo>
                  <a:pt x="4429" y="1468"/>
                </a:moveTo>
                <a:cubicBezTo>
                  <a:pt x="4522" y="1468"/>
                  <a:pt x="4615" y="1501"/>
                  <a:pt x="4690" y="1569"/>
                </a:cubicBezTo>
                <a:cubicBezTo>
                  <a:pt x="4839" y="1718"/>
                  <a:pt x="4839" y="1957"/>
                  <a:pt x="4690" y="2091"/>
                </a:cubicBezTo>
                <a:lnTo>
                  <a:pt x="3659" y="3122"/>
                </a:lnTo>
                <a:lnTo>
                  <a:pt x="4690" y="4138"/>
                </a:lnTo>
                <a:cubicBezTo>
                  <a:pt x="4839" y="4287"/>
                  <a:pt x="4839" y="4526"/>
                  <a:pt x="4690" y="4660"/>
                </a:cubicBezTo>
                <a:cubicBezTo>
                  <a:pt x="4615" y="4735"/>
                  <a:pt x="4522" y="4772"/>
                  <a:pt x="4429" y="4772"/>
                </a:cubicBezTo>
                <a:cubicBezTo>
                  <a:pt x="4335" y="4772"/>
                  <a:pt x="4242" y="4735"/>
                  <a:pt x="4167" y="4660"/>
                </a:cubicBezTo>
                <a:lnTo>
                  <a:pt x="3152" y="3645"/>
                </a:lnTo>
                <a:lnTo>
                  <a:pt x="2091" y="4660"/>
                </a:lnTo>
                <a:cubicBezTo>
                  <a:pt x="2024" y="4735"/>
                  <a:pt x="1931" y="4772"/>
                  <a:pt x="1837" y="4772"/>
                </a:cubicBezTo>
                <a:cubicBezTo>
                  <a:pt x="1744" y="4772"/>
                  <a:pt x="1651" y="4735"/>
                  <a:pt x="1583" y="4660"/>
                </a:cubicBezTo>
                <a:cubicBezTo>
                  <a:pt x="1434" y="4526"/>
                  <a:pt x="1434" y="4287"/>
                  <a:pt x="1583" y="4138"/>
                </a:cubicBezTo>
                <a:lnTo>
                  <a:pt x="2599" y="3122"/>
                </a:lnTo>
                <a:lnTo>
                  <a:pt x="1583" y="2091"/>
                </a:lnTo>
                <a:cubicBezTo>
                  <a:pt x="1434" y="1957"/>
                  <a:pt x="1434" y="1718"/>
                  <a:pt x="1583" y="1569"/>
                </a:cubicBezTo>
                <a:cubicBezTo>
                  <a:pt x="1651" y="1501"/>
                  <a:pt x="1744" y="1468"/>
                  <a:pt x="1837" y="1468"/>
                </a:cubicBezTo>
                <a:cubicBezTo>
                  <a:pt x="1931" y="1468"/>
                  <a:pt x="2024" y="1501"/>
                  <a:pt x="2091" y="1569"/>
                </a:cubicBezTo>
                <a:lnTo>
                  <a:pt x="3152" y="2599"/>
                </a:lnTo>
                <a:lnTo>
                  <a:pt x="4167" y="1569"/>
                </a:lnTo>
                <a:cubicBezTo>
                  <a:pt x="4242" y="1501"/>
                  <a:pt x="4335" y="1468"/>
                  <a:pt x="4429" y="1468"/>
                </a:cubicBezTo>
                <a:close/>
                <a:moveTo>
                  <a:pt x="3152" y="0"/>
                </a:moveTo>
                <a:cubicBezTo>
                  <a:pt x="1419" y="0"/>
                  <a:pt x="0" y="1404"/>
                  <a:pt x="0" y="3122"/>
                </a:cubicBezTo>
                <a:cubicBezTo>
                  <a:pt x="0" y="4840"/>
                  <a:pt x="1419" y="6259"/>
                  <a:pt x="3152" y="6259"/>
                </a:cubicBezTo>
                <a:cubicBezTo>
                  <a:pt x="4869" y="6259"/>
                  <a:pt x="6258" y="4840"/>
                  <a:pt x="6258" y="3122"/>
                </a:cubicBezTo>
                <a:cubicBezTo>
                  <a:pt x="6258" y="1404"/>
                  <a:pt x="4869" y="0"/>
                  <a:pt x="31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80"/>
          <p:cNvSpPr/>
          <p:nvPr/>
        </p:nvSpPr>
        <p:spPr>
          <a:xfrm>
            <a:off x="8244367" y="2368277"/>
            <a:ext cx="310061" cy="307051"/>
          </a:xfrm>
          <a:custGeom>
            <a:rect b="b" l="l" r="r" t="t"/>
            <a:pathLst>
              <a:path extrusionOk="0" h="6259" w="6274">
                <a:moveTo>
                  <a:pt x="3152" y="1106"/>
                </a:moveTo>
                <a:cubicBezTo>
                  <a:pt x="4258" y="1106"/>
                  <a:pt x="5169" y="2002"/>
                  <a:pt x="5169" y="3122"/>
                </a:cubicBezTo>
                <a:cubicBezTo>
                  <a:pt x="5169" y="3466"/>
                  <a:pt x="5079" y="3824"/>
                  <a:pt x="4915" y="4123"/>
                </a:cubicBezTo>
                <a:lnTo>
                  <a:pt x="2137" y="1360"/>
                </a:lnTo>
                <a:cubicBezTo>
                  <a:pt x="2435" y="1195"/>
                  <a:pt x="2794" y="1106"/>
                  <a:pt x="3152" y="1106"/>
                </a:cubicBezTo>
                <a:close/>
                <a:moveTo>
                  <a:pt x="1360" y="2136"/>
                </a:moveTo>
                <a:lnTo>
                  <a:pt x="4123" y="4915"/>
                </a:lnTo>
                <a:cubicBezTo>
                  <a:pt x="3824" y="5079"/>
                  <a:pt x="3496" y="5168"/>
                  <a:pt x="3152" y="5168"/>
                </a:cubicBezTo>
                <a:cubicBezTo>
                  <a:pt x="2032" y="5168"/>
                  <a:pt x="1106" y="4227"/>
                  <a:pt x="1106" y="3122"/>
                </a:cubicBezTo>
                <a:cubicBezTo>
                  <a:pt x="1106" y="2779"/>
                  <a:pt x="1196" y="2435"/>
                  <a:pt x="1360" y="2136"/>
                </a:cubicBezTo>
                <a:close/>
                <a:moveTo>
                  <a:pt x="3152" y="1"/>
                </a:moveTo>
                <a:cubicBezTo>
                  <a:pt x="1420" y="1"/>
                  <a:pt x="1" y="1405"/>
                  <a:pt x="1" y="3122"/>
                </a:cubicBezTo>
                <a:cubicBezTo>
                  <a:pt x="1" y="4840"/>
                  <a:pt x="1420" y="6259"/>
                  <a:pt x="3152" y="6259"/>
                </a:cubicBezTo>
                <a:cubicBezTo>
                  <a:pt x="4870" y="6259"/>
                  <a:pt x="6274" y="4840"/>
                  <a:pt x="6274" y="3122"/>
                </a:cubicBezTo>
                <a:cubicBezTo>
                  <a:pt x="6274" y="1405"/>
                  <a:pt x="4870" y="1"/>
                  <a:pt x="315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3" name="Google Shape;923;p80"/>
          <p:cNvGrpSpPr/>
          <p:nvPr/>
        </p:nvGrpSpPr>
        <p:grpSpPr>
          <a:xfrm>
            <a:off x="5027381" y="3881404"/>
            <a:ext cx="287923" cy="286544"/>
            <a:chOff x="873344" y="1057465"/>
            <a:chExt cx="287923" cy="286544"/>
          </a:xfrm>
        </p:grpSpPr>
        <p:sp>
          <p:nvSpPr>
            <p:cNvPr id="924" name="Google Shape;924;p80"/>
            <p:cNvSpPr/>
            <p:nvPr/>
          </p:nvSpPr>
          <p:spPr>
            <a:xfrm>
              <a:off x="885897" y="1057465"/>
              <a:ext cx="262074" cy="117296"/>
            </a:xfrm>
            <a:custGeom>
              <a:rect b="b" l="l" r="r" t="t"/>
              <a:pathLst>
                <a:path extrusionOk="0" h="2391" w="5303">
                  <a:moveTo>
                    <a:pt x="2659" y="0"/>
                  </a:moveTo>
                  <a:cubicBezTo>
                    <a:pt x="2554" y="0"/>
                    <a:pt x="2450" y="45"/>
                    <a:pt x="2360" y="105"/>
                  </a:cubicBezTo>
                  <a:lnTo>
                    <a:pt x="0" y="2091"/>
                  </a:lnTo>
                  <a:lnTo>
                    <a:pt x="388" y="2390"/>
                  </a:lnTo>
                  <a:cubicBezTo>
                    <a:pt x="418" y="2196"/>
                    <a:pt x="583" y="2047"/>
                    <a:pt x="777" y="2047"/>
                  </a:cubicBezTo>
                  <a:lnTo>
                    <a:pt x="4541" y="2047"/>
                  </a:lnTo>
                  <a:cubicBezTo>
                    <a:pt x="4735" y="2047"/>
                    <a:pt x="4899" y="2196"/>
                    <a:pt x="4929" y="2390"/>
                  </a:cubicBezTo>
                  <a:lnTo>
                    <a:pt x="5302" y="2091"/>
                  </a:lnTo>
                  <a:lnTo>
                    <a:pt x="2942" y="105"/>
                  </a:lnTo>
                  <a:cubicBezTo>
                    <a:pt x="2853" y="45"/>
                    <a:pt x="2763" y="0"/>
                    <a:pt x="26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80"/>
            <p:cNvSpPr/>
            <p:nvPr/>
          </p:nvSpPr>
          <p:spPr>
            <a:xfrm>
              <a:off x="921282" y="1174712"/>
              <a:ext cx="191255" cy="85017"/>
            </a:xfrm>
            <a:custGeom>
              <a:rect b="b" l="l" r="r" t="t"/>
              <a:pathLst>
                <a:path extrusionOk="0" h="1733" w="3870">
                  <a:moveTo>
                    <a:pt x="61" y="0"/>
                  </a:moveTo>
                  <a:cubicBezTo>
                    <a:pt x="31" y="0"/>
                    <a:pt x="1" y="30"/>
                    <a:pt x="1" y="60"/>
                  </a:cubicBezTo>
                  <a:lnTo>
                    <a:pt x="1" y="254"/>
                  </a:lnTo>
                  <a:lnTo>
                    <a:pt x="1868" y="1718"/>
                  </a:lnTo>
                  <a:cubicBezTo>
                    <a:pt x="1898" y="1733"/>
                    <a:pt x="1928" y="1733"/>
                    <a:pt x="1943" y="1733"/>
                  </a:cubicBezTo>
                  <a:cubicBezTo>
                    <a:pt x="1958" y="1733"/>
                    <a:pt x="1987" y="1733"/>
                    <a:pt x="2002" y="1718"/>
                  </a:cubicBezTo>
                  <a:lnTo>
                    <a:pt x="3869" y="254"/>
                  </a:lnTo>
                  <a:lnTo>
                    <a:pt x="3869" y="60"/>
                  </a:lnTo>
                  <a:cubicBezTo>
                    <a:pt x="3869" y="30"/>
                    <a:pt x="3854" y="0"/>
                    <a:pt x="3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80"/>
            <p:cNvSpPr/>
            <p:nvPr/>
          </p:nvSpPr>
          <p:spPr>
            <a:xfrm>
              <a:off x="888812" y="1266302"/>
              <a:ext cx="256193" cy="77707"/>
            </a:xfrm>
            <a:custGeom>
              <a:rect b="b" l="l" r="r" t="t"/>
              <a:pathLst>
                <a:path extrusionOk="0" h="1584" w="5184">
                  <a:moveTo>
                    <a:pt x="2166" y="0"/>
                  </a:moveTo>
                  <a:cubicBezTo>
                    <a:pt x="2166" y="15"/>
                    <a:pt x="2152" y="15"/>
                    <a:pt x="2152" y="15"/>
                  </a:cubicBezTo>
                  <a:lnTo>
                    <a:pt x="1" y="1553"/>
                  </a:lnTo>
                  <a:cubicBezTo>
                    <a:pt x="46" y="1568"/>
                    <a:pt x="90" y="1583"/>
                    <a:pt x="135" y="1583"/>
                  </a:cubicBezTo>
                  <a:lnTo>
                    <a:pt x="5049" y="1583"/>
                  </a:lnTo>
                  <a:cubicBezTo>
                    <a:pt x="5109" y="1583"/>
                    <a:pt x="5154" y="1568"/>
                    <a:pt x="5184" y="1553"/>
                  </a:cubicBezTo>
                  <a:lnTo>
                    <a:pt x="3048" y="15"/>
                  </a:lnTo>
                  <a:cubicBezTo>
                    <a:pt x="3033" y="15"/>
                    <a:pt x="3033" y="15"/>
                    <a:pt x="3018" y="0"/>
                  </a:cubicBezTo>
                  <a:lnTo>
                    <a:pt x="2883" y="120"/>
                  </a:lnTo>
                  <a:cubicBezTo>
                    <a:pt x="2794" y="179"/>
                    <a:pt x="2689" y="209"/>
                    <a:pt x="2600" y="209"/>
                  </a:cubicBezTo>
                  <a:cubicBezTo>
                    <a:pt x="2495" y="209"/>
                    <a:pt x="2391" y="179"/>
                    <a:pt x="2316" y="120"/>
                  </a:cubicBezTo>
                  <a:lnTo>
                    <a:pt x="2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80"/>
            <p:cNvSpPr/>
            <p:nvPr/>
          </p:nvSpPr>
          <p:spPr>
            <a:xfrm>
              <a:off x="1051950" y="1171033"/>
              <a:ext cx="109317" cy="160516"/>
            </a:xfrm>
            <a:custGeom>
              <a:rect b="b" l="l" r="r" t="t"/>
              <a:pathLst>
                <a:path extrusionOk="0" h="3272" w="2212">
                  <a:moveTo>
                    <a:pt x="2211" y="0"/>
                  </a:moveTo>
                  <a:lnTo>
                    <a:pt x="1" y="1733"/>
                  </a:lnTo>
                  <a:lnTo>
                    <a:pt x="2166" y="3271"/>
                  </a:lnTo>
                  <a:cubicBezTo>
                    <a:pt x="2196" y="3212"/>
                    <a:pt x="2211" y="3137"/>
                    <a:pt x="2211" y="3062"/>
                  </a:cubicBezTo>
                  <a:lnTo>
                    <a:pt x="22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80"/>
            <p:cNvSpPr/>
            <p:nvPr/>
          </p:nvSpPr>
          <p:spPr>
            <a:xfrm>
              <a:off x="873344" y="1171033"/>
              <a:ext cx="108526" cy="160516"/>
            </a:xfrm>
            <a:custGeom>
              <a:rect b="b" l="l" r="r" t="t"/>
              <a:pathLst>
                <a:path extrusionOk="0" h="3272" w="2196">
                  <a:moveTo>
                    <a:pt x="0" y="0"/>
                  </a:moveTo>
                  <a:lnTo>
                    <a:pt x="0" y="3062"/>
                  </a:lnTo>
                  <a:cubicBezTo>
                    <a:pt x="0" y="3137"/>
                    <a:pt x="15" y="3212"/>
                    <a:pt x="45" y="3271"/>
                  </a:cubicBezTo>
                  <a:lnTo>
                    <a:pt x="2196" y="1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9" name="Google Shape;929;p80"/>
          <p:cNvGrpSpPr/>
          <p:nvPr/>
        </p:nvGrpSpPr>
        <p:grpSpPr>
          <a:xfrm>
            <a:off x="4455780" y="3907430"/>
            <a:ext cx="310064" cy="234495"/>
            <a:chOff x="4144735" y="1649490"/>
            <a:chExt cx="310064" cy="234495"/>
          </a:xfrm>
        </p:grpSpPr>
        <p:sp>
          <p:nvSpPr>
            <p:cNvPr id="930" name="Google Shape;930;p80"/>
            <p:cNvSpPr/>
            <p:nvPr/>
          </p:nvSpPr>
          <p:spPr>
            <a:xfrm>
              <a:off x="4160253" y="1649490"/>
              <a:ext cx="279025" cy="140746"/>
            </a:xfrm>
            <a:custGeom>
              <a:rect b="b" l="l" r="r" t="t"/>
              <a:pathLst>
                <a:path extrusionOk="0" h="2869" w="5646">
                  <a:moveTo>
                    <a:pt x="239" y="0"/>
                  </a:moveTo>
                  <a:cubicBezTo>
                    <a:pt x="150" y="0"/>
                    <a:pt x="75" y="15"/>
                    <a:pt x="0" y="60"/>
                  </a:cubicBezTo>
                  <a:lnTo>
                    <a:pt x="2808" y="2868"/>
                  </a:lnTo>
                  <a:lnTo>
                    <a:pt x="3435" y="2256"/>
                  </a:lnTo>
                  <a:lnTo>
                    <a:pt x="5646" y="60"/>
                  </a:lnTo>
                  <a:cubicBezTo>
                    <a:pt x="5571" y="15"/>
                    <a:pt x="5482" y="0"/>
                    <a:pt x="54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80"/>
            <p:cNvSpPr/>
            <p:nvPr/>
          </p:nvSpPr>
          <p:spPr>
            <a:xfrm>
              <a:off x="4349188" y="1664894"/>
              <a:ext cx="105611" cy="203000"/>
            </a:xfrm>
            <a:custGeom>
              <a:rect b="b" l="l" r="r" t="t"/>
              <a:pathLst>
                <a:path extrusionOk="0" h="4138" w="2137">
                  <a:moveTo>
                    <a:pt x="2077" y="0"/>
                  </a:moveTo>
                  <a:lnTo>
                    <a:pt x="1" y="2076"/>
                  </a:lnTo>
                  <a:lnTo>
                    <a:pt x="2077" y="4137"/>
                  </a:lnTo>
                  <a:cubicBezTo>
                    <a:pt x="2107" y="4078"/>
                    <a:pt x="2137" y="3988"/>
                    <a:pt x="2137" y="3913"/>
                  </a:cubicBezTo>
                  <a:lnTo>
                    <a:pt x="2137" y="239"/>
                  </a:lnTo>
                  <a:cubicBezTo>
                    <a:pt x="2137" y="149"/>
                    <a:pt x="2107" y="75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80"/>
            <p:cNvSpPr/>
            <p:nvPr/>
          </p:nvSpPr>
          <p:spPr>
            <a:xfrm>
              <a:off x="4144735" y="1664894"/>
              <a:ext cx="105611" cy="203000"/>
            </a:xfrm>
            <a:custGeom>
              <a:rect b="b" l="l" r="r" t="t"/>
              <a:pathLst>
                <a:path extrusionOk="0" h="4138" w="2137">
                  <a:moveTo>
                    <a:pt x="60" y="0"/>
                  </a:moveTo>
                  <a:cubicBezTo>
                    <a:pt x="30" y="75"/>
                    <a:pt x="1" y="149"/>
                    <a:pt x="1" y="239"/>
                  </a:cubicBezTo>
                  <a:lnTo>
                    <a:pt x="1" y="3913"/>
                  </a:lnTo>
                  <a:cubicBezTo>
                    <a:pt x="1" y="3988"/>
                    <a:pt x="30" y="4078"/>
                    <a:pt x="60" y="4137"/>
                  </a:cubicBezTo>
                  <a:lnTo>
                    <a:pt x="2136" y="2076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80"/>
            <p:cNvSpPr/>
            <p:nvPr/>
          </p:nvSpPr>
          <p:spPr>
            <a:xfrm>
              <a:off x="4160253" y="1779198"/>
              <a:ext cx="279025" cy="104787"/>
            </a:xfrm>
            <a:custGeom>
              <a:rect b="b" l="l" r="r" t="t"/>
              <a:pathLst>
                <a:path extrusionOk="0" h="2136" w="5646">
                  <a:moveTo>
                    <a:pt x="2076" y="0"/>
                  </a:moveTo>
                  <a:lnTo>
                    <a:pt x="0" y="2076"/>
                  </a:lnTo>
                  <a:cubicBezTo>
                    <a:pt x="75" y="2106"/>
                    <a:pt x="150" y="2136"/>
                    <a:pt x="239" y="2136"/>
                  </a:cubicBezTo>
                  <a:lnTo>
                    <a:pt x="5407" y="2136"/>
                  </a:lnTo>
                  <a:cubicBezTo>
                    <a:pt x="5482" y="2136"/>
                    <a:pt x="5571" y="2106"/>
                    <a:pt x="5646" y="2076"/>
                  </a:cubicBezTo>
                  <a:lnTo>
                    <a:pt x="3570" y="0"/>
                  </a:lnTo>
                  <a:lnTo>
                    <a:pt x="2943" y="612"/>
                  </a:lnTo>
                  <a:cubicBezTo>
                    <a:pt x="2898" y="642"/>
                    <a:pt x="2853" y="657"/>
                    <a:pt x="2808" y="657"/>
                  </a:cubicBezTo>
                  <a:cubicBezTo>
                    <a:pt x="2763" y="657"/>
                    <a:pt x="2719" y="642"/>
                    <a:pt x="2674" y="612"/>
                  </a:cubicBezTo>
                  <a:lnTo>
                    <a:pt x="2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4" name="Google Shape;934;p80"/>
          <p:cNvGrpSpPr/>
          <p:nvPr/>
        </p:nvGrpSpPr>
        <p:grpSpPr>
          <a:xfrm>
            <a:off x="7729012" y="2825571"/>
            <a:ext cx="298169" cy="339218"/>
            <a:chOff x="2707950" y="4399325"/>
            <a:chExt cx="423475" cy="481775"/>
          </a:xfrm>
        </p:grpSpPr>
        <p:sp>
          <p:nvSpPr>
            <p:cNvPr id="935" name="Google Shape;935;p80"/>
            <p:cNvSpPr/>
            <p:nvPr/>
          </p:nvSpPr>
          <p:spPr>
            <a:xfrm>
              <a:off x="2905550" y="4515000"/>
              <a:ext cx="28275" cy="366100"/>
            </a:xfrm>
            <a:custGeom>
              <a:rect b="b" l="l" r="r" t="t"/>
              <a:pathLst>
                <a:path extrusionOk="0" h="14644" w="1131">
                  <a:moveTo>
                    <a:pt x="1" y="0"/>
                  </a:moveTo>
                  <a:lnTo>
                    <a:pt x="1" y="14644"/>
                  </a:lnTo>
                  <a:lnTo>
                    <a:pt x="1130" y="14644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80"/>
            <p:cNvSpPr/>
            <p:nvPr/>
          </p:nvSpPr>
          <p:spPr>
            <a:xfrm>
              <a:off x="2962025" y="4710725"/>
              <a:ext cx="141175" cy="29225"/>
            </a:xfrm>
            <a:custGeom>
              <a:rect b="b" l="l" r="r" t="t"/>
              <a:pathLst>
                <a:path extrusionOk="0" h="1169" w="5647">
                  <a:moveTo>
                    <a:pt x="0" y="0"/>
                  </a:moveTo>
                  <a:lnTo>
                    <a:pt x="0" y="1169"/>
                  </a:lnTo>
                  <a:lnTo>
                    <a:pt x="5646" y="1169"/>
                  </a:lnTo>
                  <a:lnTo>
                    <a:pt x="56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80"/>
            <p:cNvSpPr/>
            <p:nvPr/>
          </p:nvSpPr>
          <p:spPr>
            <a:xfrm>
              <a:off x="2962025" y="4768175"/>
              <a:ext cx="141175" cy="112925"/>
            </a:xfrm>
            <a:custGeom>
              <a:rect b="b" l="l" r="r" t="t"/>
              <a:pathLst>
                <a:path extrusionOk="0" h="4517" w="5647">
                  <a:moveTo>
                    <a:pt x="0" y="0"/>
                  </a:moveTo>
                  <a:lnTo>
                    <a:pt x="0" y="4517"/>
                  </a:lnTo>
                  <a:lnTo>
                    <a:pt x="3951" y="4517"/>
                  </a:lnTo>
                  <a:cubicBezTo>
                    <a:pt x="4888" y="4517"/>
                    <a:pt x="5646" y="3758"/>
                    <a:pt x="5646" y="2825"/>
                  </a:cubicBezTo>
                  <a:lnTo>
                    <a:pt x="56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80"/>
            <p:cNvSpPr/>
            <p:nvPr/>
          </p:nvSpPr>
          <p:spPr>
            <a:xfrm>
              <a:off x="2736175" y="4710725"/>
              <a:ext cx="141175" cy="29225"/>
            </a:xfrm>
            <a:custGeom>
              <a:rect b="b" l="l" r="r" t="t"/>
              <a:pathLst>
                <a:path extrusionOk="0" h="1169" w="5647">
                  <a:moveTo>
                    <a:pt x="1" y="0"/>
                  </a:moveTo>
                  <a:lnTo>
                    <a:pt x="1" y="1169"/>
                  </a:lnTo>
                  <a:lnTo>
                    <a:pt x="5647" y="1169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80"/>
            <p:cNvSpPr/>
            <p:nvPr/>
          </p:nvSpPr>
          <p:spPr>
            <a:xfrm>
              <a:off x="2736175" y="4768175"/>
              <a:ext cx="141175" cy="112925"/>
            </a:xfrm>
            <a:custGeom>
              <a:rect b="b" l="l" r="r" t="t"/>
              <a:pathLst>
                <a:path extrusionOk="0" h="4517" w="5647">
                  <a:moveTo>
                    <a:pt x="1" y="0"/>
                  </a:moveTo>
                  <a:lnTo>
                    <a:pt x="1" y="2825"/>
                  </a:lnTo>
                  <a:cubicBezTo>
                    <a:pt x="1" y="3758"/>
                    <a:pt x="759" y="4517"/>
                    <a:pt x="1693" y="4517"/>
                  </a:cubicBezTo>
                  <a:lnTo>
                    <a:pt x="5647" y="4517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80"/>
            <p:cNvSpPr/>
            <p:nvPr/>
          </p:nvSpPr>
          <p:spPr>
            <a:xfrm>
              <a:off x="2707950" y="4515075"/>
              <a:ext cx="169400" cy="82825"/>
            </a:xfrm>
            <a:custGeom>
              <a:rect b="b" l="l" r="r" t="t"/>
              <a:pathLst>
                <a:path extrusionOk="0" h="3313" w="6776">
                  <a:moveTo>
                    <a:pt x="1693" y="0"/>
                  </a:moveTo>
                  <a:cubicBezTo>
                    <a:pt x="759" y="0"/>
                    <a:pt x="0" y="756"/>
                    <a:pt x="0" y="1693"/>
                  </a:cubicBezTo>
                  <a:lnTo>
                    <a:pt x="0" y="2747"/>
                  </a:lnTo>
                  <a:cubicBezTo>
                    <a:pt x="0" y="3060"/>
                    <a:pt x="253" y="3313"/>
                    <a:pt x="563" y="3313"/>
                  </a:cubicBezTo>
                  <a:lnTo>
                    <a:pt x="6776" y="3313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80"/>
            <p:cNvSpPr/>
            <p:nvPr/>
          </p:nvSpPr>
          <p:spPr>
            <a:xfrm>
              <a:off x="2736175" y="4626025"/>
              <a:ext cx="141175" cy="56500"/>
            </a:xfrm>
            <a:custGeom>
              <a:rect b="b" l="l" r="r" t="t"/>
              <a:pathLst>
                <a:path extrusionOk="0" h="2260" w="5647">
                  <a:moveTo>
                    <a:pt x="1" y="1"/>
                  </a:moveTo>
                  <a:lnTo>
                    <a:pt x="1" y="2259"/>
                  </a:lnTo>
                  <a:lnTo>
                    <a:pt x="5647" y="2259"/>
                  </a:lnTo>
                  <a:lnTo>
                    <a:pt x="56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80"/>
            <p:cNvSpPr/>
            <p:nvPr/>
          </p:nvSpPr>
          <p:spPr>
            <a:xfrm>
              <a:off x="2850525" y="4430375"/>
              <a:ext cx="138325" cy="56500"/>
            </a:xfrm>
            <a:custGeom>
              <a:rect b="b" l="l" r="r" t="t"/>
              <a:pathLst>
                <a:path extrusionOk="0" h="2260" w="5533">
                  <a:moveTo>
                    <a:pt x="2765" y="1"/>
                  </a:moveTo>
                  <a:cubicBezTo>
                    <a:pt x="1500" y="1"/>
                    <a:pt x="275" y="916"/>
                    <a:pt x="1" y="2259"/>
                  </a:cubicBezTo>
                  <a:lnTo>
                    <a:pt x="5532" y="2259"/>
                  </a:lnTo>
                  <a:cubicBezTo>
                    <a:pt x="5258" y="910"/>
                    <a:pt x="4030" y="1"/>
                    <a:pt x="2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80"/>
            <p:cNvSpPr/>
            <p:nvPr/>
          </p:nvSpPr>
          <p:spPr>
            <a:xfrm>
              <a:off x="2974300" y="4399350"/>
              <a:ext cx="129650" cy="87525"/>
            </a:xfrm>
            <a:custGeom>
              <a:rect b="b" l="l" r="r" t="t"/>
              <a:pathLst>
                <a:path extrusionOk="0" h="3501" w="5186">
                  <a:moveTo>
                    <a:pt x="2058" y="0"/>
                  </a:moveTo>
                  <a:cubicBezTo>
                    <a:pt x="1374" y="0"/>
                    <a:pt x="670" y="239"/>
                    <a:pt x="0" y="775"/>
                  </a:cubicBezTo>
                  <a:cubicBezTo>
                    <a:pt x="931" y="1398"/>
                    <a:pt x="1554" y="2389"/>
                    <a:pt x="1714" y="3500"/>
                  </a:cubicBezTo>
                  <a:lnTo>
                    <a:pt x="4397" y="3500"/>
                  </a:lnTo>
                  <a:cubicBezTo>
                    <a:pt x="4842" y="3497"/>
                    <a:pt x="5185" y="3109"/>
                    <a:pt x="5131" y="2666"/>
                  </a:cubicBezTo>
                  <a:cubicBezTo>
                    <a:pt x="5128" y="2639"/>
                    <a:pt x="5125" y="2609"/>
                    <a:pt x="5119" y="2579"/>
                  </a:cubicBezTo>
                  <a:cubicBezTo>
                    <a:pt x="4936" y="1482"/>
                    <a:pt x="4207" y="609"/>
                    <a:pt x="3171" y="212"/>
                  </a:cubicBezTo>
                  <a:cubicBezTo>
                    <a:pt x="2813" y="74"/>
                    <a:pt x="2438" y="0"/>
                    <a:pt x="20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80"/>
            <p:cNvSpPr/>
            <p:nvPr/>
          </p:nvSpPr>
          <p:spPr>
            <a:xfrm>
              <a:off x="2735425" y="4399325"/>
              <a:ext cx="129650" cy="87475"/>
            </a:xfrm>
            <a:custGeom>
              <a:rect b="b" l="l" r="r" t="t"/>
              <a:pathLst>
                <a:path extrusionOk="0" h="3499" w="5186">
                  <a:moveTo>
                    <a:pt x="3150" y="0"/>
                  </a:moveTo>
                  <a:cubicBezTo>
                    <a:pt x="2765" y="0"/>
                    <a:pt x="2385" y="77"/>
                    <a:pt x="2015" y="219"/>
                  </a:cubicBezTo>
                  <a:cubicBezTo>
                    <a:pt x="979" y="616"/>
                    <a:pt x="250" y="1483"/>
                    <a:pt x="67" y="2580"/>
                  </a:cubicBezTo>
                  <a:cubicBezTo>
                    <a:pt x="64" y="2610"/>
                    <a:pt x="58" y="2637"/>
                    <a:pt x="55" y="2667"/>
                  </a:cubicBezTo>
                  <a:cubicBezTo>
                    <a:pt x="0" y="3110"/>
                    <a:pt x="344" y="3498"/>
                    <a:pt x="789" y="3498"/>
                  </a:cubicBezTo>
                  <a:lnTo>
                    <a:pt x="3475" y="3498"/>
                  </a:lnTo>
                  <a:cubicBezTo>
                    <a:pt x="3632" y="2390"/>
                    <a:pt x="4255" y="1399"/>
                    <a:pt x="5186" y="776"/>
                  </a:cubicBezTo>
                  <a:cubicBezTo>
                    <a:pt x="4510" y="236"/>
                    <a:pt x="3823" y="0"/>
                    <a:pt x="3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80"/>
            <p:cNvSpPr/>
            <p:nvPr/>
          </p:nvSpPr>
          <p:spPr>
            <a:xfrm>
              <a:off x="2962025" y="4515075"/>
              <a:ext cx="169400" cy="82825"/>
            </a:xfrm>
            <a:custGeom>
              <a:rect b="b" l="l" r="r" t="t"/>
              <a:pathLst>
                <a:path extrusionOk="0" h="3313" w="6776">
                  <a:moveTo>
                    <a:pt x="0" y="0"/>
                  </a:moveTo>
                  <a:lnTo>
                    <a:pt x="0" y="3313"/>
                  </a:lnTo>
                  <a:lnTo>
                    <a:pt x="6209" y="3313"/>
                  </a:lnTo>
                  <a:cubicBezTo>
                    <a:pt x="6523" y="3313"/>
                    <a:pt x="6776" y="3060"/>
                    <a:pt x="6776" y="2747"/>
                  </a:cubicBezTo>
                  <a:lnTo>
                    <a:pt x="6776" y="1693"/>
                  </a:lnTo>
                  <a:cubicBezTo>
                    <a:pt x="6776" y="756"/>
                    <a:pt x="6017" y="0"/>
                    <a:pt x="5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80"/>
            <p:cNvSpPr/>
            <p:nvPr/>
          </p:nvSpPr>
          <p:spPr>
            <a:xfrm>
              <a:off x="2962025" y="4626025"/>
              <a:ext cx="141175" cy="56500"/>
            </a:xfrm>
            <a:custGeom>
              <a:rect b="b" l="l" r="r" t="t"/>
              <a:pathLst>
                <a:path extrusionOk="0" h="2260" w="5647">
                  <a:moveTo>
                    <a:pt x="0" y="1"/>
                  </a:moveTo>
                  <a:lnTo>
                    <a:pt x="0" y="2259"/>
                  </a:lnTo>
                  <a:lnTo>
                    <a:pt x="5646" y="2259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7" name="Google Shape;947;p80"/>
          <p:cNvSpPr/>
          <p:nvPr/>
        </p:nvSpPr>
        <p:spPr>
          <a:xfrm>
            <a:off x="1647415" y="2879657"/>
            <a:ext cx="293891" cy="231036"/>
          </a:xfrm>
          <a:custGeom>
            <a:rect b="b" l="l" r="r" t="t"/>
            <a:pathLst>
              <a:path extrusionOk="0" h="4885" w="6214">
                <a:moveTo>
                  <a:pt x="3107" y="1"/>
                </a:moveTo>
                <a:cubicBezTo>
                  <a:pt x="2674" y="1"/>
                  <a:pt x="2331" y="16"/>
                  <a:pt x="2092" y="31"/>
                </a:cubicBezTo>
                <a:cubicBezTo>
                  <a:pt x="1868" y="46"/>
                  <a:pt x="1644" y="75"/>
                  <a:pt x="1420" y="120"/>
                </a:cubicBezTo>
                <a:cubicBezTo>
                  <a:pt x="1330" y="135"/>
                  <a:pt x="1166" y="165"/>
                  <a:pt x="912" y="225"/>
                </a:cubicBezTo>
                <a:cubicBezTo>
                  <a:pt x="658" y="285"/>
                  <a:pt x="449" y="419"/>
                  <a:pt x="314" y="613"/>
                </a:cubicBezTo>
                <a:cubicBezTo>
                  <a:pt x="150" y="807"/>
                  <a:pt x="60" y="1106"/>
                  <a:pt x="1" y="1494"/>
                </a:cubicBezTo>
                <a:lnTo>
                  <a:pt x="1345" y="1494"/>
                </a:lnTo>
                <a:lnTo>
                  <a:pt x="1345" y="1375"/>
                </a:lnTo>
                <a:cubicBezTo>
                  <a:pt x="1345" y="1255"/>
                  <a:pt x="1330" y="1166"/>
                  <a:pt x="1330" y="1106"/>
                </a:cubicBezTo>
                <a:cubicBezTo>
                  <a:pt x="1405" y="1016"/>
                  <a:pt x="1539" y="957"/>
                  <a:pt x="1733" y="912"/>
                </a:cubicBezTo>
                <a:cubicBezTo>
                  <a:pt x="1927" y="867"/>
                  <a:pt x="2151" y="837"/>
                  <a:pt x="2405" y="822"/>
                </a:cubicBezTo>
                <a:cubicBezTo>
                  <a:pt x="2659" y="807"/>
                  <a:pt x="2883" y="807"/>
                  <a:pt x="3107" y="807"/>
                </a:cubicBezTo>
                <a:cubicBezTo>
                  <a:pt x="3376" y="807"/>
                  <a:pt x="3630" y="807"/>
                  <a:pt x="3854" y="822"/>
                </a:cubicBezTo>
                <a:cubicBezTo>
                  <a:pt x="4078" y="837"/>
                  <a:pt x="4287" y="867"/>
                  <a:pt x="4481" y="912"/>
                </a:cubicBezTo>
                <a:cubicBezTo>
                  <a:pt x="4691" y="957"/>
                  <a:pt x="4825" y="1016"/>
                  <a:pt x="4915" y="1106"/>
                </a:cubicBezTo>
                <a:cubicBezTo>
                  <a:pt x="4900" y="1181"/>
                  <a:pt x="4900" y="1285"/>
                  <a:pt x="4900" y="1435"/>
                </a:cubicBezTo>
                <a:lnTo>
                  <a:pt x="4900" y="1494"/>
                </a:lnTo>
                <a:lnTo>
                  <a:pt x="6214" y="1494"/>
                </a:lnTo>
                <a:cubicBezTo>
                  <a:pt x="6169" y="1106"/>
                  <a:pt x="6065" y="822"/>
                  <a:pt x="5915" y="628"/>
                </a:cubicBezTo>
                <a:cubicBezTo>
                  <a:pt x="5781" y="449"/>
                  <a:pt x="5572" y="314"/>
                  <a:pt x="5288" y="225"/>
                </a:cubicBezTo>
                <a:cubicBezTo>
                  <a:pt x="5004" y="135"/>
                  <a:pt x="4735" y="75"/>
                  <a:pt x="4481" y="46"/>
                </a:cubicBezTo>
                <a:cubicBezTo>
                  <a:pt x="4213" y="16"/>
                  <a:pt x="3765" y="1"/>
                  <a:pt x="3107" y="1"/>
                </a:cubicBezTo>
                <a:close/>
                <a:moveTo>
                  <a:pt x="1" y="1599"/>
                </a:moveTo>
                <a:lnTo>
                  <a:pt x="1" y="1823"/>
                </a:lnTo>
                <a:cubicBezTo>
                  <a:pt x="1" y="1853"/>
                  <a:pt x="16" y="1898"/>
                  <a:pt x="46" y="1927"/>
                </a:cubicBezTo>
                <a:cubicBezTo>
                  <a:pt x="90" y="1972"/>
                  <a:pt x="105" y="1987"/>
                  <a:pt x="135" y="1987"/>
                </a:cubicBezTo>
                <a:lnTo>
                  <a:pt x="1181" y="1987"/>
                </a:lnTo>
                <a:cubicBezTo>
                  <a:pt x="1285" y="1987"/>
                  <a:pt x="1345" y="1927"/>
                  <a:pt x="1345" y="1823"/>
                </a:cubicBezTo>
                <a:lnTo>
                  <a:pt x="1345" y="1599"/>
                </a:lnTo>
                <a:close/>
                <a:moveTo>
                  <a:pt x="4900" y="1599"/>
                </a:moveTo>
                <a:lnTo>
                  <a:pt x="4900" y="1823"/>
                </a:lnTo>
                <a:cubicBezTo>
                  <a:pt x="4900" y="1868"/>
                  <a:pt x="4915" y="1913"/>
                  <a:pt x="4944" y="1942"/>
                </a:cubicBezTo>
                <a:cubicBezTo>
                  <a:pt x="4974" y="1972"/>
                  <a:pt x="5004" y="1987"/>
                  <a:pt x="5034" y="1987"/>
                </a:cubicBezTo>
                <a:lnTo>
                  <a:pt x="6095" y="1987"/>
                </a:lnTo>
                <a:cubicBezTo>
                  <a:pt x="6124" y="1987"/>
                  <a:pt x="6154" y="1972"/>
                  <a:pt x="6169" y="1942"/>
                </a:cubicBezTo>
                <a:cubicBezTo>
                  <a:pt x="6199" y="1898"/>
                  <a:pt x="6214" y="1868"/>
                  <a:pt x="6214" y="1823"/>
                </a:cubicBezTo>
                <a:lnTo>
                  <a:pt x="6214" y="1599"/>
                </a:lnTo>
                <a:close/>
                <a:moveTo>
                  <a:pt x="3107" y="1763"/>
                </a:moveTo>
                <a:cubicBezTo>
                  <a:pt x="3451" y="1763"/>
                  <a:pt x="3750" y="1823"/>
                  <a:pt x="4003" y="1942"/>
                </a:cubicBezTo>
                <a:cubicBezTo>
                  <a:pt x="4257" y="2062"/>
                  <a:pt x="4377" y="2196"/>
                  <a:pt x="4377" y="2361"/>
                </a:cubicBezTo>
                <a:cubicBezTo>
                  <a:pt x="4377" y="2540"/>
                  <a:pt x="4257" y="2674"/>
                  <a:pt x="4003" y="2794"/>
                </a:cubicBezTo>
                <a:cubicBezTo>
                  <a:pt x="3750" y="2913"/>
                  <a:pt x="3466" y="2973"/>
                  <a:pt x="3107" y="2973"/>
                </a:cubicBezTo>
                <a:cubicBezTo>
                  <a:pt x="2764" y="2973"/>
                  <a:pt x="2465" y="2913"/>
                  <a:pt x="2211" y="2794"/>
                </a:cubicBezTo>
                <a:cubicBezTo>
                  <a:pt x="1957" y="2674"/>
                  <a:pt x="1838" y="2540"/>
                  <a:pt x="1838" y="2361"/>
                </a:cubicBezTo>
                <a:cubicBezTo>
                  <a:pt x="1838" y="2211"/>
                  <a:pt x="1957" y="2062"/>
                  <a:pt x="2211" y="1942"/>
                </a:cubicBezTo>
                <a:cubicBezTo>
                  <a:pt x="2465" y="1823"/>
                  <a:pt x="2764" y="1763"/>
                  <a:pt x="3107" y="1763"/>
                </a:cubicBezTo>
                <a:close/>
                <a:moveTo>
                  <a:pt x="1883" y="1046"/>
                </a:moveTo>
                <a:lnTo>
                  <a:pt x="1883" y="1375"/>
                </a:lnTo>
                <a:lnTo>
                  <a:pt x="718" y="2943"/>
                </a:lnTo>
                <a:cubicBezTo>
                  <a:pt x="658" y="3033"/>
                  <a:pt x="598" y="3122"/>
                  <a:pt x="568" y="3197"/>
                </a:cubicBezTo>
                <a:cubicBezTo>
                  <a:pt x="538" y="3287"/>
                  <a:pt x="523" y="3376"/>
                  <a:pt x="523" y="3496"/>
                </a:cubicBezTo>
                <a:lnTo>
                  <a:pt x="523" y="4571"/>
                </a:lnTo>
                <a:cubicBezTo>
                  <a:pt x="523" y="4780"/>
                  <a:pt x="598" y="4885"/>
                  <a:pt x="762" y="4885"/>
                </a:cubicBezTo>
                <a:lnTo>
                  <a:pt x="5482" y="4885"/>
                </a:lnTo>
                <a:cubicBezTo>
                  <a:pt x="5661" y="4885"/>
                  <a:pt x="5751" y="4780"/>
                  <a:pt x="5751" y="4571"/>
                </a:cubicBezTo>
                <a:lnTo>
                  <a:pt x="5751" y="3496"/>
                </a:lnTo>
                <a:cubicBezTo>
                  <a:pt x="5751" y="3361"/>
                  <a:pt x="5736" y="3272"/>
                  <a:pt x="5721" y="3212"/>
                </a:cubicBezTo>
                <a:cubicBezTo>
                  <a:pt x="5691" y="3137"/>
                  <a:pt x="5646" y="3063"/>
                  <a:pt x="5557" y="2943"/>
                </a:cubicBezTo>
                <a:lnTo>
                  <a:pt x="4362" y="1405"/>
                </a:lnTo>
                <a:lnTo>
                  <a:pt x="4362" y="1046"/>
                </a:lnTo>
                <a:lnTo>
                  <a:pt x="3794" y="1046"/>
                </a:lnTo>
                <a:lnTo>
                  <a:pt x="3794" y="1375"/>
                </a:lnTo>
                <a:lnTo>
                  <a:pt x="2405" y="1375"/>
                </a:lnTo>
                <a:lnTo>
                  <a:pt x="2375" y="10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80"/>
          <p:cNvSpPr/>
          <p:nvPr/>
        </p:nvSpPr>
        <p:spPr>
          <a:xfrm>
            <a:off x="2255385" y="3362482"/>
            <a:ext cx="223280" cy="313708"/>
          </a:xfrm>
          <a:custGeom>
            <a:rect b="b" l="l" r="r" t="t"/>
            <a:pathLst>
              <a:path extrusionOk="0" h="6633" w="4721">
                <a:moveTo>
                  <a:pt x="2360" y="748"/>
                </a:moveTo>
                <a:cubicBezTo>
                  <a:pt x="2211" y="748"/>
                  <a:pt x="2077" y="867"/>
                  <a:pt x="2077" y="1016"/>
                </a:cubicBezTo>
                <a:lnTo>
                  <a:pt x="2077" y="1913"/>
                </a:lnTo>
                <a:cubicBezTo>
                  <a:pt x="2077" y="2062"/>
                  <a:pt x="2211" y="2196"/>
                  <a:pt x="2360" y="2196"/>
                </a:cubicBezTo>
                <a:cubicBezTo>
                  <a:pt x="2510" y="2196"/>
                  <a:pt x="2629" y="2062"/>
                  <a:pt x="2629" y="1913"/>
                </a:cubicBezTo>
                <a:lnTo>
                  <a:pt x="2629" y="1016"/>
                </a:lnTo>
                <a:cubicBezTo>
                  <a:pt x="2629" y="867"/>
                  <a:pt x="2510" y="748"/>
                  <a:pt x="2360" y="748"/>
                </a:cubicBezTo>
                <a:close/>
                <a:moveTo>
                  <a:pt x="2151" y="1"/>
                </a:moveTo>
                <a:cubicBezTo>
                  <a:pt x="956" y="105"/>
                  <a:pt x="0" y="1106"/>
                  <a:pt x="0" y="2346"/>
                </a:cubicBezTo>
                <a:lnTo>
                  <a:pt x="0" y="2868"/>
                </a:lnTo>
                <a:cubicBezTo>
                  <a:pt x="553" y="2540"/>
                  <a:pt x="1195" y="2331"/>
                  <a:pt x="1912" y="2256"/>
                </a:cubicBezTo>
                <a:cubicBezTo>
                  <a:pt x="1838" y="2152"/>
                  <a:pt x="1778" y="2017"/>
                  <a:pt x="1778" y="1883"/>
                </a:cubicBezTo>
                <a:lnTo>
                  <a:pt x="1778" y="1061"/>
                </a:lnTo>
                <a:cubicBezTo>
                  <a:pt x="1778" y="792"/>
                  <a:pt x="1942" y="568"/>
                  <a:pt x="2151" y="494"/>
                </a:cubicBezTo>
                <a:lnTo>
                  <a:pt x="2151" y="1"/>
                </a:lnTo>
                <a:close/>
                <a:moveTo>
                  <a:pt x="2554" y="1"/>
                </a:moveTo>
                <a:lnTo>
                  <a:pt x="2554" y="494"/>
                </a:lnTo>
                <a:cubicBezTo>
                  <a:pt x="2779" y="568"/>
                  <a:pt x="2928" y="792"/>
                  <a:pt x="2928" y="1061"/>
                </a:cubicBezTo>
                <a:lnTo>
                  <a:pt x="2928" y="1883"/>
                </a:lnTo>
                <a:cubicBezTo>
                  <a:pt x="2928" y="2017"/>
                  <a:pt x="2883" y="2152"/>
                  <a:pt x="2793" y="2256"/>
                </a:cubicBezTo>
                <a:cubicBezTo>
                  <a:pt x="3510" y="2331"/>
                  <a:pt x="4168" y="2540"/>
                  <a:pt x="4720" y="2868"/>
                </a:cubicBezTo>
                <a:lnTo>
                  <a:pt x="4720" y="2346"/>
                </a:lnTo>
                <a:cubicBezTo>
                  <a:pt x="4720" y="1106"/>
                  <a:pt x="3764" y="105"/>
                  <a:pt x="2554" y="1"/>
                </a:cubicBezTo>
                <a:close/>
                <a:moveTo>
                  <a:pt x="2360" y="2644"/>
                </a:moveTo>
                <a:cubicBezTo>
                  <a:pt x="1449" y="2644"/>
                  <a:pt x="628" y="2898"/>
                  <a:pt x="0" y="3331"/>
                </a:cubicBezTo>
                <a:lnTo>
                  <a:pt x="0" y="4272"/>
                </a:lnTo>
                <a:cubicBezTo>
                  <a:pt x="0" y="5572"/>
                  <a:pt x="1061" y="6632"/>
                  <a:pt x="2360" y="6632"/>
                </a:cubicBezTo>
                <a:cubicBezTo>
                  <a:pt x="3660" y="6632"/>
                  <a:pt x="4720" y="5572"/>
                  <a:pt x="4720" y="4272"/>
                </a:cubicBezTo>
                <a:lnTo>
                  <a:pt x="4720" y="3331"/>
                </a:lnTo>
                <a:cubicBezTo>
                  <a:pt x="4093" y="2898"/>
                  <a:pt x="3256" y="2644"/>
                  <a:pt x="2360" y="26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9" name="Google Shape;949;p80"/>
          <p:cNvGrpSpPr/>
          <p:nvPr/>
        </p:nvGrpSpPr>
        <p:grpSpPr>
          <a:xfrm>
            <a:off x="2192200" y="4353952"/>
            <a:ext cx="349650" cy="324913"/>
            <a:chOff x="210100" y="2442244"/>
            <a:chExt cx="349650" cy="324913"/>
          </a:xfrm>
        </p:grpSpPr>
        <p:sp>
          <p:nvSpPr>
            <p:cNvPr id="950" name="Google Shape;950;p80"/>
            <p:cNvSpPr/>
            <p:nvPr/>
          </p:nvSpPr>
          <p:spPr>
            <a:xfrm>
              <a:off x="210100" y="2442244"/>
              <a:ext cx="330758" cy="199559"/>
            </a:xfrm>
            <a:custGeom>
              <a:rect b="b" l="l" r="r" t="t"/>
              <a:pathLst>
                <a:path extrusionOk="0" h="4446" w="7369">
                  <a:moveTo>
                    <a:pt x="7236" y="1"/>
                  </a:moveTo>
                  <a:cubicBezTo>
                    <a:pt x="7224" y="1"/>
                    <a:pt x="7212" y="3"/>
                    <a:pt x="7199" y="10"/>
                  </a:cubicBezTo>
                  <a:lnTo>
                    <a:pt x="269" y="2922"/>
                  </a:lnTo>
                  <a:cubicBezTo>
                    <a:pt x="45" y="3027"/>
                    <a:pt x="0" y="3325"/>
                    <a:pt x="194" y="3475"/>
                  </a:cubicBezTo>
                  <a:lnTo>
                    <a:pt x="1479" y="4446"/>
                  </a:lnTo>
                  <a:lnTo>
                    <a:pt x="7304" y="174"/>
                  </a:lnTo>
                  <a:cubicBezTo>
                    <a:pt x="7368" y="109"/>
                    <a:pt x="7310" y="1"/>
                    <a:pt x="7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80"/>
            <p:cNvSpPr/>
            <p:nvPr/>
          </p:nvSpPr>
          <p:spPr>
            <a:xfrm>
              <a:off x="337479" y="2460466"/>
              <a:ext cx="222271" cy="289015"/>
            </a:xfrm>
            <a:custGeom>
              <a:rect b="b" l="l" r="r" t="t"/>
              <a:pathLst>
                <a:path extrusionOk="0" h="6439" w="4952">
                  <a:moveTo>
                    <a:pt x="4839" y="0"/>
                  </a:moveTo>
                  <a:cubicBezTo>
                    <a:pt x="4819" y="0"/>
                    <a:pt x="4798" y="7"/>
                    <a:pt x="4779" y="22"/>
                  </a:cubicBezTo>
                  <a:lnTo>
                    <a:pt x="4720" y="67"/>
                  </a:lnTo>
                  <a:lnTo>
                    <a:pt x="0" y="4771"/>
                  </a:lnTo>
                  <a:lnTo>
                    <a:pt x="2420" y="6384"/>
                  </a:lnTo>
                  <a:cubicBezTo>
                    <a:pt x="2475" y="6421"/>
                    <a:pt x="2536" y="6438"/>
                    <a:pt x="2596" y="6438"/>
                  </a:cubicBezTo>
                  <a:cubicBezTo>
                    <a:pt x="2730" y="6438"/>
                    <a:pt x="2856" y="6354"/>
                    <a:pt x="2898" y="6220"/>
                  </a:cubicBezTo>
                  <a:lnTo>
                    <a:pt x="4929" y="126"/>
                  </a:lnTo>
                  <a:cubicBezTo>
                    <a:pt x="4951" y="59"/>
                    <a:pt x="4898" y="0"/>
                    <a:pt x="4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80"/>
            <p:cNvSpPr/>
            <p:nvPr/>
          </p:nvSpPr>
          <p:spPr>
            <a:xfrm>
              <a:off x="297218" y="2689326"/>
              <a:ext cx="67103" cy="77831"/>
            </a:xfrm>
            <a:custGeom>
              <a:rect b="b" l="l" r="r" t="t"/>
              <a:pathLst>
                <a:path extrusionOk="0" h="1734" w="1495">
                  <a:moveTo>
                    <a:pt x="688" y="1"/>
                  </a:moveTo>
                  <a:lnTo>
                    <a:pt x="1" y="1734"/>
                  </a:lnTo>
                  <a:lnTo>
                    <a:pt x="1" y="1734"/>
                  </a:lnTo>
                  <a:lnTo>
                    <a:pt x="1494" y="524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80"/>
            <p:cNvSpPr/>
            <p:nvPr/>
          </p:nvSpPr>
          <p:spPr>
            <a:xfrm>
              <a:off x="285190" y="2546867"/>
              <a:ext cx="153821" cy="202880"/>
            </a:xfrm>
            <a:custGeom>
              <a:rect b="b" l="l" r="r" t="t"/>
              <a:pathLst>
                <a:path extrusionOk="0" h="4520" w="3427">
                  <a:moveTo>
                    <a:pt x="3357" y="1"/>
                  </a:moveTo>
                  <a:cubicBezTo>
                    <a:pt x="3348" y="1"/>
                    <a:pt x="3339" y="3"/>
                    <a:pt x="3331" y="9"/>
                  </a:cubicBezTo>
                  <a:lnTo>
                    <a:pt x="0" y="2443"/>
                  </a:lnTo>
                  <a:lnTo>
                    <a:pt x="0" y="4519"/>
                  </a:lnTo>
                  <a:lnTo>
                    <a:pt x="687" y="2802"/>
                  </a:lnTo>
                  <a:cubicBezTo>
                    <a:pt x="702" y="2787"/>
                    <a:pt x="717" y="2757"/>
                    <a:pt x="732" y="2742"/>
                  </a:cubicBezTo>
                  <a:lnTo>
                    <a:pt x="3390" y="83"/>
                  </a:lnTo>
                  <a:cubicBezTo>
                    <a:pt x="3427" y="47"/>
                    <a:pt x="3394" y="1"/>
                    <a:pt x="33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4" name="Google Shape;954;p80"/>
          <p:cNvGrpSpPr/>
          <p:nvPr/>
        </p:nvGrpSpPr>
        <p:grpSpPr>
          <a:xfrm>
            <a:off x="3882217" y="3365640"/>
            <a:ext cx="310061" cy="307395"/>
            <a:chOff x="6436612" y="1813402"/>
            <a:chExt cx="310061" cy="307395"/>
          </a:xfrm>
        </p:grpSpPr>
        <p:sp>
          <p:nvSpPr>
            <p:cNvPr id="955" name="Google Shape;955;p80"/>
            <p:cNvSpPr/>
            <p:nvPr/>
          </p:nvSpPr>
          <p:spPr>
            <a:xfrm>
              <a:off x="6488305" y="1813402"/>
              <a:ext cx="206724" cy="235623"/>
            </a:xfrm>
            <a:custGeom>
              <a:rect b="b" l="l" r="r" t="t"/>
              <a:pathLst>
                <a:path extrusionOk="0" h="4803" w="4183">
                  <a:moveTo>
                    <a:pt x="2086" y="0"/>
                  </a:moveTo>
                  <a:cubicBezTo>
                    <a:pt x="2028" y="0"/>
                    <a:pt x="1972" y="23"/>
                    <a:pt x="1942" y="67"/>
                  </a:cubicBezTo>
                  <a:lnTo>
                    <a:pt x="105" y="2263"/>
                  </a:lnTo>
                  <a:cubicBezTo>
                    <a:pt x="0" y="2382"/>
                    <a:pt x="90" y="2562"/>
                    <a:pt x="239" y="2562"/>
                  </a:cubicBezTo>
                  <a:lnTo>
                    <a:pt x="1165" y="2562"/>
                  </a:lnTo>
                  <a:lnTo>
                    <a:pt x="1165" y="4608"/>
                  </a:lnTo>
                  <a:cubicBezTo>
                    <a:pt x="1165" y="4712"/>
                    <a:pt x="1240" y="4802"/>
                    <a:pt x="1345" y="4802"/>
                  </a:cubicBezTo>
                  <a:lnTo>
                    <a:pt x="2838" y="4802"/>
                  </a:lnTo>
                  <a:cubicBezTo>
                    <a:pt x="2943" y="4802"/>
                    <a:pt x="3017" y="4712"/>
                    <a:pt x="3017" y="4608"/>
                  </a:cubicBezTo>
                  <a:lnTo>
                    <a:pt x="3017" y="2562"/>
                  </a:lnTo>
                  <a:lnTo>
                    <a:pt x="3943" y="2562"/>
                  </a:lnTo>
                  <a:cubicBezTo>
                    <a:pt x="4093" y="2562"/>
                    <a:pt x="4182" y="2382"/>
                    <a:pt x="4078" y="2263"/>
                  </a:cubicBezTo>
                  <a:lnTo>
                    <a:pt x="2241" y="67"/>
                  </a:lnTo>
                  <a:cubicBezTo>
                    <a:pt x="2203" y="23"/>
                    <a:pt x="2144" y="0"/>
                    <a:pt x="20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80"/>
            <p:cNvSpPr/>
            <p:nvPr/>
          </p:nvSpPr>
          <p:spPr>
            <a:xfrm>
              <a:off x="6436612" y="1994719"/>
              <a:ext cx="310061" cy="126078"/>
            </a:xfrm>
            <a:custGeom>
              <a:rect b="b" l="l" r="r" t="t"/>
              <a:pathLst>
                <a:path extrusionOk="0" h="2570" w="6274">
                  <a:moveTo>
                    <a:pt x="180" y="1"/>
                  </a:moveTo>
                  <a:cubicBezTo>
                    <a:pt x="90" y="1"/>
                    <a:pt x="1" y="90"/>
                    <a:pt x="1" y="180"/>
                  </a:cubicBezTo>
                  <a:lnTo>
                    <a:pt x="1" y="2017"/>
                  </a:lnTo>
                  <a:cubicBezTo>
                    <a:pt x="1" y="2331"/>
                    <a:pt x="255" y="2570"/>
                    <a:pt x="553" y="2570"/>
                  </a:cubicBezTo>
                  <a:lnTo>
                    <a:pt x="5721" y="2570"/>
                  </a:lnTo>
                  <a:cubicBezTo>
                    <a:pt x="6020" y="2570"/>
                    <a:pt x="6274" y="2331"/>
                    <a:pt x="6274" y="2017"/>
                  </a:cubicBezTo>
                  <a:lnTo>
                    <a:pt x="6274" y="180"/>
                  </a:lnTo>
                  <a:cubicBezTo>
                    <a:pt x="6274" y="90"/>
                    <a:pt x="6184" y="1"/>
                    <a:pt x="6080" y="1"/>
                  </a:cubicBezTo>
                  <a:lnTo>
                    <a:pt x="5348" y="1"/>
                  </a:lnTo>
                  <a:cubicBezTo>
                    <a:pt x="5243" y="1"/>
                    <a:pt x="5169" y="90"/>
                    <a:pt x="5169" y="180"/>
                  </a:cubicBezTo>
                  <a:lnTo>
                    <a:pt x="5169" y="1464"/>
                  </a:lnTo>
                  <a:lnTo>
                    <a:pt x="1106" y="1464"/>
                  </a:lnTo>
                  <a:lnTo>
                    <a:pt x="1106" y="180"/>
                  </a:lnTo>
                  <a:cubicBezTo>
                    <a:pt x="1106" y="90"/>
                    <a:pt x="1016" y="1"/>
                    <a:pt x="9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7" name="Google Shape;957;p80"/>
          <p:cNvGrpSpPr/>
          <p:nvPr/>
        </p:nvGrpSpPr>
        <p:grpSpPr>
          <a:xfrm>
            <a:off x="3356901" y="3365812"/>
            <a:ext cx="309320" cy="307051"/>
            <a:chOff x="862274" y="3843977"/>
            <a:chExt cx="309320" cy="307051"/>
          </a:xfrm>
        </p:grpSpPr>
        <p:sp>
          <p:nvSpPr>
            <p:cNvPr id="958" name="Google Shape;958;p80"/>
            <p:cNvSpPr/>
            <p:nvPr/>
          </p:nvSpPr>
          <p:spPr>
            <a:xfrm>
              <a:off x="913918" y="3843977"/>
              <a:ext cx="206724" cy="234887"/>
            </a:xfrm>
            <a:custGeom>
              <a:rect b="b" l="l" r="r" t="t"/>
              <a:pathLst>
                <a:path extrusionOk="0" h="4788" w="4183">
                  <a:moveTo>
                    <a:pt x="1345" y="0"/>
                  </a:moveTo>
                  <a:cubicBezTo>
                    <a:pt x="1240" y="0"/>
                    <a:pt x="1166" y="75"/>
                    <a:pt x="1166" y="180"/>
                  </a:cubicBezTo>
                  <a:lnTo>
                    <a:pt x="1166" y="2226"/>
                  </a:lnTo>
                  <a:lnTo>
                    <a:pt x="240" y="2226"/>
                  </a:lnTo>
                  <a:cubicBezTo>
                    <a:pt x="90" y="2226"/>
                    <a:pt x="1" y="2405"/>
                    <a:pt x="105" y="2525"/>
                  </a:cubicBezTo>
                  <a:lnTo>
                    <a:pt x="1957" y="4720"/>
                  </a:lnTo>
                  <a:cubicBezTo>
                    <a:pt x="1995" y="4765"/>
                    <a:pt x="2047" y="4787"/>
                    <a:pt x="2099" y="4787"/>
                  </a:cubicBezTo>
                  <a:cubicBezTo>
                    <a:pt x="2151" y="4787"/>
                    <a:pt x="2204" y="4765"/>
                    <a:pt x="2241" y="4720"/>
                  </a:cubicBezTo>
                  <a:lnTo>
                    <a:pt x="4078" y="2525"/>
                  </a:lnTo>
                  <a:cubicBezTo>
                    <a:pt x="4183" y="2405"/>
                    <a:pt x="4093" y="2226"/>
                    <a:pt x="3929" y="2226"/>
                  </a:cubicBezTo>
                  <a:lnTo>
                    <a:pt x="3018" y="2226"/>
                  </a:lnTo>
                  <a:lnTo>
                    <a:pt x="3018" y="180"/>
                  </a:lnTo>
                  <a:cubicBezTo>
                    <a:pt x="3018" y="75"/>
                    <a:pt x="2943" y="0"/>
                    <a:pt x="2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80"/>
            <p:cNvSpPr/>
            <p:nvPr/>
          </p:nvSpPr>
          <p:spPr>
            <a:xfrm>
              <a:off x="862274" y="4024950"/>
              <a:ext cx="309320" cy="126078"/>
            </a:xfrm>
            <a:custGeom>
              <a:rect b="b" l="l" r="r" t="t"/>
              <a:pathLst>
                <a:path extrusionOk="0" h="2570" w="6259">
                  <a:moveTo>
                    <a:pt x="179" y="1"/>
                  </a:moveTo>
                  <a:cubicBezTo>
                    <a:pt x="90" y="1"/>
                    <a:pt x="0" y="75"/>
                    <a:pt x="0" y="180"/>
                  </a:cubicBezTo>
                  <a:lnTo>
                    <a:pt x="0" y="2017"/>
                  </a:lnTo>
                  <a:cubicBezTo>
                    <a:pt x="0" y="2316"/>
                    <a:pt x="254" y="2569"/>
                    <a:pt x="553" y="2569"/>
                  </a:cubicBezTo>
                  <a:lnTo>
                    <a:pt x="5721" y="2569"/>
                  </a:lnTo>
                  <a:cubicBezTo>
                    <a:pt x="6019" y="2569"/>
                    <a:pt x="6258" y="2316"/>
                    <a:pt x="6258" y="2017"/>
                  </a:cubicBezTo>
                  <a:lnTo>
                    <a:pt x="6258" y="180"/>
                  </a:lnTo>
                  <a:cubicBezTo>
                    <a:pt x="6258" y="75"/>
                    <a:pt x="6184" y="1"/>
                    <a:pt x="6079" y="1"/>
                  </a:cubicBezTo>
                  <a:lnTo>
                    <a:pt x="5347" y="1"/>
                  </a:lnTo>
                  <a:cubicBezTo>
                    <a:pt x="5243" y="1"/>
                    <a:pt x="5168" y="75"/>
                    <a:pt x="5168" y="180"/>
                  </a:cubicBezTo>
                  <a:lnTo>
                    <a:pt x="5168" y="1464"/>
                  </a:lnTo>
                  <a:lnTo>
                    <a:pt x="1105" y="1464"/>
                  </a:lnTo>
                  <a:lnTo>
                    <a:pt x="1105" y="180"/>
                  </a:lnTo>
                  <a:cubicBezTo>
                    <a:pt x="1105" y="75"/>
                    <a:pt x="1016" y="1"/>
                    <a:pt x="9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0" name="Google Shape;960;p80"/>
          <p:cNvGrpSpPr/>
          <p:nvPr/>
        </p:nvGrpSpPr>
        <p:grpSpPr>
          <a:xfrm>
            <a:off x="6088238" y="3869537"/>
            <a:ext cx="309320" cy="307051"/>
            <a:chOff x="2120767" y="2059071"/>
            <a:chExt cx="309320" cy="307051"/>
          </a:xfrm>
        </p:grpSpPr>
        <p:sp>
          <p:nvSpPr>
            <p:cNvPr id="961" name="Google Shape;961;p80"/>
            <p:cNvSpPr/>
            <p:nvPr/>
          </p:nvSpPr>
          <p:spPr>
            <a:xfrm>
              <a:off x="2210811" y="2059071"/>
              <a:ext cx="128492" cy="90168"/>
            </a:xfrm>
            <a:custGeom>
              <a:rect b="b" l="l" r="r" t="t"/>
              <a:pathLst>
                <a:path extrusionOk="0" h="1838" w="2600">
                  <a:moveTo>
                    <a:pt x="1" y="1"/>
                  </a:moveTo>
                  <a:lnTo>
                    <a:pt x="1" y="1658"/>
                  </a:lnTo>
                  <a:cubicBezTo>
                    <a:pt x="1" y="1748"/>
                    <a:pt x="90" y="1838"/>
                    <a:pt x="195" y="1838"/>
                  </a:cubicBezTo>
                  <a:lnTo>
                    <a:pt x="2420" y="1838"/>
                  </a:lnTo>
                  <a:cubicBezTo>
                    <a:pt x="2525" y="1838"/>
                    <a:pt x="2600" y="1748"/>
                    <a:pt x="2600" y="1658"/>
                  </a:cubicBezTo>
                  <a:lnTo>
                    <a:pt x="2600" y="1"/>
                  </a:lnTo>
                  <a:lnTo>
                    <a:pt x="2241" y="1"/>
                  </a:lnTo>
                  <a:lnTo>
                    <a:pt x="2241" y="1285"/>
                  </a:lnTo>
                  <a:cubicBezTo>
                    <a:pt x="2241" y="1390"/>
                    <a:pt x="2152" y="1464"/>
                    <a:pt x="2047" y="1464"/>
                  </a:cubicBezTo>
                  <a:cubicBezTo>
                    <a:pt x="1942" y="1464"/>
                    <a:pt x="1868" y="1390"/>
                    <a:pt x="1868" y="1285"/>
                  </a:cubicBezTo>
                  <a:lnTo>
                    <a:pt x="18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80"/>
            <p:cNvSpPr/>
            <p:nvPr/>
          </p:nvSpPr>
          <p:spPr>
            <a:xfrm>
              <a:off x="2193119" y="2221009"/>
              <a:ext cx="164667" cy="18348"/>
            </a:xfrm>
            <a:custGeom>
              <a:rect b="b" l="l" r="r" t="t"/>
              <a:pathLst>
                <a:path extrusionOk="0" h="374" w="3332">
                  <a:moveTo>
                    <a:pt x="180" y="0"/>
                  </a:moveTo>
                  <a:cubicBezTo>
                    <a:pt x="75" y="0"/>
                    <a:pt x="0" y="90"/>
                    <a:pt x="0" y="180"/>
                  </a:cubicBezTo>
                  <a:lnTo>
                    <a:pt x="0" y="374"/>
                  </a:lnTo>
                  <a:lnTo>
                    <a:pt x="3331" y="374"/>
                  </a:lnTo>
                  <a:lnTo>
                    <a:pt x="3331" y="180"/>
                  </a:lnTo>
                  <a:cubicBezTo>
                    <a:pt x="3331" y="90"/>
                    <a:pt x="3241" y="0"/>
                    <a:pt x="31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80"/>
            <p:cNvSpPr/>
            <p:nvPr/>
          </p:nvSpPr>
          <p:spPr>
            <a:xfrm>
              <a:off x="2193119" y="2256919"/>
              <a:ext cx="164667" cy="109202"/>
            </a:xfrm>
            <a:custGeom>
              <a:rect b="b" l="l" r="r" t="t"/>
              <a:pathLst>
                <a:path extrusionOk="0" h="2226" w="3332">
                  <a:moveTo>
                    <a:pt x="0" y="0"/>
                  </a:moveTo>
                  <a:lnTo>
                    <a:pt x="0" y="2226"/>
                  </a:lnTo>
                  <a:lnTo>
                    <a:pt x="3331" y="2226"/>
                  </a:lnTo>
                  <a:lnTo>
                    <a:pt x="3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80"/>
            <p:cNvSpPr/>
            <p:nvPr/>
          </p:nvSpPr>
          <p:spPr>
            <a:xfrm>
              <a:off x="2120767" y="2059071"/>
              <a:ext cx="309320" cy="307051"/>
            </a:xfrm>
            <a:custGeom>
              <a:rect b="b" l="l" r="r" t="t"/>
              <a:pathLst>
                <a:path extrusionOk="0" h="6259" w="6259">
                  <a:moveTo>
                    <a:pt x="538" y="1"/>
                  </a:moveTo>
                  <a:cubicBezTo>
                    <a:pt x="240" y="1"/>
                    <a:pt x="1" y="240"/>
                    <a:pt x="1" y="553"/>
                  </a:cubicBezTo>
                  <a:lnTo>
                    <a:pt x="1" y="5721"/>
                  </a:lnTo>
                  <a:cubicBezTo>
                    <a:pt x="1" y="6020"/>
                    <a:pt x="240" y="6259"/>
                    <a:pt x="538" y="6259"/>
                  </a:cubicBezTo>
                  <a:lnTo>
                    <a:pt x="1091" y="6259"/>
                  </a:lnTo>
                  <a:lnTo>
                    <a:pt x="1091" y="3481"/>
                  </a:lnTo>
                  <a:cubicBezTo>
                    <a:pt x="1091" y="3182"/>
                    <a:pt x="1345" y="2943"/>
                    <a:pt x="1644" y="2943"/>
                  </a:cubicBezTo>
                  <a:lnTo>
                    <a:pt x="4601" y="2943"/>
                  </a:lnTo>
                  <a:cubicBezTo>
                    <a:pt x="4915" y="2943"/>
                    <a:pt x="5153" y="3182"/>
                    <a:pt x="5153" y="3481"/>
                  </a:cubicBezTo>
                  <a:lnTo>
                    <a:pt x="5153" y="6259"/>
                  </a:lnTo>
                  <a:lnTo>
                    <a:pt x="5706" y="6259"/>
                  </a:lnTo>
                  <a:cubicBezTo>
                    <a:pt x="6005" y="6259"/>
                    <a:pt x="6259" y="6020"/>
                    <a:pt x="6259" y="5721"/>
                  </a:cubicBezTo>
                  <a:lnTo>
                    <a:pt x="6259" y="1434"/>
                  </a:lnTo>
                  <a:cubicBezTo>
                    <a:pt x="6259" y="1285"/>
                    <a:pt x="6199" y="1151"/>
                    <a:pt x="6094" y="1046"/>
                  </a:cubicBezTo>
                  <a:lnTo>
                    <a:pt x="5213" y="165"/>
                  </a:lnTo>
                  <a:cubicBezTo>
                    <a:pt x="5109" y="60"/>
                    <a:pt x="4959" y="1"/>
                    <a:pt x="4825" y="1"/>
                  </a:cubicBezTo>
                  <a:lnTo>
                    <a:pt x="4795" y="1"/>
                  </a:lnTo>
                  <a:lnTo>
                    <a:pt x="4795" y="1658"/>
                  </a:lnTo>
                  <a:cubicBezTo>
                    <a:pt x="4795" y="1957"/>
                    <a:pt x="4541" y="2196"/>
                    <a:pt x="4242" y="2196"/>
                  </a:cubicBezTo>
                  <a:lnTo>
                    <a:pt x="2017" y="2196"/>
                  </a:lnTo>
                  <a:cubicBezTo>
                    <a:pt x="1703" y="2196"/>
                    <a:pt x="1464" y="1957"/>
                    <a:pt x="1464" y="1658"/>
                  </a:cubicBezTo>
                  <a:lnTo>
                    <a:pt x="14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5" name="Google Shape;965;p80"/>
          <p:cNvSpPr/>
          <p:nvPr/>
        </p:nvSpPr>
        <p:spPr>
          <a:xfrm>
            <a:off x="3888409" y="2368056"/>
            <a:ext cx="341097" cy="307492"/>
          </a:xfrm>
          <a:custGeom>
            <a:rect b="b" l="l" r="r" t="t"/>
            <a:pathLst>
              <a:path extrusionOk="0" h="6268" w="6902">
                <a:moveTo>
                  <a:pt x="3134" y="1"/>
                </a:moveTo>
                <a:cubicBezTo>
                  <a:pt x="2131" y="1"/>
                  <a:pt x="1162" y="483"/>
                  <a:pt x="568" y="1341"/>
                </a:cubicBezTo>
                <a:lnTo>
                  <a:pt x="300" y="1147"/>
                </a:lnTo>
                <a:cubicBezTo>
                  <a:pt x="267" y="1122"/>
                  <a:pt x="229" y="1111"/>
                  <a:pt x="192" y="1111"/>
                </a:cubicBezTo>
                <a:cubicBezTo>
                  <a:pt x="95" y="1111"/>
                  <a:pt x="1" y="1188"/>
                  <a:pt x="1" y="1296"/>
                </a:cubicBezTo>
                <a:lnTo>
                  <a:pt x="1" y="3134"/>
                </a:lnTo>
                <a:cubicBezTo>
                  <a:pt x="1" y="3239"/>
                  <a:pt x="93" y="3317"/>
                  <a:pt x="190" y="3317"/>
                </a:cubicBezTo>
                <a:cubicBezTo>
                  <a:pt x="217" y="3317"/>
                  <a:pt x="244" y="3311"/>
                  <a:pt x="270" y="3298"/>
                </a:cubicBezTo>
                <a:lnTo>
                  <a:pt x="1733" y="2551"/>
                </a:lnTo>
                <a:cubicBezTo>
                  <a:pt x="1853" y="2491"/>
                  <a:pt x="1868" y="2327"/>
                  <a:pt x="1763" y="2252"/>
                </a:cubicBezTo>
                <a:lnTo>
                  <a:pt x="1450" y="2013"/>
                </a:lnTo>
                <a:cubicBezTo>
                  <a:pt x="1863" y="1384"/>
                  <a:pt x="2525" y="1111"/>
                  <a:pt x="3152" y="1111"/>
                </a:cubicBezTo>
                <a:cubicBezTo>
                  <a:pt x="3432" y="1111"/>
                  <a:pt x="3704" y="1165"/>
                  <a:pt x="3944" y="1267"/>
                </a:cubicBezTo>
                <a:cubicBezTo>
                  <a:pt x="5572" y="1969"/>
                  <a:pt x="5572" y="4313"/>
                  <a:pt x="3944" y="5000"/>
                </a:cubicBezTo>
                <a:cubicBezTo>
                  <a:pt x="3677" y="5113"/>
                  <a:pt x="3402" y="5166"/>
                  <a:pt x="3132" y="5166"/>
                </a:cubicBezTo>
                <a:cubicBezTo>
                  <a:pt x="2330" y="5166"/>
                  <a:pt x="1580" y="4696"/>
                  <a:pt x="1255" y="3925"/>
                </a:cubicBezTo>
                <a:cubicBezTo>
                  <a:pt x="1177" y="3723"/>
                  <a:pt x="973" y="3597"/>
                  <a:pt x="756" y="3597"/>
                </a:cubicBezTo>
                <a:cubicBezTo>
                  <a:pt x="683" y="3597"/>
                  <a:pt x="609" y="3611"/>
                  <a:pt x="539" y="3641"/>
                </a:cubicBezTo>
                <a:cubicBezTo>
                  <a:pt x="255" y="3761"/>
                  <a:pt x="135" y="4074"/>
                  <a:pt x="255" y="4358"/>
                </a:cubicBezTo>
                <a:cubicBezTo>
                  <a:pt x="748" y="5536"/>
                  <a:pt x="1916" y="6267"/>
                  <a:pt x="3144" y="6267"/>
                </a:cubicBezTo>
                <a:cubicBezTo>
                  <a:pt x="3551" y="6267"/>
                  <a:pt x="3964" y="6187"/>
                  <a:pt x="4362" y="6016"/>
                </a:cubicBezTo>
                <a:cubicBezTo>
                  <a:pt x="6901" y="4941"/>
                  <a:pt x="6901" y="1326"/>
                  <a:pt x="4362" y="251"/>
                </a:cubicBezTo>
                <a:cubicBezTo>
                  <a:pt x="3963" y="82"/>
                  <a:pt x="3546" y="1"/>
                  <a:pt x="313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" name="Google Shape;966;p80"/>
          <p:cNvGrpSpPr/>
          <p:nvPr/>
        </p:nvGrpSpPr>
        <p:grpSpPr>
          <a:xfrm>
            <a:off x="4455789" y="2368204"/>
            <a:ext cx="310061" cy="307198"/>
            <a:chOff x="6436612" y="2610390"/>
            <a:chExt cx="310061" cy="307198"/>
          </a:xfrm>
        </p:grpSpPr>
        <p:sp>
          <p:nvSpPr>
            <p:cNvPr id="967" name="Google Shape;967;p80"/>
            <p:cNvSpPr/>
            <p:nvPr/>
          </p:nvSpPr>
          <p:spPr>
            <a:xfrm>
              <a:off x="6582056" y="2684221"/>
              <a:ext cx="72351" cy="90168"/>
            </a:xfrm>
            <a:custGeom>
              <a:rect b="b" l="l" r="r" t="t"/>
              <a:pathLst>
                <a:path extrusionOk="0" h="1838" w="1464">
                  <a:moveTo>
                    <a:pt x="179" y="0"/>
                  </a:moveTo>
                  <a:cubicBezTo>
                    <a:pt x="75" y="0"/>
                    <a:pt x="0" y="75"/>
                    <a:pt x="0" y="180"/>
                  </a:cubicBezTo>
                  <a:lnTo>
                    <a:pt x="0" y="1643"/>
                  </a:lnTo>
                  <a:cubicBezTo>
                    <a:pt x="0" y="1748"/>
                    <a:pt x="75" y="1838"/>
                    <a:pt x="179" y="1838"/>
                  </a:cubicBezTo>
                  <a:lnTo>
                    <a:pt x="1285" y="1838"/>
                  </a:lnTo>
                  <a:cubicBezTo>
                    <a:pt x="1389" y="1838"/>
                    <a:pt x="1464" y="1748"/>
                    <a:pt x="1464" y="1643"/>
                  </a:cubicBezTo>
                  <a:cubicBezTo>
                    <a:pt x="1464" y="1554"/>
                    <a:pt x="1389" y="1464"/>
                    <a:pt x="1285" y="1464"/>
                  </a:cubicBezTo>
                  <a:lnTo>
                    <a:pt x="359" y="1464"/>
                  </a:lnTo>
                  <a:lnTo>
                    <a:pt x="359" y="180"/>
                  </a:lnTo>
                  <a:cubicBezTo>
                    <a:pt x="359" y="75"/>
                    <a:pt x="284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80"/>
            <p:cNvSpPr/>
            <p:nvPr/>
          </p:nvSpPr>
          <p:spPr>
            <a:xfrm>
              <a:off x="6436612" y="2610390"/>
              <a:ext cx="310061" cy="307198"/>
            </a:xfrm>
            <a:custGeom>
              <a:rect b="b" l="l" r="r" t="t"/>
              <a:pathLst>
                <a:path extrusionOk="0" h="6262" w="6274">
                  <a:moveTo>
                    <a:pt x="3092" y="1"/>
                  </a:moveTo>
                  <a:cubicBezTo>
                    <a:pt x="2106" y="1"/>
                    <a:pt x="1176" y="476"/>
                    <a:pt x="568" y="1356"/>
                  </a:cubicBezTo>
                  <a:lnTo>
                    <a:pt x="300" y="1162"/>
                  </a:lnTo>
                  <a:cubicBezTo>
                    <a:pt x="264" y="1135"/>
                    <a:pt x="223" y="1123"/>
                    <a:pt x="184" y="1123"/>
                  </a:cubicBezTo>
                  <a:cubicBezTo>
                    <a:pt x="89" y="1123"/>
                    <a:pt x="1" y="1191"/>
                    <a:pt x="1" y="1296"/>
                  </a:cubicBezTo>
                  <a:lnTo>
                    <a:pt x="1" y="3133"/>
                  </a:lnTo>
                  <a:cubicBezTo>
                    <a:pt x="1" y="3239"/>
                    <a:pt x="93" y="3317"/>
                    <a:pt x="190" y="3317"/>
                  </a:cubicBezTo>
                  <a:cubicBezTo>
                    <a:pt x="217" y="3317"/>
                    <a:pt x="244" y="3311"/>
                    <a:pt x="270" y="3298"/>
                  </a:cubicBezTo>
                  <a:lnTo>
                    <a:pt x="1733" y="2566"/>
                  </a:lnTo>
                  <a:cubicBezTo>
                    <a:pt x="1853" y="2506"/>
                    <a:pt x="1868" y="2342"/>
                    <a:pt x="1763" y="2252"/>
                  </a:cubicBezTo>
                  <a:lnTo>
                    <a:pt x="1450" y="2028"/>
                  </a:lnTo>
                  <a:cubicBezTo>
                    <a:pt x="1875" y="1380"/>
                    <a:pt x="2499" y="1110"/>
                    <a:pt x="3104" y="1110"/>
                  </a:cubicBezTo>
                  <a:cubicBezTo>
                    <a:pt x="3391" y="1110"/>
                    <a:pt x="3674" y="1171"/>
                    <a:pt x="3929" y="1281"/>
                  </a:cubicBezTo>
                  <a:cubicBezTo>
                    <a:pt x="4676" y="1595"/>
                    <a:pt x="5169" y="2327"/>
                    <a:pt x="5169" y="3133"/>
                  </a:cubicBezTo>
                  <a:cubicBezTo>
                    <a:pt x="5169" y="3955"/>
                    <a:pt x="4676" y="4687"/>
                    <a:pt x="3929" y="5000"/>
                  </a:cubicBezTo>
                  <a:cubicBezTo>
                    <a:pt x="3672" y="5111"/>
                    <a:pt x="3405" y="5162"/>
                    <a:pt x="3143" y="5162"/>
                  </a:cubicBezTo>
                  <a:cubicBezTo>
                    <a:pt x="2341" y="5162"/>
                    <a:pt x="1582" y="4679"/>
                    <a:pt x="1255" y="3925"/>
                  </a:cubicBezTo>
                  <a:cubicBezTo>
                    <a:pt x="1166" y="3712"/>
                    <a:pt x="966" y="3583"/>
                    <a:pt x="752" y="3583"/>
                  </a:cubicBezTo>
                  <a:cubicBezTo>
                    <a:pt x="681" y="3583"/>
                    <a:pt x="609" y="3597"/>
                    <a:pt x="539" y="3626"/>
                  </a:cubicBezTo>
                  <a:cubicBezTo>
                    <a:pt x="255" y="3746"/>
                    <a:pt x="135" y="4074"/>
                    <a:pt x="255" y="4358"/>
                  </a:cubicBezTo>
                  <a:cubicBezTo>
                    <a:pt x="749" y="5538"/>
                    <a:pt x="1919" y="6261"/>
                    <a:pt x="3149" y="6261"/>
                  </a:cubicBezTo>
                  <a:cubicBezTo>
                    <a:pt x="3554" y="6261"/>
                    <a:pt x="3966" y="6183"/>
                    <a:pt x="4362" y="6016"/>
                  </a:cubicBezTo>
                  <a:cubicBezTo>
                    <a:pt x="5512" y="5523"/>
                    <a:pt x="6274" y="4388"/>
                    <a:pt x="6274" y="3133"/>
                  </a:cubicBezTo>
                  <a:cubicBezTo>
                    <a:pt x="6274" y="1879"/>
                    <a:pt x="5512" y="759"/>
                    <a:pt x="4362" y="266"/>
                  </a:cubicBezTo>
                  <a:cubicBezTo>
                    <a:pt x="3942" y="87"/>
                    <a:pt x="3512" y="1"/>
                    <a:pt x="30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9" name="Google Shape;969;p80"/>
          <p:cNvSpPr/>
          <p:nvPr/>
        </p:nvSpPr>
        <p:spPr>
          <a:xfrm>
            <a:off x="5605748" y="4362711"/>
            <a:ext cx="235486" cy="307394"/>
          </a:xfrm>
          <a:custGeom>
            <a:rect b="b" l="l" r="r" t="t"/>
            <a:pathLst>
              <a:path extrusionOk="0" h="6266" w="4765">
                <a:moveTo>
                  <a:pt x="2390" y="1091"/>
                </a:moveTo>
                <a:cubicBezTo>
                  <a:pt x="3092" y="1091"/>
                  <a:pt x="3675" y="1673"/>
                  <a:pt x="3675" y="2390"/>
                </a:cubicBezTo>
                <a:cubicBezTo>
                  <a:pt x="3675" y="3092"/>
                  <a:pt x="3092" y="3675"/>
                  <a:pt x="2390" y="3675"/>
                </a:cubicBezTo>
                <a:cubicBezTo>
                  <a:pt x="1673" y="3675"/>
                  <a:pt x="1091" y="3092"/>
                  <a:pt x="1091" y="2390"/>
                </a:cubicBezTo>
                <a:cubicBezTo>
                  <a:pt x="1091" y="1673"/>
                  <a:pt x="1673" y="1091"/>
                  <a:pt x="2390" y="1091"/>
                </a:cubicBezTo>
                <a:close/>
                <a:moveTo>
                  <a:pt x="2390" y="1"/>
                </a:moveTo>
                <a:cubicBezTo>
                  <a:pt x="1076" y="1"/>
                  <a:pt x="0" y="1076"/>
                  <a:pt x="0" y="2390"/>
                </a:cubicBezTo>
                <a:cubicBezTo>
                  <a:pt x="0" y="2913"/>
                  <a:pt x="165" y="3406"/>
                  <a:pt x="478" y="3809"/>
                </a:cubicBezTo>
                <a:lnTo>
                  <a:pt x="2241" y="6184"/>
                </a:lnTo>
                <a:cubicBezTo>
                  <a:pt x="2241" y="6199"/>
                  <a:pt x="2256" y="6199"/>
                  <a:pt x="2256" y="6199"/>
                </a:cubicBezTo>
                <a:cubicBezTo>
                  <a:pt x="2295" y="6245"/>
                  <a:pt x="2341" y="6265"/>
                  <a:pt x="2385" y="6265"/>
                </a:cubicBezTo>
                <a:cubicBezTo>
                  <a:pt x="2440" y="6265"/>
                  <a:pt x="2491" y="6234"/>
                  <a:pt x="2525" y="6184"/>
                </a:cubicBezTo>
                <a:cubicBezTo>
                  <a:pt x="3032" y="5512"/>
                  <a:pt x="3973" y="4242"/>
                  <a:pt x="4332" y="3764"/>
                </a:cubicBezTo>
                <a:cubicBezTo>
                  <a:pt x="4616" y="3361"/>
                  <a:pt x="4765" y="2883"/>
                  <a:pt x="4765" y="2390"/>
                </a:cubicBezTo>
                <a:cubicBezTo>
                  <a:pt x="4765" y="1076"/>
                  <a:pt x="3705" y="1"/>
                  <a:pt x="23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80"/>
          <p:cNvGrpSpPr/>
          <p:nvPr/>
        </p:nvGrpSpPr>
        <p:grpSpPr>
          <a:xfrm>
            <a:off x="8228749" y="3415748"/>
            <a:ext cx="341296" cy="207186"/>
            <a:chOff x="1353724" y="1173662"/>
            <a:chExt cx="341296" cy="207186"/>
          </a:xfrm>
        </p:grpSpPr>
        <p:sp>
          <p:nvSpPr>
            <p:cNvPr id="971" name="Google Shape;971;p80"/>
            <p:cNvSpPr/>
            <p:nvPr/>
          </p:nvSpPr>
          <p:spPr>
            <a:xfrm>
              <a:off x="1399325" y="1173662"/>
              <a:ext cx="91206" cy="109968"/>
            </a:xfrm>
            <a:custGeom>
              <a:rect b="b" l="l" r="r" t="t"/>
              <a:pathLst>
                <a:path extrusionOk="0" h="2450" w="2032">
                  <a:moveTo>
                    <a:pt x="1598" y="0"/>
                  </a:moveTo>
                  <a:cubicBezTo>
                    <a:pt x="1464" y="0"/>
                    <a:pt x="1345" y="60"/>
                    <a:pt x="1255" y="149"/>
                  </a:cubicBezTo>
                  <a:lnTo>
                    <a:pt x="0" y="1658"/>
                  </a:lnTo>
                  <a:cubicBezTo>
                    <a:pt x="105" y="1643"/>
                    <a:pt x="195" y="1628"/>
                    <a:pt x="299" y="1628"/>
                  </a:cubicBezTo>
                  <a:cubicBezTo>
                    <a:pt x="911" y="1628"/>
                    <a:pt x="1449" y="1957"/>
                    <a:pt x="1748" y="2449"/>
                  </a:cubicBezTo>
                  <a:lnTo>
                    <a:pt x="2017" y="493"/>
                  </a:lnTo>
                  <a:cubicBezTo>
                    <a:pt x="2032" y="373"/>
                    <a:pt x="2002" y="239"/>
                    <a:pt x="1912" y="149"/>
                  </a:cubicBezTo>
                  <a:cubicBezTo>
                    <a:pt x="1837" y="60"/>
                    <a:pt x="1718" y="0"/>
                    <a:pt x="15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80"/>
            <p:cNvSpPr/>
            <p:nvPr/>
          </p:nvSpPr>
          <p:spPr>
            <a:xfrm>
              <a:off x="1558885" y="1173662"/>
              <a:ext cx="91206" cy="109295"/>
            </a:xfrm>
            <a:custGeom>
              <a:rect b="b" l="l" r="r" t="t"/>
              <a:pathLst>
                <a:path extrusionOk="0" h="2435" w="2032">
                  <a:moveTo>
                    <a:pt x="448" y="0"/>
                  </a:moveTo>
                  <a:cubicBezTo>
                    <a:pt x="314" y="0"/>
                    <a:pt x="194" y="60"/>
                    <a:pt x="120" y="149"/>
                  </a:cubicBezTo>
                  <a:cubicBezTo>
                    <a:pt x="30" y="239"/>
                    <a:pt x="0" y="373"/>
                    <a:pt x="15" y="493"/>
                  </a:cubicBezTo>
                  <a:lnTo>
                    <a:pt x="284" y="2435"/>
                  </a:lnTo>
                  <a:cubicBezTo>
                    <a:pt x="583" y="1957"/>
                    <a:pt x="1120" y="1628"/>
                    <a:pt x="1718" y="1628"/>
                  </a:cubicBezTo>
                  <a:cubicBezTo>
                    <a:pt x="1822" y="1628"/>
                    <a:pt x="1927" y="1643"/>
                    <a:pt x="2031" y="1658"/>
                  </a:cubicBezTo>
                  <a:lnTo>
                    <a:pt x="777" y="149"/>
                  </a:lnTo>
                  <a:cubicBezTo>
                    <a:pt x="687" y="60"/>
                    <a:pt x="568" y="0"/>
                    <a:pt x="4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80"/>
            <p:cNvSpPr/>
            <p:nvPr/>
          </p:nvSpPr>
          <p:spPr>
            <a:xfrm>
              <a:off x="1577646" y="1262800"/>
              <a:ext cx="117374" cy="118048"/>
            </a:xfrm>
            <a:custGeom>
              <a:rect b="b" l="l" r="r" t="t"/>
              <a:pathLst>
                <a:path extrusionOk="0" h="2630" w="2615">
                  <a:moveTo>
                    <a:pt x="1300" y="493"/>
                  </a:moveTo>
                  <a:cubicBezTo>
                    <a:pt x="1763" y="493"/>
                    <a:pt x="2136" y="867"/>
                    <a:pt x="2136" y="1315"/>
                  </a:cubicBezTo>
                  <a:cubicBezTo>
                    <a:pt x="2136" y="1419"/>
                    <a:pt x="2046" y="1494"/>
                    <a:pt x="1957" y="1494"/>
                  </a:cubicBezTo>
                  <a:cubicBezTo>
                    <a:pt x="1852" y="1494"/>
                    <a:pt x="1778" y="1419"/>
                    <a:pt x="1778" y="1315"/>
                  </a:cubicBezTo>
                  <a:cubicBezTo>
                    <a:pt x="1778" y="1061"/>
                    <a:pt x="1569" y="852"/>
                    <a:pt x="1300" y="852"/>
                  </a:cubicBezTo>
                  <a:cubicBezTo>
                    <a:pt x="1210" y="852"/>
                    <a:pt x="1120" y="777"/>
                    <a:pt x="1120" y="673"/>
                  </a:cubicBezTo>
                  <a:cubicBezTo>
                    <a:pt x="1120" y="568"/>
                    <a:pt x="1210" y="493"/>
                    <a:pt x="1300" y="493"/>
                  </a:cubicBezTo>
                  <a:close/>
                  <a:moveTo>
                    <a:pt x="1300" y="0"/>
                  </a:moveTo>
                  <a:cubicBezTo>
                    <a:pt x="583" y="0"/>
                    <a:pt x="0" y="598"/>
                    <a:pt x="0" y="1315"/>
                  </a:cubicBezTo>
                  <a:cubicBezTo>
                    <a:pt x="0" y="2047"/>
                    <a:pt x="583" y="2629"/>
                    <a:pt x="1300" y="2629"/>
                  </a:cubicBezTo>
                  <a:cubicBezTo>
                    <a:pt x="2032" y="2629"/>
                    <a:pt x="2614" y="2047"/>
                    <a:pt x="2614" y="1315"/>
                  </a:cubicBezTo>
                  <a:cubicBezTo>
                    <a:pt x="2614" y="598"/>
                    <a:pt x="2032" y="0"/>
                    <a:pt x="1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80"/>
            <p:cNvSpPr/>
            <p:nvPr/>
          </p:nvSpPr>
          <p:spPr>
            <a:xfrm>
              <a:off x="1492503" y="1195745"/>
              <a:ext cx="64410" cy="95919"/>
            </a:xfrm>
            <a:custGeom>
              <a:rect b="b" l="l" r="r" t="t"/>
              <a:pathLst>
                <a:path extrusionOk="0" h="2137" w="1435">
                  <a:moveTo>
                    <a:pt x="299" y="1"/>
                  </a:moveTo>
                  <a:lnTo>
                    <a:pt x="0" y="2137"/>
                  </a:lnTo>
                  <a:lnTo>
                    <a:pt x="1434" y="2137"/>
                  </a:lnTo>
                  <a:lnTo>
                    <a:pt x="11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80"/>
            <p:cNvSpPr/>
            <p:nvPr/>
          </p:nvSpPr>
          <p:spPr>
            <a:xfrm>
              <a:off x="1353724" y="1262800"/>
              <a:ext cx="118048" cy="118048"/>
            </a:xfrm>
            <a:custGeom>
              <a:rect b="b" l="l" r="r" t="t"/>
              <a:pathLst>
                <a:path extrusionOk="0" h="2630" w="2630">
                  <a:moveTo>
                    <a:pt x="1345" y="493"/>
                  </a:moveTo>
                  <a:cubicBezTo>
                    <a:pt x="1808" y="493"/>
                    <a:pt x="2181" y="867"/>
                    <a:pt x="2181" y="1315"/>
                  </a:cubicBezTo>
                  <a:cubicBezTo>
                    <a:pt x="2181" y="1419"/>
                    <a:pt x="2092" y="1494"/>
                    <a:pt x="1987" y="1494"/>
                  </a:cubicBezTo>
                  <a:cubicBezTo>
                    <a:pt x="1898" y="1494"/>
                    <a:pt x="1808" y="1419"/>
                    <a:pt x="1808" y="1315"/>
                  </a:cubicBezTo>
                  <a:cubicBezTo>
                    <a:pt x="1808" y="1061"/>
                    <a:pt x="1599" y="852"/>
                    <a:pt x="1345" y="852"/>
                  </a:cubicBezTo>
                  <a:cubicBezTo>
                    <a:pt x="1240" y="852"/>
                    <a:pt x="1166" y="777"/>
                    <a:pt x="1166" y="673"/>
                  </a:cubicBezTo>
                  <a:cubicBezTo>
                    <a:pt x="1166" y="568"/>
                    <a:pt x="1240" y="493"/>
                    <a:pt x="1345" y="493"/>
                  </a:cubicBezTo>
                  <a:close/>
                  <a:moveTo>
                    <a:pt x="1315" y="0"/>
                  </a:moveTo>
                  <a:cubicBezTo>
                    <a:pt x="598" y="0"/>
                    <a:pt x="1" y="598"/>
                    <a:pt x="1" y="1315"/>
                  </a:cubicBezTo>
                  <a:cubicBezTo>
                    <a:pt x="1" y="2047"/>
                    <a:pt x="598" y="2629"/>
                    <a:pt x="1315" y="2629"/>
                  </a:cubicBezTo>
                  <a:cubicBezTo>
                    <a:pt x="2047" y="2629"/>
                    <a:pt x="2629" y="2047"/>
                    <a:pt x="2629" y="1315"/>
                  </a:cubicBezTo>
                  <a:cubicBezTo>
                    <a:pt x="2629" y="598"/>
                    <a:pt x="2047" y="0"/>
                    <a:pt x="13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80"/>
            <p:cNvSpPr/>
            <p:nvPr/>
          </p:nvSpPr>
          <p:spPr>
            <a:xfrm>
              <a:off x="1478409" y="1307728"/>
              <a:ext cx="91880" cy="50989"/>
            </a:xfrm>
            <a:custGeom>
              <a:rect b="b" l="l" r="r" t="t"/>
              <a:pathLst>
                <a:path extrusionOk="0" h="1136" w="2047">
                  <a:moveTo>
                    <a:pt x="270" y="0"/>
                  </a:moveTo>
                  <a:lnTo>
                    <a:pt x="210" y="374"/>
                  </a:lnTo>
                  <a:cubicBezTo>
                    <a:pt x="210" y="642"/>
                    <a:pt x="135" y="911"/>
                    <a:pt x="1" y="1135"/>
                  </a:cubicBezTo>
                  <a:lnTo>
                    <a:pt x="2047" y="1135"/>
                  </a:lnTo>
                  <a:cubicBezTo>
                    <a:pt x="1927" y="896"/>
                    <a:pt x="1838" y="627"/>
                    <a:pt x="1838" y="329"/>
                  </a:cubicBezTo>
                  <a:lnTo>
                    <a:pt x="1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7" name="Google Shape;977;p80"/>
          <p:cNvGrpSpPr/>
          <p:nvPr/>
        </p:nvGrpSpPr>
        <p:grpSpPr>
          <a:xfrm>
            <a:off x="6060657" y="4357160"/>
            <a:ext cx="345974" cy="318497"/>
            <a:chOff x="1937609" y="1103913"/>
            <a:chExt cx="345974" cy="318497"/>
          </a:xfrm>
        </p:grpSpPr>
        <p:sp>
          <p:nvSpPr>
            <p:cNvPr id="978" name="Google Shape;978;p80"/>
            <p:cNvSpPr/>
            <p:nvPr/>
          </p:nvSpPr>
          <p:spPr>
            <a:xfrm>
              <a:off x="1937609" y="1173662"/>
              <a:ext cx="345974" cy="115983"/>
            </a:xfrm>
            <a:custGeom>
              <a:rect b="b" l="l" r="r" t="t"/>
              <a:pathLst>
                <a:path extrusionOk="0" h="2584" w="7708">
                  <a:moveTo>
                    <a:pt x="643" y="0"/>
                  </a:moveTo>
                  <a:cubicBezTo>
                    <a:pt x="285" y="0"/>
                    <a:pt x="1" y="284"/>
                    <a:pt x="1" y="642"/>
                  </a:cubicBezTo>
                  <a:lnTo>
                    <a:pt x="1" y="2046"/>
                  </a:lnTo>
                  <a:cubicBezTo>
                    <a:pt x="1" y="2345"/>
                    <a:pt x="299" y="2584"/>
                    <a:pt x="643" y="2584"/>
                  </a:cubicBezTo>
                  <a:lnTo>
                    <a:pt x="1151" y="2584"/>
                  </a:lnTo>
                  <a:lnTo>
                    <a:pt x="1151" y="2345"/>
                  </a:lnTo>
                  <a:cubicBezTo>
                    <a:pt x="1151" y="2016"/>
                    <a:pt x="1420" y="1748"/>
                    <a:pt x="1748" y="1748"/>
                  </a:cubicBezTo>
                  <a:cubicBezTo>
                    <a:pt x="2077" y="1748"/>
                    <a:pt x="2346" y="2016"/>
                    <a:pt x="2346" y="2345"/>
                  </a:cubicBezTo>
                  <a:lnTo>
                    <a:pt x="2346" y="2584"/>
                  </a:lnTo>
                  <a:lnTo>
                    <a:pt x="5363" y="2584"/>
                  </a:lnTo>
                  <a:lnTo>
                    <a:pt x="5363" y="2345"/>
                  </a:lnTo>
                  <a:cubicBezTo>
                    <a:pt x="5363" y="2016"/>
                    <a:pt x="5632" y="1748"/>
                    <a:pt x="5960" y="1748"/>
                  </a:cubicBezTo>
                  <a:cubicBezTo>
                    <a:pt x="6289" y="1748"/>
                    <a:pt x="6558" y="2016"/>
                    <a:pt x="6558" y="2345"/>
                  </a:cubicBezTo>
                  <a:lnTo>
                    <a:pt x="6558" y="2584"/>
                  </a:lnTo>
                  <a:lnTo>
                    <a:pt x="7065" y="2584"/>
                  </a:lnTo>
                  <a:cubicBezTo>
                    <a:pt x="7424" y="2584"/>
                    <a:pt x="7708" y="2345"/>
                    <a:pt x="7708" y="2046"/>
                  </a:cubicBezTo>
                  <a:lnTo>
                    <a:pt x="7708" y="642"/>
                  </a:lnTo>
                  <a:cubicBezTo>
                    <a:pt x="7708" y="284"/>
                    <a:pt x="7424" y="0"/>
                    <a:pt x="7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80"/>
            <p:cNvSpPr/>
            <p:nvPr/>
          </p:nvSpPr>
          <p:spPr>
            <a:xfrm>
              <a:off x="1937609" y="1296328"/>
              <a:ext cx="345974" cy="126082"/>
            </a:xfrm>
            <a:custGeom>
              <a:rect b="b" l="l" r="r" t="t"/>
              <a:pathLst>
                <a:path extrusionOk="0" h="2809" w="7708">
                  <a:moveTo>
                    <a:pt x="4706" y="702"/>
                  </a:moveTo>
                  <a:cubicBezTo>
                    <a:pt x="4795" y="702"/>
                    <a:pt x="4885" y="777"/>
                    <a:pt x="4885" y="881"/>
                  </a:cubicBezTo>
                  <a:cubicBezTo>
                    <a:pt x="4885" y="971"/>
                    <a:pt x="4795" y="1061"/>
                    <a:pt x="4706" y="1061"/>
                  </a:cubicBezTo>
                  <a:lnTo>
                    <a:pt x="3018" y="1061"/>
                  </a:lnTo>
                  <a:cubicBezTo>
                    <a:pt x="2913" y="1061"/>
                    <a:pt x="2839" y="971"/>
                    <a:pt x="2839" y="881"/>
                  </a:cubicBezTo>
                  <a:cubicBezTo>
                    <a:pt x="2839" y="777"/>
                    <a:pt x="2913" y="702"/>
                    <a:pt x="3018" y="702"/>
                  </a:cubicBezTo>
                  <a:close/>
                  <a:moveTo>
                    <a:pt x="1" y="0"/>
                  </a:moveTo>
                  <a:lnTo>
                    <a:pt x="1" y="2166"/>
                  </a:lnTo>
                  <a:cubicBezTo>
                    <a:pt x="1" y="2524"/>
                    <a:pt x="285" y="2808"/>
                    <a:pt x="643" y="2808"/>
                  </a:cubicBezTo>
                  <a:lnTo>
                    <a:pt x="7080" y="2808"/>
                  </a:lnTo>
                  <a:cubicBezTo>
                    <a:pt x="7424" y="2808"/>
                    <a:pt x="7708" y="2524"/>
                    <a:pt x="7708" y="2166"/>
                  </a:cubicBezTo>
                  <a:lnTo>
                    <a:pt x="7708" y="0"/>
                  </a:lnTo>
                  <a:cubicBezTo>
                    <a:pt x="7543" y="135"/>
                    <a:pt x="7319" y="209"/>
                    <a:pt x="7065" y="209"/>
                  </a:cubicBezTo>
                  <a:lnTo>
                    <a:pt x="6558" y="209"/>
                  </a:lnTo>
                  <a:lnTo>
                    <a:pt x="6558" y="463"/>
                  </a:lnTo>
                  <a:cubicBezTo>
                    <a:pt x="6558" y="792"/>
                    <a:pt x="6289" y="1061"/>
                    <a:pt x="5960" y="1061"/>
                  </a:cubicBezTo>
                  <a:cubicBezTo>
                    <a:pt x="5632" y="1061"/>
                    <a:pt x="5363" y="792"/>
                    <a:pt x="5363" y="463"/>
                  </a:cubicBezTo>
                  <a:lnTo>
                    <a:pt x="5363" y="209"/>
                  </a:lnTo>
                  <a:lnTo>
                    <a:pt x="2346" y="209"/>
                  </a:lnTo>
                  <a:lnTo>
                    <a:pt x="2346" y="463"/>
                  </a:lnTo>
                  <a:cubicBezTo>
                    <a:pt x="2346" y="792"/>
                    <a:pt x="2077" y="1061"/>
                    <a:pt x="1748" y="1061"/>
                  </a:cubicBezTo>
                  <a:cubicBezTo>
                    <a:pt x="1420" y="1061"/>
                    <a:pt x="1151" y="792"/>
                    <a:pt x="1151" y="463"/>
                  </a:cubicBezTo>
                  <a:lnTo>
                    <a:pt x="1151" y="209"/>
                  </a:lnTo>
                  <a:lnTo>
                    <a:pt x="643" y="209"/>
                  </a:lnTo>
                  <a:cubicBezTo>
                    <a:pt x="404" y="209"/>
                    <a:pt x="180" y="13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80"/>
            <p:cNvSpPr/>
            <p:nvPr/>
          </p:nvSpPr>
          <p:spPr>
            <a:xfrm>
              <a:off x="2194386" y="1268141"/>
              <a:ext cx="21500" cy="59742"/>
            </a:xfrm>
            <a:custGeom>
              <a:rect b="b" l="l" r="r" t="t"/>
              <a:pathLst>
                <a:path extrusionOk="0" h="1331" w="479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1091"/>
                  </a:lnTo>
                  <a:cubicBezTo>
                    <a:pt x="0" y="1226"/>
                    <a:pt x="105" y="1330"/>
                    <a:pt x="239" y="1330"/>
                  </a:cubicBezTo>
                  <a:cubicBezTo>
                    <a:pt x="374" y="1330"/>
                    <a:pt x="478" y="1226"/>
                    <a:pt x="478" y="1091"/>
                  </a:cubicBezTo>
                  <a:lnTo>
                    <a:pt x="478" y="240"/>
                  </a:lnTo>
                  <a:cubicBezTo>
                    <a:pt x="478" y="106"/>
                    <a:pt x="374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80"/>
            <p:cNvSpPr/>
            <p:nvPr/>
          </p:nvSpPr>
          <p:spPr>
            <a:xfrm>
              <a:off x="2042861" y="1103913"/>
              <a:ext cx="136136" cy="53682"/>
            </a:xfrm>
            <a:custGeom>
              <a:rect b="b" l="l" r="r" t="t"/>
              <a:pathLst>
                <a:path extrusionOk="0" h="1196" w="3033">
                  <a:moveTo>
                    <a:pt x="792" y="1"/>
                  </a:moveTo>
                  <a:cubicBezTo>
                    <a:pt x="359" y="1"/>
                    <a:pt x="1" y="359"/>
                    <a:pt x="1" y="792"/>
                  </a:cubicBezTo>
                  <a:lnTo>
                    <a:pt x="1" y="1196"/>
                  </a:lnTo>
                  <a:lnTo>
                    <a:pt x="509" y="1196"/>
                  </a:lnTo>
                  <a:lnTo>
                    <a:pt x="509" y="792"/>
                  </a:lnTo>
                  <a:cubicBezTo>
                    <a:pt x="509" y="643"/>
                    <a:pt x="628" y="509"/>
                    <a:pt x="792" y="509"/>
                  </a:cubicBezTo>
                  <a:lnTo>
                    <a:pt x="2241" y="509"/>
                  </a:lnTo>
                  <a:cubicBezTo>
                    <a:pt x="2390" y="509"/>
                    <a:pt x="2525" y="643"/>
                    <a:pt x="2525" y="792"/>
                  </a:cubicBezTo>
                  <a:lnTo>
                    <a:pt x="2525" y="1196"/>
                  </a:lnTo>
                  <a:lnTo>
                    <a:pt x="3033" y="1196"/>
                  </a:lnTo>
                  <a:lnTo>
                    <a:pt x="3033" y="792"/>
                  </a:lnTo>
                  <a:cubicBezTo>
                    <a:pt x="3033" y="359"/>
                    <a:pt x="2674" y="1"/>
                    <a:pt x="2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80"/>
            <p:cNvSpPr/>
            <p:nvPr/>
          </p:nvSpPr>
          <p:spPr>
            <a:xfrm>
              <a:off x="2005338" y="1268141"/>
              <a:ext cx="22173" cy="59742"/>
            </a:xfrm>
            <a:custGeom>
              <a:rect b="b" l="l" r="r" t="t"/>
              <a:pathLst>
                <a:path extrusionOk="0" h="1331" w="494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1091"/>
                  </a:lnTo>
                  <a:cubicBezTo>
                    <a:pt x="0" y="1226"/>
                    <a:pt x="105" y="1330"/>
                    <a:pt x="239" y="1330"/>
                  </a:cubicBezTo>
                  <a:cubicBezTo>
                    <a:pt x="374" y="1330"/>
                    <a:pt x="493" y="1226"/>
                    <a:pt x="493" y="1091"/>
                  </a:cubicBezTo>
                  <a:lnTo>
                    <a:pt x="493" y="240"/>
                  </a:lnTo>
                  <a:cubicBezTo>
                    <a:pt x="493" y="106"/>
                    <a:pt x="374" y="1"/>
                    <a:pt x="2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80"/>
          <p:cNvGrpSpPr/>
          <p:nvPr/>
        </p:nvGrpSpPr>
        <p:grpSpPr>
          <a:xfrm>
            <a:off x="6626350" y="4362773"/>
            <a:ext cx="313026" cy="307296"/>
            <a:chOff x="2496000" y="5240875"/>
            <a:chExt cx="158350" cy="156600"/>
          </a:xfrm>
        </p:grpSpPr>
        <p:sp>
          <p:nvSpPr>
            <p:cNvPr id="984" name="Google Shape;984;p80"/>
            <p:cNvSpPr/>
            <p:nvPr/>
          </p:nvSpPr>
          <p:spPr>
            <a:xfrm>
              <a:off x="2559850" y="5240875"/>
              <a:ext cx="91900" cy="45475"/>
            </a:xfrm>
            <a:custGeom>
              <a:rect b="b" l="l" r="r" t="t"/>
              <a:pathLst>
                <a:path extrusionOk="0" h="1819" w="3676">
                  <a:moveTo>
                    <a:pt x="1106" y="1"/>
                  </a:moveTo>
                  <a:cubicBezTo>
                    <a:pt x="703" y="1"/>
                    <a:pt x="374" y="329"/>
                    <a:pt x="374" y="732"/>
                  </a:cubicBezTo>
                  <a:lnTo>
                    <a:pt x="374" y="1464"/>
                  </a:lnTo>
                  <a:lnTo>
                    <a:pt x="195" y="1464"/>
                  </a:lnTo>
                  <a:cubicBezTo>
                    <a:pt x="91" y="1464"/>
                    <a:pt x="1" y="1554"/>
                    <a:pt x="1" y="1658"/>
                  </a:cubicBezTo>
                  <a:lnTo>
                    <a:pt x="1" y="1808"/>
                  </a:lnTo>
                  <a:cubicBezTo>
                    <a:pt x="195" y="1815"/>
                    <a:pt x="374" y="1819"/>
                    <a:pt x="554" y="1819"/>
                  </a:cubicBezTo>
                  <a:cubicBezTo>
                    <a:pt x="733" y="1819"/>
                    <a:pt x="912" y="1815"/>
                    <a:pt x="1106" y="1808"/>
                  </a:cubicBezTo>
                  <a:lnTo>
                    <a:pt x="1106" y="1658"/>
                  </a:lnTo>
                  <a:cubicBezTo>
                    <a:pt x="1106" y="1554"/>
                    <a:pt x="1032" y="1464"/>
                    <a:pt x="927" y="1464"/>
                  </a:cubicBezTo>
                  <a:lnTo>
                    <a:pt x="748" y="1464"/>
                  </a:lnTo>
                  <a:lnTo>
                    <a:pt x="748" y="732"/>
                  </a:lnTo>
                  <a:cubicBezTo>
                    <a:pt x="748" y="538"/>
                    <a:pt x="912" y="374"/>
                    <a:pt x="1106" y="374"/>
                  </a:cubicBezTo>
                  <a:cubicBezTo>
                    <a:pt x="1315" y="374"/>
                    <a:pt x="1480" y="538"/>
                    <a:pt x="1480" y="732"/>
                  </a:cubicBezTo>
                  <a:cubicBezTo>
                    <a:pt x="1480" y="1136"/>
                    <a:pt x="1808" y="1464"/>
                    <a:pt x="2211" y="1464"/>
                  </a:cubicBezTo>
                  <a:cubicBezTo>
                    <a:pt x="2615" y="1464"/>
                    <a:pt x="2943" y="1136"/>
                    <a:pt x="2943" y="732"/>
                  </a:cubicBezTo>
                  <a:cubicBezTo>
                    <a:pt x="2943" y="538"/>
                    <a:pt x="3108" y="374"/>
                    <a:pt x="3317" y="374"/>
                  </a:cubicBezTo>
                  <a:lnTo>
                    <a:pt x="3496" y="374"/>
                  </a:lnTo>
                  <a:cubicBezTo>
                    <a:pt x="3600" y="374"/>
                    <a:pt x="3675" y="284"/>
                    <a:pt x="3675" y="180"/>
                  </a:cubicBezTo>
                  <a:cubicBezTo>
                    <a:pt x="3675" y="75"/>
                    <a:pt x="3600" y="1"/>
                    <a:pt x="3496" y="1"/>
                  </a:cubicBezTo>
                  <a:lnTo>
                    <a:pt x="3317" y="1"/>
                  </a:lnTo>
                  <a:cubicBezTo>
                    <a:pt x="2913" y="1"/>
                    <a:pt x="2570" y="329"/>
                    <a:pt x="2570" y="732"/>
                  </a:cubicBezTo>
                  <a:cubicBezTo>
                    <a:pt x="2570" y="942"/>
                    <a:pt x="2406" y="1106"/>
                    <a:pt x="2211" y="1106"/>
                  </a:cubicBezTo>
                  <a:cubicBezTo>
                    <a:pt x="2002" y="1106"/>
                    <a:pt x="1838" y="942"/>
                    <a:pt x="1838" y="732"/>
                  </a:cubicBezTo>
                  <a:cubicBezTo>
                    <a:pt x="1838" y="329"/>
                    <a:pt x="1509" y="1"/>
                    <a:pt x="1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80"/>
            <p:cNvSpPr/>
            <p:nvPr/>
          </p:nvSpPr>
          <p:spPr>
            <a:xfrm>
              <a:off x="2588975" y="5351400"/>
              <a:ext cx="18325" cy="18325"/>
            </a:xfrm>
            <a:custGeom>
              <a:rect b="b" l="l" r="r" t="t"/>
              <a:pathLst>
                <a:path extrusionOk="0" h="733" w="733">
                  <a:moveTo>
                    <a:pt x="359" y="1"/>
                  </a:moveTo>
                  <a:cubicBezTo>
                    <a:pt x="165" y="1"/>
                    <a:pt x="1" y="165"/>
                    <a:pt x="1" y="359"/>
                  </a:cubicBezTo>
                  <a:cubicBezTo>
                    <a:pt x="1" y="568"/>
                    <a:pt x="165" y="732"/>
                    <a:pt x="359" y="732"/>
                  </a:cubicBezTo>
                  <a:cubicBezTo>
                    <a:pt x="569" y="732"/>
                    <a:pt x="733" y="568"/>
                    <a:pt x="733" y="359"/>
                  </a:cubicBezTo>
                  <a:cubicBezTo>
                    <a:pt x="733" y="165"/>
                    <a:pt x="569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80"/>
            <p:cNvSpPr/>
            <p:nvPr/>
          </p:nvSpPr>
          <p:spPr>
            <a:xfrm>
              <a:off x="2496000" y="5288900"/>
              <a:ext cx="158350" cy="108575"/>
            </a:xfrm>
            <a:custGeom>
              <a:rect b="b" l="l" r="r" t="t"/>
              <a:pathLst>
                <a:path extrusionOk="0" h="4343" w="6334">
                  <a:moveTo>
                    <a:pt x="5004" y="1022"/>
                  </a:moveTo>
                  <a:cubicBezTo>
                    <a:pt x="5094" y="1022"/>
                    <a:pt x="5184" y="1112"/>
                    <a:pt x="5184" y="1216"/>
                  </a:cubicBezTo>
                  <a:cubicBezTo>
                    <a:pt x="5184" y="1306"/>
                    <a:pt x="5094" y="1395"/>
                    <a:pt x="5004" y="1395"/>
                  </a:cubicBezTo>
                  <a:cubicBezTo>
                    <a:pt x="4900" y="1395"/>
                    <a:pt x="4810" y="1306"/>
                    <a:pt x="4810" y="1216"/>
                  </a:cubicBezTo>
                  <a:cubicBezTo>
                    <a:pt x="4810" y="1112"/>
                    <a:pt x="4900" y="1022"/>
                    <a:pt x="5004" y="1022"/>
                  </a:cubicBezTo>
                  <a:close/>
                  <a:moveTo>
                    <a:pt x="2794" y="1395"/>
                  </a:moveTo>
                  <a:cubicBezTo>
                    <a:pt x="2898" y="1395"/>
                    <a:pt x="2973" y="1470"/>
                    <a:pt x="2973" y="1575"/>
                  </a:cubicBezTo>
                  <a:cubicBezTo>
                    <a:pt x="2973" y="1679"/>
                    <a:pt x="2898" y="1769"/>
                    <a:pt x="2794" y="1769"/>
                  </a:cubicBezTo>
                  <a:lnTo>
                    <a:pt x="2435" y="1769"/>
                  </a:lnTo>
                  <a:cubicBezTo>
                    <a:pt x="2331" y="1769"/>
                    <a:pt x="2241" y="1679"/>
                    <a:pt x="2241" y="1575"/>
                  </a:cubicBezTo>
                  <a:cubicBezTo>
                    <a:pt x="2241" y="1470"/>
                    <a:pt x="2331" y="1395"/>
                    <a:pt x="2435" y="1395"/>
                  </a:cubicBezTo>
                  <a:close/>
                  <a:moveTo>
                    <a:pt x="3899" y="1395"/>
                  </a:moveTo>
                  <a:cubicBezTo>
                    <a:pt x="4004" y="1395"/>
                    <a:pt x="4078" y="1470"/>
                    <a:pt x="4078" y="1575"/>
                  </a:cubicBezTo>
                  <a:cubicBezTo>
                    <a:pt x="4078" y="1679"/>
                    <a:pt x="4004" y="1769"/>
                    <a:pt x="3899" y="1769"/>
                  </a:cubicBezTo>
                  <a:lnTo>
                    <a:pt x="3526" y="1769"/>
                  </a:lnTo>
                  <a:cubicBezTo>
                    <a:pt x="3421" y="1769"/>
                    <a:pt x="3347" y="1679"/>
                    <a:pt x="3347" y="1575"/>
                  </a:cubicBezTo>
                  <a:cubicBezTo>
                    <a:pt x="3347" y="1470"/>
                    <a:pt x="3421" y="1395"/>
                    <a:pt x="3526" y="1395"/>
                  </a:cubicBezTo>
                  <a:close/>
                  <a:moveTo>
                    <a:pt x="4631" y="1395"/>
                  </a:moveTo>
                  <a:cubicBezTo>
                    <a:pt x="4736" y="1395"/>
                    <a:pt x="4810" y="1470"/>
                    <a:pt x="4810" y="1575"/>
                  </a:cubicBezTo>
                  <a:cubicBezTo>
                    <a:pt x="4810" y="1679"/>
                    <a:pt x="4736" y="1769"/>
                    <a:pt x="4631" y="1769"/>
                  </a:cubicBezTo>
                  <a:cubicBezTo>
                    <a:pt x="4526" y="1769"/>
                    <a:pt x="4452" y="1679"/>
                    <a:pt x="4452" y="1575"/>
                  </a:cubicBezTo>
                  <a:cubicBezTo>
                    <a:pt x="4452" y="1470"/>
                    <a:pt x="4526" y="1395"/>
                    <a:pt x="4631" y="1395"/>
                  </a:cubicBezTo>
                  <a:close/>
                  <a:moveTo>
                    <a:pt x="5363" y="1395"/>
                  </a:moveTo>
                  <a:cubicBezTo>
                    <a:pt x="5467" y="1395"/>
                    <a:pt x="5542" y="1470"/>
                    <a:pt x="5542" y="1575"/>
                  </a:cubicBezTo>
                  <a:cubicBezTo>
                    <a:pt x="5542" y="1679"/>
                    <a:pt x="5467" y="1769"/>
                    <a:pt x="5363" y="1769"/>
                  </a:cubicBezTo>
                  <a:cubicBezTo>
                    <a:pt x="5258" y="1769"/>
                    <a:pt x="5184" y="1679"/>
                    <a:pt x="5184" y="1575"/>
                  </a:cubicBezTo>
                  <a:cubicBezTo>
                    <a:pt x="5184" y="1470"/>
                    <a:pt x="5258" y="1395"/>
                    <a:pt x="5363" y="1395"/>
                  </a:cubicBezTo>
                  <a:close/>
                  <a:moveTo>
                    <a:pt x="1330" y="1022"/>
                  </a:moveTo>
                  <a:cubicBezTo>
                    <a:pt x="1420" y="1022"/>
                    <a:pt x="1509" y="1112"/>
                    <a:pt x="1509" y="1216"/>
                  </a:cubicBezTo>
                  <a:lnTo>
                    <a:pt x="1509" y="1395"/>
                  </a:lnTo>
                  <a:lnTo>
                    <a:pt x="1689" y="1395"/>
                  </a:lnTo>
                  <a:cubicBezTo>
                    <a:pt x="1793" y="1395"/>
                    <a:pt x="1883" y="1470"/>
                    <a:pt x="1883" y="1575"/>
                  </a:cubicBezTo>
                  <a:cubicBezTo>
                    <a:pt x="1883" y="1679"/>
                    <a:pt x="1793" y="1769"/>
                    <a:pt x="1689" y="1769"/>
                  </a:cubicBezTo>
                  <a:lnTo>
                    <a:pt x="1509" y="1769"/>
                  </a:lnTo>
                  <a:lnTo>
                    <a:pt x="1509" y="1948"/>
                  </a:lnTo>
                  <a:cubicBezTo>
                    <a:pt x="1509" y="2052"/>
                    <a:pt x="1420" y="2127"/>
                    <a:pt x="1330" y="2127"/>
                  </a:cubicBezTo>
                  <a:cubicBezTo>
                    <a:pt x="1226" y="2127"/>
                    <a:pt x="1136" y="2052"/>
                    <a:pt x="1136" y="1948"/>
                  </a:cubicBezTo>
                  <a:lnTo>
                    <a:pt x="1136" y="1769"/>
                  </a:lnTo>
                  <a:lnTo>
                    <a:pt x="957" y="1769"/>
                  </a:lnTo>
                  <a:cubicBezTo>
                    <a:pt x="852" y="1769"/>
                    <a:pt x="778" y="1679"/>
                    <a:pt x="778" y="1575"/>
                  </a:cubicBezTo>
                  <a:cubicBezTo>
                    <a:pt x="778" y="1470"/>
                    <a:pt x="852" y="1395"/>
                    <a:pt x="957" y="1395"/>
                  </a:cubicBezTo>
                  <a:lnTo>
                    <a:pt x="1136" y="1395"/>
                  </a:lnTo>
                  <a:lnTo>
                    <a:pt x="1136" y="1216"/>
                  </a:lnTo>
                  <a:cubicBezTo>
                    <a:pt x="1136" y="1112"/>
                    <a:pt x="1226" y="1022"/>
                    <a:pt x="1330" y="1022"/>
                  </a:cubicBezTo>
                  <a:close/>
                  <a:moveTo>
                    <a:pt x="5004" y="1769"/>
                  </a:moveTo>
                  <a:cubicBezTo>
                    <a:pt x="5094" y="1769"/>
                    <a:pt x="5184" y="1843"/>
                    <a:pt x="5184" y="1948"/>
                  </a:cubicBezTo>
                  <a:cubicBezTo>
                    <a:pt x="5184" y="2052"/>
                    <a:pt x="5094" y="2127"/>
                    <a:pt x="5004" y="2127"/>
                  </a:cubicBezTo>
                  <a:cubicBezTo>
                    <a:pt x="4900" y="2127"/>
                    <a:pt x="4810" y="2052"/>
                    <a:pt x="4810" y="1948"/>
                  </a:cubicBezTo>
                  <a:cubicBezTo>
                    <a:pt x="4810" y="1843"/>
                    <a:pt x="4900" y="1769"/>
                    <a:pt x="5004" y="1769"/>
                  </a:cubicBezTo>
                  <a:close/>
                  <a:moveTo>
                    <a:pt x="5246" y="1"/>
                  </a:moveTo>
                  <a:cubicBezTo>
                    <a:pt x="5171" y="1"/>
                    <a:pt x="5094" y="12"/>
                    <a:pt x="5019" y="36"/>
                  </a:cubicBezTo>
                  <a:cubicBezTo>
                    <a:pt x="5019" y="36"/>
                    <a:pt x="5019" y="36"/>
                    <a:pt x="5004" y="51"/>
                  </a:cubicBezTo>
                  <a:cubicBezTo>
                    <a:pt x="4510" y="199"/>
                    <a:pt x="3831" y="270"/>
                    <a:pt x="3154" y="270"/>
                  </a:cubicBezTo>
                  <a:cubicBezTo>
                    <a:pt x="2460" y="270"/>
                    <a:pt x="1769" y="195"/>
                    <a:pt x="1285" y="51"/>
                  </a:cubicBezTo>
                  <a:lnTo>
                    <a:pt x="1270" y="51"/>
                  </a:lnTo>
                  <a:cubicBezTo>
                    <a:pt x="1195" y="26"/>
                    <a:pt x="1119" y="14"/>
                    <a:pt x="1043" y="14"/>
                  </a:cubicBezTo>
                  <a:cubicBezTo>
                    <a:pt x="760" y="14"/>
                    <a:pt x="495" y="183"/>
                    <a:pt x="389" y="454"/>
                  </a:cubicBezTo>
                  <a:cubicBezTo>
                    <a:pt x="389" y="454"/>
                    <a:pt x="374" y="484"/>
                    <a:pt x="374" y="484"/>
                  </a:cubicBezTo>
                  <a:cubicBezTo>
                    <a:pt x="225" y="873"/>
                    <a:pt x="61" y="1724"/>
                    <a:pt x="31" y="2515"/>
                  </a:cubicBezTo>
                  <a:cubicBezTo>
                    <a:pt x="1" y="3561"/>
                    <a:pt x="195" y="4158"/>
                    <a:pt x="613" y="4308"/>
                  </a:cubicBezTo>
                  <a:cubicBezTo>
                    <a:pt x="675" y="4331"/>
                    <a:pt x="740" y="4343"/>
                    <a:pt x="808" y="4343"/>
                  </a:cubicBezTo>
                  <a:cubicBezTo>
                    <a:pt x="1130" y="4343"/>
                    <a:pt x="1518" y="4077"/>
                    <a:pt x="1987" y="3546"/>
                  </a:cubicBezTo>
                  <a:cubicBezTo>
                    <a:pt x="1704" y="3442"/>
                    <a:pt x="1509" y="3173"/>
                    <a:pt x="1509" y="2859"/>
                  </a:cubicBezTo>
                  <a:cubicBezTo>
                    <a:pt x="1509" y="2456"/>
                    <a:pt x="1838" y="2127"/>
                    <a:pt x="2241" y="2127"/>
                  </a:cubicBezTo>
                  <a:cubicBezTo>
                    <a:pt x="2645" y="2127"/>
                    <a:pt x="2973" y="2456"/>
                    <a:pt x="2973" y="2859"/>
                  </a:cubicBezTo>
                  <a:cubicBezTo>
                    <a:pt x="2973" y="2859"/>
                    <a:pt x="2973" y="2874"/>
                    <a:pt x="2973" y="2874"/>
                  </a:cubicBezTo>
                  <a:cubicBezTo>
                    <a:pt x="3078" y="2859"/>
                    <a:pt x="3119" y="2852"/>
                    <a:pt x="3160" y="2852"/>
                  </a:cubicBezTo>
                  <a:cubicBezTo>
                    <a:pt x="3201" y="2852"/>
                    <a:pt x="3242" y="2859"/>
                    <a:pt x="3347" y="2874"/>
                  </a:cubicBezTo>
                  <a:cubicBezTo>
                    <a:pt x="3347" y="2456"/>
                    <a:pt x="3675" y="2127"/>
                    <a:pt x="4078" y="2127"/>
                  </a:cubicBezTo>
                  <a:cubicBezTo>
                    <a:pt x="4482" y="2127"/>
                    <a:pt x="4810" y="2456"/>
                    <a:pt x="4810" y="2859"/>
                  </a:cubicBezTo>
                  <a:cubicBezTo>
                    <a:pt x="4810" y="3173"/>
                    <a:pt x="4616" y="3442"/>
                    <a:pt x="4332" y="3546"/>
                  </a:cubicBezTo>
                  <a:cubicBezTo>
                    <a:pt x="4571" y="3815"/>
                    <a:pt x="4780" y="4009"/>
                    <a:pt x="4989" y="4144"/>
                  </a:cubicBezTo>
                  <a:cubicBezTo>
                    <a:pt x="5184" y="4278"/>
                    <a:pt x="5363" y="4338"/>
                    <a:pt x="5527" y="4338"/>
                  </a:cubicBezTo>
                  <a:cubicBezTo>
                    <a:pt x="5587" y="4338"/>
                    <a:pt x="5662" y="4338"/>
                    <a:pt x="5721" y="4308"/>
                  </a:cubicBezTo>
                  <a:cubicBezTo>
                    <a:pt x="6140" y="4158"/>
                    <a:pt x="6334" y="3561"/>
                    <a:pt x="6289" y="2515"/>
                  </a:cubicBezTo>
                  <a:cubicBezTo>
                    <a:pt x="6259" y="1724"/>
                    <a:pt x="6095" y="873"/>
                    <a:pt x="5945" y="484"/>
                  </a:cubicBezTo>
                  <a:cubicBezTo>
                    <a:pt x="5945" y="484"/>
                    <a:pt x="5930" y="454"/>
                    <a:pt x="5930" y="454"/>
                  </a:cubicBezTo>
                  <a:cubicBezTo>
                    <a:pt x="5823" y="180"/>
                    <a:pt x="5544" y="1"/>
                    <a:pt x="5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80"/>
            <p:cNvSpPr/>
            <p:nvPr/>
          </p:nvSpPr>
          <p:spPr>
            <a:xfrm>
              <a:off x="2543050" y="5351400"/>
              <a:ext cx="18325" cy="18325"/>
            </a:xfrm>
            <a:custGeom>
              <a:rect b="b" l="l" r="r" t="t"/>
              <a:pathLst>
                <a:path extrusionOk="0" h="733" w="733">
                  <a:moveTo>
                    <a:pt x="359" y="1"/>
                  </a:moveTo>
                  <a:cubicBezTo>
                    <a:pt x="165" y="1"/>
                    <a:pt x="1" y="165"/>
                    <a:pt x="1" y="359"/>
                  </a:cubicBezTo>
                  <a:cubicBezTo>
                    <a:pt x="1" y="568"/>
                    <a:pt x="165" y="732"/>
                    <a:pt x="359" y="732"/>
                  </a:cubicBezTo>
                  <a:cubicBezTo>
                    <a:pt x="568" y="732"/>
                    <a:pt x="733" y="568"/>
                    <a:pt x="733" y="359"/>
                  </a:cubicBezTo>
                  <a:cubicBezTo>
                    <a:pt x="733" y="165"/>
                    <a:pt x="568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8" name="Google Shape;988;p80"/>
          <p:cNvSpPr/>
          <p:nvPr/>
        </p:nvSpPr>
        <p:spPr>
          <a:xfrm>
            <a:off x="8235150" y="2859384"/>
            <a:ext cx="328495" cy="271582"/>
          </a:xfrm>
          <a:custGeom>
            <a:rect b="b" l="l" r="r" t="t"/>
            <a:pathLst>
              <a:path extrusionOk="0" h="5536" w="6647">
                <a:moveTo>
                  <a:pt x="3256" y="1130"/>
                </a:moveTo>
                <a:cubicBezTo>
                  <a:pt x="3466" y="1130"/>
                  <a:pt x="3630" y="1294"/>
                  <a:pt x="3630" y="1503"/>
                </a:cubicBezTo>
                <a:lnTo>
                  <a:pt x="3630" y="2967"/>
                </a:lnTo>
                <a:cubicBezTo>
                  <a:pt x="3630" y="3176"/>
                  <a:pt x="3466" y="3340"/>
                  <a:pt x="3256" y="3340"/>
                </a:cubicBezTo>
                <a:cubicBezTo>
                  <a:pt x="3062" y="3340"/>
                  <a:pt x="2898" y="3176"/>
                  <a:pt x="2898" y="2967"/>
                </a:cubicBezTo>
                <a:lnTo>
                  <a:pt x="2898" y="1503"/>
                </a:lnTo>
                <a:cubicBezTo>
                  <a:pt x="2898" y="1294"/>
                  <a:pt x="3062" y="1130"/>
                  <a:pt x="3256" y="1130"/>
                </a:cubicBezTo>
                <a:close/>
                <a:moveTo>
                  <a:pt x="3256" y="4072"/>
                </a:moveTo>
                <a:cubicBezTo>
                  <a:pt x="3466" y="4072"/>
                  <a:pt x="3630" y="4236"/>
                  <a:pt x="3630" y="4431"/>
                </a:cubicBezTo>
                <a:cubicBezTo>
                  <a:pt x="3630" y="4640"/>
                  <a:pt x="3466" y="4804"/>
                  <a:pt x="3256" y="4804"/>
                </a:cubicBezTo>
                <a:cubicBezTo>
                  <a:pt x="3062" y="4804"/>
                  <a:pt x="2898" y="4640"/>
                  <a:pt x="2898" y="4431"/>
                </a:cubicBezTo>
                <a:cubicBezTo>
                  <a:pt x="2898" y="4236"/>
                  <a:pt x="3062" y="4072"/>
                  <a:pt x="3256" y="4072"/>
                </a:cubicBezTo>
                <a:close/>
                <a:moveTo>
                  <a:pt x="3251" y="0"/>
                </a:moveTo>
                <a:cubicBezTo>
                  <a:pt x="3010" y="0"/>
                  <a:pt x="2770" y="116"/>
                  <a:pt x="2629" y="353"/>
                </a:cubicBezTo>
                <a:lnTo>
                  <a:pt x="299" y="4431"/>
                </a:lnTo>
                <a:cubicBezTo>
                  <a:pt x="0" y="4923"/>
                  <a:pt x="359" y="5536"/>
                  <a:pt x="926" y="5536"/>
                </a:cubicBezTo>
                <a:lnTo>
                  <a:pt x="5721" y="5536"/>
                </a:lnTo>
                <a:cubicBezTo>
                  <a:pt x="6303" y="5536"/>
                  <a:pt x="6647" y="4908"/>
                  <a:pt x="6348" y="4431"/>
                </a:cubicBezTo>
                <a:lnTo>
                  <a:pt x="3884" y="353"/>
                </a:lnTo>
                <a:cubicBezTo>
                  <a:pt x="3741" y="120"/>
                  <a:pt x="3495" y="0"/>
                  <a:pt x="32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9" name="Google Shape;989;p80"/>
          <p:cNvGrpSpPr/>
          <p:nvPr/>
        </p:nvGrpSpPr>
        <p:grpSpPr>
          <a:xfrm>
            <a:off x="7723437" y="3365447"/>
            <a:ext cx="309320" cy="307787"/>
            <a:chOff x="2120767" y="2429111"/>
            <a:chExt cx="309320" cy="307787"/>
          </a:xfrm>
        </p:grpSpPr>
        <p:sp>
          <p:nvSpPr>
            <p:cNvPr id="990" name="Google Shape;990;p80"/>
            <p:cNvSpPr/>
            <p:nvPr/>
          </p:nvSpPr>
          <p:spPr>
            <a:xfrm>
              <a:off x="2284646" y="2519229"/>
              <a:ext cx="36966" cy="35959"/>
            </a:xfrm>
            <a:custGeom>
              <a:rect b="b" l="l" r="r" t="t"/>
              <a:pathLst>
                <a:path extrusionOk="0" h="733" w="748">
                  <a:moveTo>
                    <a:pt x="374" y="0"/>
                  </a:moveTo>
                  <a:cubicBezTo>
                    <a:pt x="165" y="0"/>
                    <a:pt x="0" y="165"/>
                    <a:pt x="0" y="374"/>
                  </a:cubicBezTo>
                  <a:cubicBezTo>
                    <a:pt x="0" y="568"/>
                    <a:pt x="165" y="732"/>
                    <a:pt x="374" y="732"/>
                  </a:cubicBezTo>
                  <a:cubicBezTo>
                    <a:pt x="583" y="732"/>
                    <a:pt x="747" y="568"/>
                    <a:pt x="747" y="374"/>
                  </a:cubicBezTo>
                  <a:cubicBezTo>
                    <a:pt x="747" y="165"/>
                    <a:pt x="583" y="0"/>
                    <a:pt x="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80"/>
            <p:cNvSpPr/>
            <p:nvPr/>
          </p:nvSpPr>
          <p:spPr>
            <a:xfrm>
              <a:off x="2306786" y="2613027"/>
              <a:ext cx="68694" cy="69662"/>
            </a:xfrm>
            <a:custGeom>
              <a:rect b="b" l="l" r="r" t="t"/>
              <a:pathLst>
                <a:path extrusionOk="0" h="1420" w="1390">
                  <a:moveTo>
                    <a:pt x="478" y="0"/>
                  </a:moveTo>
                  <a:lnTo>
                    <a:pt x="0" y="478"/>
                  </a:lnTo>
                  <a:lnTo>
                    <a:pt x="912" y="1419"/>
                  </a:lnTo>
                  <a:lnTo>
                    <a:pt x="1389" y="1419"/>
                  </a:lnTo>
                  <a:lnTo>
                    <a:pt x="1389" y="911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80"/>
            <p:cNvSpPr/>
            <p:nvPr/>
          </p:nvSpPr>
          <p:spPr>
            <a:xfrm>
              <a:off x="2120767" y="2429111"/>
              <a:ext cx="309320" cy="307787"/>
            </a:xfrm>
            <a:custGeom>
              <a:rect b="b" l="l" r="r" t="t"/>
              <a:pathLst>
                <a:path extrusionOk="0" h="6274" w="6259">
                  <a:moveTo>
                    <a:pt x="5348" y="732"/>
                  </a:moveTo>
                  <a:cubicBezTo>
                    <a:pt x="5437" y="732"/>
                    <a:pt x="5527" y="822"/>
                    <a:pt x="5527" y="926"/>
                  </a:cubicBezTo>
                  <a:lnTo>
                    <a:pt x="5527" y="5347"/>
                  </a:lnTo>
                  <a:cubicBezTo>
                    <a:pt x="5527" y="5452"/>
                    <a:pt x="5437" y="5526"/>
                    <a:pt x="5348" y="5526"/>
                  </a:cubicBezTo>
                  <a:lnTo>
                    <a:pt x="912" y="5526"/>
                  </a:lnTo>
                  <a:cubicBezTo>
                    <a:pt x="807" y="5526"/>
                    <a:pt x="732" y="5452"/>
                    <a:pt x="732" y="5347"/>
                  </a:cubicBezTo>
                  <a:lnTo>
                    <a:pt x="732" y="926"/>
                  </a:lnTo>
                  <a:cubicBezTo>
                    <a:pt x="732" y="822"/>
                    <a:pt x="807" y="732"/>
                    <a:pt x="912" y="732"/>
                  </a:cubicBezTo>
                  <a:close/>
                  <a:moveTo>
                    <a:pt x="538" y="0"/>
                  </a:moveTo>
                  <a:cubicBezTo>
                    <a:pt x="240" y="0"/>
                    <a:pt x="1" y="254"/>
                    <a:pt x="1" y="553"/>
                  </a:cubicBezTo>
                  <a:lnTo>
                    <a:pt x="1" y="5721"/>
                  </a:lnTo>
                  <a:cubicBezTo>
                    <a:pt x="1" y="6019"/>
                    <a:pt x="240" y="6273"/>
                    <a:pt x="538" y="6273"/>
                  </a:cubicBezTo>
                  <a:lnTo>
                    <a:pt x="5706" y="6273"/>
                  </a:lnTo>
                  <a:cubicBezTo>
                    <a:pt x="6005" y="6273"/>
                    <a:pt x="6259" y="6019"/>
                    <a:pt x="6259" y="5721"/>
                  </a:cubicBezTo>
                  <a:lnTo>
                    <a:pt x="6259" y="553"/>
                  </a:lnTo>
                  <a:cubicBezTo>
                    <a:pt x="6259" y="254"/>
                    <a:pt x="6005" y="0"/>
                    <a:pt x="5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80"/>
            <p:cNvSpPr/>
            <p:nvPr/>
          </p:nvSpPr>
          <p:spPr>
            <a:xfrm>
              <a:off x="2174636" y="2577117"/>
              <a:ext cx="152115" cy="105572"/>
            </a:xfrm>
            <a:custGeom>
              <a:rect b="b" l="l" r="r" t="t"/>
              <a:pathLst>
                <a:path extrusionOk="0" h="2152" w="3078">
                  <a:moveTo>
                    <a:pt x="927" y="0"/>
                  </a:moveTo>
                  <a:lnTo>
                    <a:pt x="1" y="911"/>
                  </a:lnTo>
                  <a:lnTo>
                    <a:pt x="1" y="2151"/>
                  </a:lnTo>
                  <a:lnTo>
                    <a:pt x="3078" y="2151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80"/>
            <p:cNvSpPr/>
            <p:nvPr/>
          </p:nvSpPr>
          <p:spPr>
            <a:xfrm>
              <a:off x="2174636" y="2483319"/>
              <a:ext cx="200843" cy="149527"/>
            </a:xfrm>
            <a:custGeom>
              <a:rect b="b" l="l" r="r" t="t"/>
              <a:pathLst>
                <a:path extrusionOk="0" h="3048" w="4064">
                  <a:moveTo>
                    <a:pt x="2600" y="359"/>
                  </a:moveTo>
                  <a:cubicBezTo>
                    <a:pt x="3003" y="359"/>
                    <a:pt x="3332" y="688"/>
                    <a:pt x="3332" y="1106"/>
                  </a:cubicBezTo>
                  <a:cubicBezTo>
                    <a:pt x="3332" y="1509"/>
                    <a:pt x="3003" y="1838"/>
                    <a:pt x="2600" y="1838"/>
                  </a:cubicBezTo>
                  <a:cubicBezTo>
                    <a:pt x="2197" y="1838"/>
                    <a:pt x="1868" y="1509"/>
                    <a:pt x="1868" y="1106"/>
                  </a:cubicBezTo>
                  <a:cubicBezTo>
                    <a:pt x="1868" y="688"/>
                    <a:pt x="2197" y="359"/>
                    <a:pt x="2600" y="359"/>
                  </a:cubicBezTo>
                  <a:close/>
                  <a:moveTo>
                    <a:pt x="1" y="0"/>
                  </a:moveTo>
                  <a:lnTo>
                    <a:pt x="1" y="2316"/>
                  </a:lnTo>
                  <a:lnTo>
                    <a:pt x="793" y="1524"/>
                  </a:lnTo>
                  <a:cubicBezTo>
                    <a:pt x="830" y="1487"/>
                    <a:pt x="878" y="1468"/>
                    <a:pt x="925" y="1468"/>
                  </a:cubicBezTo>
                  <a:cubicBezTo>
                    <a:pt x="972" y="1468"/>
                    <a:pt x="1017" y="1487"/>
                    <a:pt x="1046" y="1524"/>
                  </a:cubicBezTo>
                  <a:lnTo>
                    <a:pt x="2421" y="2853"/>
                  </a:lnTo>
                  <a:lnTo>
                    <a:pt x="3018" y="2256"/>
                  </a:lnTo>
                  <a:cubicBezTo>
                    <a:pt x="3055" y="2218"/>
                    <a:pt x="3104" y="2200"/>
                    <a:pt x="3152" y="2200"/>
                  </a:cubicBezTo>
                  <a:cubicBezTo>
                    <a:pt x="3201" y="2200"/>
                    <a:pt x="3249" y="2218"/>
                    <a:pt x="3287" y="2256"/>
                  </a:cubicBezTo>
                  <a:lnTo>
                    <a:pt x="4063" y="3047"/>
                  </a:lnTo>
                  <a:lnTo>
                    <a:pt x="40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80"/>
          <p:cNvGrpSpPr/>
          <p:nvPr/>
        </p:nvGrpSpPr>
        <p:grpSpPr>
          <a:xfrm>
            <a:off x="2871734" y="3338062"/>
            <a:ext cx="219882" cy="340577"/>
            <a:chOff x="885817" y="2547899"/>
            <a:chExt cx="164952" cy="340577"/>
          </a:xfrm>
        </p:grpSpPr>
        <p:sp>
          <p:nvSpPr>
            <p:cNvPr id="996" name="Google Shape;996;p80"/>
            <p:cNvSpPr/>
            <p:nvPr/>
          </p:nvSpPr>
          <p:spPr>
            <a:xfrm>
              <a:off x="900583" y="2612262"/>
              <a:ext cx="135463" cy="186407"/>
            </a:xfrm>
            <a:custGeom>
              <a:rect b="b" l="l" r="r" t="t"/>
              <a:pathLst>
                <a:path extrusionOk="0" h="4153" w="3018">
                  <a:moveTo>
                    <a:pt x="0" y="0"/>
                  </a:moveTo>
                  <a:lnTo>
                    <a:pt x="0" y="4153"/>
                  </a:lnTo>
                  <a:lnTo>
                    <a:pt x="3017" y="4153"/>
                  </a:lnTo>
                  <a:lnTo>
                    <a:pt x="30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80"/>
            <p:cNvSpPr/>
            <p:nvPr/>
          </p:nvSpPr>
          <p:spPr>
            <a:xfrm>
              <a:off x="885817" y="2547899"/>
              <a:ext cx="164952" cy="34921"/>
            </a:xfrm>
            <a:custGeom>
              <a:rect b="b" l="l" r="r" t="t"/>
              <a:pathLst>
                <a:path extrusionOk="0" h="778" w="3675">
                  <a:moveTo>
                    <a:pt x="583" y="1"/>
                  </a:moveTo>
                  <a:cubicBezTo>
                    <a:pt x="269" y="1"/>
                    <a:pt x="1" y="269"/>
                    <a:pt x="1" y="598"/>
                  </a:cubicBezTo>
                  <a:lnTo>
                    <a:pt x="1" y="777"/>
                  </a:lnTo>
                  <a:lnTo>
                    <a:pt x="3675" y="777"/>
                  </a:lnTo>
                  <a:lnTo>
                    <a:pt x="3675" y="598"/>
                  </a:lnTo>
                  <a:cubicBezTo>
                    <a:pt x="3675" y="269"/>
                    <a:pt x="3406" y="1"/>
                    <a:pt x="3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80"/>
            <p:cNvSpPr/>
            <p:nvPr/>
          </p:nvSpPr>
          <p:spPr>
            <a:xfrm>
              <a:off x="885817" y="2596149"/>
              <a:ext cx="164952" cy="221956"/>
            </a:xfrm>
            <a:custGeom>
              <a:rect b="b" l="l" r="r" t="t"/>
              <a:pathLst>
                <a:path extrusionOk="0" h="4945" w="3675">
                  <a:moveTo>
                    <a:pt x="3047" y="568"/>
                  </a:moveTo>
                  <a:cubicBezTo>
                    <a:pt x="3137" y="568"/>
                    <a:pt x="3227" y="643"/>
                    <a:pt x="3227" y="748"/>
                  </a:cubicBezTo>
                  <a:lnTo>
                    <a:pt x="3227" y="1719"/>
                  </a:lnTo>
                  <a:cubicBezTo>
                    <a:pt x="3227" y="1808"/>
                    <a:pt x="3137" y="1898"/>
                    <a:pt x="3047" y="1898"/>
                  </a:cubicBezTo>
                  <a:lnTo>
                    <a:pt x="628" y="1898"/>
                  </a:lnTo>
                  <a:cubicBezTo>
                    <a:pt x="523" y="1898"/>
                    <a:pt x="449" y="1808"/>
                    <a:pt x="449" y="1719"/>
                  </a:cubicBezTo>
                  <a:lnTo>
                    <a:pt x="449" y="748"/>
                  </a:lnTo>
                  <a:cubicBezTo>
                    <a:pt x="449" y="643"/>
                    <a:pt x="523" y="568"/>
                    <a:pt x="628" y="568"/>
                  </a:cubicBezTo>
                  <a:close/>
                  <a:moveTo>
                    <a:pt x="3047" y="2391"/>
                  </a:moveTo>
                  <a:cubicBezTo>
                    <a:pt x="3137" y="2391"/>
                    <a:pt x="3227" y="2480"/>
                    <a:pt x="3227" y="2570"/>
                  </a:cubicBezTo>
                  <a:cubicBezTo>
                    <a:pt x="3227" y="2674"/>
                    <a:pt x="3137" y="2749"/>
                    <a:pt x="3047" y="2749"/>
                  </a:cubicBezTo>
                  <a:lnTo>
                    <a:pt x="628" y="2749"/>
                  </a:lnTo>
                  <a:cubicBezTo>
                    <a:pt x="523" y="2749"/>
                    <a:pt x="449" y="2674"/>
                    <a:pt x="449" y="2570"/>
                  </a:cubicBezTo>
                  <a:cubicBezTo>
                    <a:pt x="449" y="2480"/>
                    <a:pt x="523" y="2391"/>
                    <a:pt x="628" y="2391"/>
                  </a:cubicBezTo>
                  <a:close/>
                  <a:moveTo>
                    <a:pt x="3047" y="3182"/>
                  </a:moveTo>
                  <a:cubicBezTo>
                    <a:pt x="3137" y="3182"/>
                    <a:pt x="3227" y="3257"/>
                    <a:pt x="3227" y="3361"/>
                  </a:cubicBezTo>
                  <a:cubicBezTo>
                    <a:pt x="3227" y="3466"/>
                    <a:pt x="3137" y="3541"/>
                    <a:pt x="3047" y="3541"/>
                  </a:cubicBezTo>
                  <a:lnTo>
                    <a:pt x="628" y="3541"/>
                  </a:lnTo>
                  <a:cubicBezTo>
                    <a:pt x="523" y="3541"/>
                    <a:pt x="449" y="3466"/>
                    <a:pt x="449" y="3361"/>
                  </a:cubicBezTo>
                  <a:cubicBezTo>
                    <a:pt x="449" y="3257"/>
                    <a:pt x="523" y="3182"/>
                    <a:pt x="628" y="3182"/>
                  </a:cubicBezTo>
                  <a:close/>
                  <a:moveTo>
                    <a:pt x="2375" y="3974"/>
                  </a:moveTo>
                  <a:cubicBezTo>
                    <a:pt x="2480" y="3974"/>
                    <a:pt x="2555" y="4049"/>
                    <a:pt x="2555" y="4153"/>
                  </a:cubicBezTo>
                  <a:cubicBezTo>
                    <a:pt x="2555" y="4258"/>
                    <a:pt x="2480" y="4332"/>
                    <a:pt x="2375" y="4332"/>
                  </a:cubicBezTo>
                  <a:lnTo>
                    <a:pt x="1300" y="4332"/>
                  </a:lnTo>
                  <a:cubicBezTo>
                    <a:pt x="1195" y="4332"/>
                    <a:pt x="1106" y="4258"/>
                    <a:pt x="1106" y="4153"/>
                  </a:cubicBezTo>
                  <a:cubicBezTo>
                    <a:pt x="1106" y="4049"/>
                    <a:pt x="1195" y="3974"/>
                    <a:pt x="1300" y="3974"/>
                  </a:cubicBezTo>
                  <a:close/>
                  <a:moveTo>
                    <a:pt x="1" y="1"/>
                  </a:moveTo>
                  <a:lnTo>
                    <a:pt x="1" y="4945"/>
                  </a:lnTo>
                  <a:lnTo>
                    <a:pt x="3675" y="4945"/>
                  </a:lnTo>
                  <a:lnTo>
                    <a:pt x="36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80"/>
            <p:cNvSpPr/>
            <p:nvPr/>
          </p:nvSpPr>
          <p:spPr>
            <a:xfrm>
              <a:off x="885817" y="2831472"/>
              <a:ext cx="164952" cy="57004"/>
            </a:xfrm>
            <a:custGeom>
              <a:rect b="b" l="l" r="r" t="t"/>
              <a:pathLst>
                <a:path extrusionOk="0" h="1270" w="3675">
                  <a:moveTo>
                    <a:pt x="1838" y="448"/>
                  </a:moveTo>
                  <a:cubicBezTo>
                    <a:pt x="1882" y="448"/>
                    <a:pt x="1927" y="463"/>
                    <a:pt x="1957" y="493"/>
                  </a:cubicBezTo>
                  <a:cubicBezTo>
                    <a:pt x="2002" y="538"/>
                    <a:pt x="2017" y="583"/>
                    <a:pt x="2017" y="628"/>
                  </a:cubicBezTo>
                  <a:cubicBezTo>
                    <a:pt x="2017" y="672"/>
                    <a:pt x="2002" y="717"/>
                    <a:pt x="1957" y="762"/>
                  </a:cubicBezTo>
                  <a:cubicBezTo>
                    <a:pt x="1927" y="792"/>
                    <a:pt x="1882" y="807"/>
                    <a:pt x="1838" y="807"/>
                  </a:cubicBezTo>
                  <a:cubicBezTo>
                    <a:pt x="1793" y="807"/>
                    <a:pt x="1733" y="792"/>
                    <a:pt x="1703" y="762"/>
                  </a:cubicBezTo>
                  <a:cubicBezTo>
                    <a:pt x="1673" y="717"/>
                    <a:pt x="1658" y="672"/>
                    <a:pt x="1658" y="628"/>
                  </a:cubicBezTo>
                  <a:cubicBezTo>
                    <a:pt x="1658" y="583"/>
                    <a:pt x="1673" y="538"/>
                    <a:pt x="1703" y="493"/>
                  </a:cubicBezTo>
                  <a:cubicBezTo>
                    <a:pt x="1733" y="463"/>
                    <a:pt x="1793" y="448"/>
                    <a:pt x="1838" y="448"/>
                  </a:cubicBezTo>
                  <a:close/>
                  <a:moveTo>
                    <a:pt x="1" y="0"/>
                  </a:moveTo>
                  <a:lnTo>
                    <a:pt x="1" y="672"/>
                  </a:lnTo>
                  <a:cubicBezTo>
                    <a:pt x="1" y="1001"/>
                    <a:pt x="269" y="1270"/>
                    <a:pt x="583" y="1270"/>
                  </a:cubicBezTo>
                  <a:lnTo>
                    <a:pt x="3077" y="1270"/>
                  </a:lnTo>
                  <a:cubicBezTo>
                    <a:pt x="3406" y="1270"/>
                    <a:pt x="3675" y="1001"/>
                    <a:pt x="3675" y="672"/>
                  </a:cubicBezTo>
                  <a:lnTo>
                    <a:pt x="36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80"/>
          <p:cNvGrpSpPr/>
          <p:nvPr/>
        </p:nvGrpSpPr>
        <p:grpSpPr>
          <a:xfrm>
            <a:off x="7156629" y="2849210"/>
            <a:ext cx="368157" cy="367434"/>
            <a:chOff x="-60254550" y="3367325"/>
            <a:chExt cx="318200" cy="317575"/>
          </a:xfrm>
        </p:grpSpPr>
        <p:sp>
          <p:nvSpPr>
            <p:cNvPr id="1001" name="Google Shape;1001;p80"/>
            <p:cNvSpPr/>
            <p:nvPr/>
          </p:nvSpPr>
          <p:spPr>
            <a:xfrm>
              <a:off x="-60219125" y="3367325"/>
              <a:ext cx="51225" cy="103575"/>
            </a:xfrm>
            <a:custGeom>
              <a:rect b="b" l="l" r="r" t="t"/>
              <a:pathLst>
                <a:path extrusionOk="0" h="4143" w="2049">
                  <a:moveTo>
                    <a:pt x="1051" y="0"/>
                  </a:moveTo>
                  <a:cubicBezTo>
                    <a:pt x="935" y="0"/>
                    <a:pt x="815" y="57"/>
                    <a:pt x="725" y="164"/>
                  </a:cubicBezTo>
                  <a:cubicBezTo>
                    <a:pt x="568" y="290"/>
                    <a:pt x="568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24" y="4143"/>
                    <a:pt x="1023" y="4143"/>
                  </a:cubicBezTo>
                  <a:cubicBezTo>
                    <a:pt x="1144" y="4143"/>
                    <a:pt x="1269" y="4094"/>
                    <a:pt x="1356" y="4007"/>
                  </a:cubicBezTo>
                  <a:cubicBezTo>
                    <a:pt x="1513" y="3850"/>
                    <a:pt x="1513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9" y="0"/>
                    <a:pt x="1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80"/>
            <p:cNvSpPr/>
            <p:nvPr/>
          </p:nvSpPr>
          <p:spPr>
            <a:xfrm>
              <a:off x="-60156900" y="3367325"/>
              <a:ext cx="51225" cy="103575"/>
            </a:xfrm>
            <a:custGeom>
              <a:rect b="b" l="l" r="r" t="t"/>
              <a:pathLst>
                <a:path extrusionOk="0" h="4143" w="2049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18" y="4143"/>
                    <a:pt x="1010" y="4143"/>
                  </a:cubicBezTo>
                  <a:cubicBezTo>
                    <a:pt x="1122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80"/>
            <p:cNvSpPr/>
            <p:nvPr/>
          </p:nvSpPr>
          <p:spPr>
            <a:xfrm>
              <a:off x="-60094675" y="3367325"/>
              <a:ext cx="51225" cy="103575"/>
            </a:xfrm>
            <a:custGeom>
              <a:rect b="b" l="l" r="r" t="t"/>
              <a:pathLst>
                <a:path extrusionOk="0" h="4143" w="2049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25" y="731"/>
                  </a:cubicBezTo>
                  <a:cubicBezTo>
                    <a:pt x="1103" y="1046"/>
                    <a:pt x="1103" y="1456"/>
                    <a:pt x="725" y="1771"/>
                  </a:cubicBezTo>
                  <a:cubicBezTo>
                    <a:pt x="32" y="2401"/>
                    <a:pt x="1" y="3377"/>
                    <a:pt x="725" y="4039"/>
                  </a:cubicBezTo>
                  <a:cubicBezTo>
                    <a:pt x="796" y="4110"/>
                    <a:pt x="893" y="4143"/>
                    <a:pt x="992" y="4143"/>
                  </a:cubicBezTo>
                  <a:cubicBezTo>
                    <a:pt x="1113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1985" y="1771"/>
                    <a:pt x="2048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80"/>
            <p:cNvSpPr/>
            <p:nvPr/>
          </p:nvSpPr>
          <p:spPr>
            <a:xfrm>
              <a:off x="-60254550" y="3478525"/>
              <a:ext cx="318200" cy="206375"/>
            </a:xfrm>
            <a:custGeom>
              <a:rect b="b" l="l" r="r" t="t"/>
              <a:pathLst>
                <a:path extrusionOk="0" h="8255" w="12728">
                  <a:moveTo>
                    <a:pt x="10428" y="1607"/>
                  </a:moveTo>
                  <a:cubicBezTo>
                    <a:pt x="11184" y="1607"/>
                    <a:pt x="11814" y="2237"/>
                    <a:pt x="11814" y="2994"/>
                  </a:cubicBezTo>
                  <a:cubicBezTo>
                    <a:pt x="11814" y="3718"/>
                    <a:pt x="11184" y="4380"/>
                    <a:pt x="10428" y="4380"/>
                  </a:cubicBezTo>
                  <a:lnTo>
                    <a:pt x="9767" y="4380"/>
                  </a:lnTo>
                  <a:cubicBezTo>
                    <a:pt x="9861" y="4002"/>
                    <a:pt x="9893" y="3655"/>
                    <a:pt x="9893" y="3246"/>
                  </a:cubicBezTo>
                  <a:lnTo>
                    <a:pt x="9893" y="1607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3309"/>
                  </a:lnTo>
                  <a:cubicBezTo>
                    <a:pt x="0" y="5041"/>
                    <a:pt x="882" y="6522"/>
                    <a:pt x="2237" y="7436"/>
                  </a:cubicBezTo>
                  <a:lnTo>
                    <a:pt x="441" y="7436"/>
                  </a:lnTo>
                  <a:cubicBezTo>
                    <a:pt x="189" y="7436"/>
                    <a:pt x="32" y="7625"/>
                    <a:pt x="32" y="7845"/>
                  </a:cubicBezTo>
                  <a:cubicBezTo>
                    <a:pt x="32" y="8066"/>
                    <a:pt x="252" y="8255"/>
                    <a:pt x="441" y="8255"/>
                  </a:cubicBezTo>
                  <a:lnTo>
                    <a:pt x="9546" y="8255"/>
                  </a:lnTo>
                  <a:cubicBezTo>
                    <a:pt x="9767" y="8255"/>
                    <a:pt x="9924" y="8066"/>
                    <a:pt x="9924" y="7845"/>
                  </a:cubicBezTo>
                  <a:cubicBezTo>
                    <a:pt x="9924" y="7593"/>
                    <a:pt x="9735" y="7436"/>
                    <a:pt x="9546" y="7436"/>
                  </a:cubicBezTo>
                  <a:lnTo>
                    <a:pt x="7719" y="7436"/>
                  </a:lnTo>
                  <a:cubicBezTo>
                    <a:pt x="8538" y="6900"/>
                    <a:pt x="9168" y="6144"/>
                    <a:pt x="9578" y="5230"/>
                  </a:cubicBezTo>
                  <a:lnTo>
                    <a:pt x="10523" y="5230"/>
                  </a:lnTo>
                  <a:cubicBezTo>
                    <a:pt x="11751" y="5230"/>
                    <a:pt x="12728" y="4254"/>
                    <a:pt x="12728" y="3025"/>
                  </a:cubicBezTo>
                  <a:cubicBezTo>
                    <a:pt x="12728" y="1796"/>
                    <a:pt x="11657" y="788"/>
                    <a:pt x="10428" y="788"/>
                  </a:cubicBezTo>
                  <a:lnTo>
                    <a:pt x="9893" y="788"/>
                  </a:lnTo>
                  <a:lnTo>
                    <a:pt x="9893" y="379"/>
                  </a:lnTo>
                  <a:cubicBezTo>
                    <a:pt x="9893" y="158"/>
                    <a:pt x="9704" y="1"/>
                    <a:pt x="9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1"/>
          <p:cNvSpPr txBox="1"/>
          <p:nvPr/>
        </p:nvSpPr>
        <p:spPr>
          <a:xfrm>
            <a:off x="2830950" y="7256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Negócios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0" name="Google Shape;1010;p81"/>
          <p:cNvSpPr/>
          <p:nvPr/>
        </p:nvSpPr>
        <p:spPr>
          <a:xfrm>
            <a:off x="3221500" y="3250183"/>
            <a:ext cx="369083" cy="369112"/>
          </a:xfrm>
          <a:custGeom>
            <a:rect b="b" l="l" r="r" t="t"/>
            <a:pathLst>
              <a:path extrusionOk="0" h="12761" w="1276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1" name="Google Shape;1011;p81"/>
          <p:cNvGrpSpPr/>
          <p:nvPr/>
        </p:nvGrpSpPr>
        <p:grpSpPr>
          <a:xfrm>
            <a:off x="2674944" y="2168659"/>
            <a:ext cx="370645" cy="368042"/>
            <a:chOff x="-63250675" y="3744075"/>
            <a:chExt cx="320350" cy="318100"/>
          </a:xfrm>
        </p:grpSpPr>
        <p:sp>
          <p:nvSpPr>
            <p:cNvPr id="1012" name="Google Shape;1012;p81"/>
            <p:cNvSpPr/>
            <p:nvPr/>
          </p:nvSpPr>
          <p:spPr>
            <a:xfrm>
              <a:off x="-63126250" y="3744075"/>
              <a:ext cx="195925" cy="192875"/>
            </a:xfrm>
            <a:custGeom>
              <a:rect b="b" l="l" r="r" t="t"/>
              <a:pathLst>
                <a:path extrusionOk="0" h="7715" w="7837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81"/>
            <p:cNvSpPr/>
            <p:nvPr/>
          </p:nvSpPr>
          <p:spPr>
            <a:xfrm>
              <a:off x="-63190025" y="381405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81"/>
            <p:cNvSpPr/>
            <p:nvPr/>
          </p:nvSpPr>
          <p:spPr>
            <a:xfrm>
              <a:off x="-63250675" y="3751050"/>
              <a:ext cx="311125" cy="311125"/>
            </a:xfrm>
            <a:custGeom>
              <a:rect b="b" l="l" r="r" t="t"/>
              <a:pathLst>
                <a:path extrusionOk="0" h="12445" w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5" name="Google Shape;1015;p81"/>
          <p:cNvGrpSpPr/>
          <p:nvPr/>
        </p:nvGrpSpPr>
        <p:grpSpPr>
          <a:xfrm>
            <a:off x="3266259" y="2168916"/>
            <a:ext cx="370934" cy="367521"/>
            <a:chOff x="-63679950" y="4093450"/>
            <a:chExt cx="320600" cy="317650"/>
          </a:xfrm>
        </p:grpSpPr>
        <p:sp>
          <p:nvSpPr>
            <p:cNvPr id="1016" name="Google Shape;1016;p81"/>
            <p:cNvSpPr/>
            <p:nvPr/>
          </p:nvSpPr>
          <p:spPr>
            <a:xfrm>
              <a:off x="-63595650" y="4093450"/>
              <a:ext cx="236300" cy="230425"/>
            </a:xfrm>
            <a:custGeom>
              <a:rect b="b" l="l" r="r" t="t"/>
              <a:pathLst>
                <a:path extrusionOk="0" h="9217" w="9452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81"/>
            <p:cNvSpPr/>
            <p:nvPr/>
          </p:nvSpPr>
          <p:spPr>
            <a:xfrm>
              <a:off x="-63679950" y="4233850"/>
              <a:ext cx="177250" cy="177250"/>
            </a:xfrm>
            <a:custGeom>
              <a:rect b="b" l="l" r="r" t="t"/>
              <a:pathLst>
                <a:path extrusionOk="0" h="7090" w="709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81"/>
            <p:cNvSpPr/>
            <p:nvPr/>
          </p:nvSpPr>
          <p:spPr>
            <a:xfrm>
              <a:off x="-63548400" y="4348850"/>
              <a:ext cx="185900" cy="62250"/>
            </a:xfrm>
            <a:custGeom>
              <a:rect b="b" l="l" r="r" t="t"/>
              <a:pathLst>
                <a:path extrusionOk="0" h="2490" w="7436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9" name="Google Shape;1019;p81"/>
          <p:cNvGrpSpPr/>
          <p:nvPr/>
        </p:nvGrpSpPr>
        <p:grpSpPr>
          <a:xfrm>
            <a:off x="1521993" y="3861675"/>
            <a:ext cx="195788" cy="345961"/>
            <a:chOff x="2575130" y="2012262"/>
            <a:chExt cx="195788" cy="345961"/>
          </a:xfrm>
        </p:grpSpPr>
        <p:sp>
          <p:nvSpPr>
            <p:cNvPr id="1020" name="Google Shape;1020;p81"/>
            <p:cNvSpPr/>
            <p:nvPr/>
          </p:nvSpPr>
          <p:spPr>
            <a:xfrm>
              <a:off x="2637473" y="2334030"/>
              <a:ext cx="71098" cy="24193"/>
            </a:xfrm>
            <a:custGeom>
              <a:rect b="b" l="l" r="r" t="t"/>
              <a:pathLst>
                <a:path extrusionOk="0" h="539" w="1584">
                  <a:moveTo>
                    <a:pt x="1" y="1"/>
                  </a:moveTo>
                  <a:lnTo>
                    <a:pt x="1" y="91"/>
                  </a:lnTo>
                  <a:cubicBezTo>
                    <a:pt x="1" y="345"/>
                    <a:pt x="210" y="539"/>
                    <a:pt x="449" y="539"/>
                  </a:cubicBezTo>
                  <a:lnTo>
                    <a:pt x="1136" y="539"/>
                  </a:lnTo>
                  <a:cubicBezTo>
                    <a:pt x="1375" y="539"/>
                    <a:pt x="1584" y="345"/>
                    <a:pt x="1584" y="91"/>
                  </a:cubicBezTo>
                  <a:lnTo>
                    <a:pt x="1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81"/>
            <p:cNvSpPr/>
            <p:nvPr/>
          </p:nvSpPr>
          <p:spPr>
            <a:xfrm>
              <a:off x="2575130" y="2012262"/>
              <a:ext cx="195788" cy="271554"/>
            </a:xfrm>
            <a:custGeom>
              <a:rect b="b" l="l" r="r" t="t"/>
              <a:pathLst>
                <a:path extrusionOk="0" h="6050" w="4362">
                  <a:moveTo>
                    <a:pt x="2704" y="1199"/>
                  </a:moveTo>
                  <a:cubicBezTo>
                    <a:pt x="2753" y="1199"/>
                    <a:pt x="2801" y="1218"/>
                    <a:pt x="2839" y="1255"/>
                  </a:cubicBezTo>
                  <a:cubicBezTo>
                    <a:pt x="2913" y="1330"/>
                    <a:pt x="2913" y="1450"/>
                    <a:pt x="2839" y="1524"/>
                  </a:cubicBezTo>
                  <a:lnTo>
                    <a:pt x="2107" y="2256"/>
                  </a:lnTo>
                  <a:lnTo>
                    <a:pt x="2719" y="2271"/>
                  </a:lnTo>
                  <a:cubicBezTo>
                    <a:pt x="2794" y="2271"/>
                    <a:pt x="2853" y="2316"/>
                    <a:pt x="2883" y="2391"/>
                  </a:cubicBezTo>
                  <a:cubicBezTo>
                    <a:pt x="2913" y="2465"/>
                    <a:pt x="2898" y="2540"/>
                    <a:pt x="2839" y="2600"/>
                  </a:cubicBezTo>
                  <a:lnTo>
                    <a:pt x="1793" y="3630"/>
                  </a:lnTo>
                  <a:cubicBezTo>
                    <a:pt x="1748" y="3660"/>
                    <a:pt x="1703" y="3675"/>
                    <a:pt x="1659" y="3675"/>
                  </a:cubicBezTo>
                  <a:cubicBezTo>
                    <a:pt x="1614" y="3675"/>
                    <a:pt x="1554" y="3660"/>
                    <a:pt x="1524" y="3615"/>
                  </a:cubicBezTo>
                  <a:cubicBezTo>
                    <a:pt x="1449" y="3555"/>
                    <a:pt x="1449" y="3436"/>
                    <a:pt x="1524" y="3361"/>
                  </a:cubicBezTo>
                  <a:lnTo>
                    <a:pt x="2256" y="2644"/>
                  </a:lnTo>
                  <a:lnTo>
                    <a:pt x="1659" y="2629"/>
                  </a:lnTo>
                  <a:cubicBezTo>
                    <a:pt x="1584" y="2629"/>
                    <a:pt x="1509" y="2585"/>
                    <a:pt x="1479" y="2510"/>
                  </a:cubicBezTo>
                  <a:cubicBezTo>
                    <a:pt x="1449" y="2435"/>
                    <a:pt x="1464" y="2361"/>
                    <a:pt x="1524" y="2301"/>
                  </a:cubicBezTo>
                  <a:lnTo>
                    <a:pt x="2570" y="1255"/>
                  </a:lnTo>
                  <a:cubicBezTo>
                    <a:pt x="2607" y="1218"/>
                    <a:pt x="2656" y="1199"/>
                    <a:pt x="2704" y="1199"/>
                  </a:cubicBezTo>
                  <a:close/>
                  <a:moveTo>
                    <a:pt x="2181" y="1"/>
                  </a:moveTo>
                  <a:cubicBezTo>
                    <a:pt x="986" y="1"/>
                    <a:pt x="1" y="987"/>
                    <a:pt x="1" y="2181"/>
                  </a:cubicBezTo>
                  <a:cubicBezTo>
                    <a:pt x="1" y="2883"/>
                    <a:pt x="538" y="3720"/>
                    <a:pt x="927" y="4317"/>
                  </a:cubicBezTo>
                  <a:cubicBezTo>
                    <a:pt x="957" y="4362"/>
                    <a:pt x="986" y="4407"/>
                    <a:pt x="1016" y="4452"/>
                  </a:cubicBezTo>
                  <a:cubicBezTo>
                    <a:pt x="1196" y="4735"/>
                    <a:pt x="1300" y="5094"/>
                    <a:pt x="1360" y="5587"/>
                  </a:cubicBezTo>
                  <a:cubicBezTo>
                    <a:pt x="1405" y="5856"/>
                    <a:pt x="1629" y="6050"/>
                    <a:pt x="1898" y="6050"/>
                  </a:cubicBezTo>
                  <a:lnTo>
                    <a:pt x="2480" y="6050"/>
                  </a:lnTo>
                  <a:cubicBezTo>
                    <a:pt x="2749" y="6050"/>
                    <a:pt x="2973" y="5856"/>
                    <a:pt x="3003" y="5587"/>
                  </a:cubicBezTo>
                  <a:cubicBezTo>
                    <a:pt x="3063" y="5094"/>
                    <a:pt x="3167" y="4735"/>
                    <a:pt x="3361" y="4452"/>
                  </a:cubicBezTo>
                  <a:cubicBezTo>
                    <a:pt x="3391" y="4407"/>
                    <a:pt x="3421" y="4362"/>
                    <a:pt x="3451" y="4317"/>
                  </a:cubicBezTo>
                  <a:cubicBezTo>
                    <a:pt x="3839" y="3720"/>
                    <a:pt x="4362" y="2883"/>
                    <a:pt x="4362" y="2181"/>
                  </a:cubicBezTo>
                  <a:cubicBezTo>
                    <a:pt x="4362" y="987"/>
                    <a:pt x="3391" y="1"/>
                    <a:pt x="2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81"/>
            <p:cNvSpPr/>
            <p:nvPr/>
          </p:nvSpPr>
          <p:spPr>
            <a:xfrm>
              <a:off x="2637473" y="2293815"/>
              <a:ext cx="71098" cy="23520"/>
            </a:xfrm>
            <a:custGeom>
              <a:rect b="b" l="l" r="r" t="t"/>
              <a:pathLst>
                <a:path extrusionOk="0" h="524" w="1584">
                  <a:moveTo>
                    <a:pt x="1" y="1"/>
                  </a:moveTo>
                  <a:lnTo>
                    <a:pt x="1" y="524"/>
                  </a:lnTo>
                  <a:lnTo>
                    <a:pt x="1584" y="524"/>
                  </a:lnTo>
                  <a:lnTo>
                    <a:pt x="1584" y="1"/>
                  </a:lnTo>
                  <a:cubicBezTo>
                    <a:pt x="1435" y="105"/>
                    <a:pt x="1270" y="150"/>
                    <a:pt x="1091" y="150"/>
                  </a:cubicBezTo>
                  <a:lnTo>
                    <a:pt x="509" y="150"/>
                  </a:lnTo>
                  <a:cubicBezTo>
                    <a:pt x="314" y="150"/>
                    <a:pt x="150" y="10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3" name="Google Shape;1023;p81"/>
          <p:cNvGrpSpPr/>
          <p:nvPr/>
        </p:nvGrpSpPr>
        <p:grpSpPr>
          <a:xfrm>
            <a:off x="3804382" y="2142501"/>
            <a:ext cx="422517" cy="420361"/>
            <a:chOff x="212748" y="697001"/>
            <a:chExt cx="346638" cy="336585"/>
          </a:xfrm>
        </p:grpSpPr>
        <p:sp>
          <p:nvSpPr>
            <p:cNvPr id="1024" name="Google Shape;1024;p81"/>
            <p:cNvSpPr/>
            <p:nvPr/>
          </p:nvSpPr>
          <p:spPr>
            <a:xfrm>
              <a:off x="347532" y="793545"/>
              <a:ext cx="72444" cy="72444"/>
            </a:xfrm>
            <a:custGeom>
              <a:rect b="b" l="l" r="r" t="t"/>
              <a:pathLst>
                <a:path extrusionOk="0" h="1614" w="1614">
                  <a:moveTo>
                    <a:pt x="807" y="0"/>
                  </a:moveTo>
                  <a:cubicBezTo>
                    <a:pt x="359" y="0"/>
                    <a:pt x="0" y="359"/>
                    <a:pt x="0" y="807"/>
                  </a:cubicBezTo>
                  <a:cubicBezTo>
                    <a:pt x="0" y="1255"/>
                    <a:pt x="359" y="1613"/>
                    <a:pt x="807" y="1613"/>
                  </a:cubicBezTo>
                  <a:cubicBezTo>
                    <a:pt x="1240" y="1613"/>
                    <a:pt x="1613" y="1255"/>
                    <a:pt x="1613" y="807"/>
                  </a:cubicBezTo>
                  <a:cubicBezTo>
                    <a:pt x="1613" y="359"/>
                    <a:pt x="1240" y="0"/>
                    <a:pt x="8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81"/>
            <p:cNvSpPr/>
            <p:nvPr/>
          </p:nvSpPr>
          <p:spPr>
            <a:xfrm>
              <a:off x="316698" y="762710"/>
              <a:ext cx="134116" cy="134116"/>
            </a:xfrm>
            <a:custGeom>
              <a:rect b="b" l="l" r="r" t="t"/>
              <a:pathLst>
                <a:path extrusionOk="0" h="2988" w="2988">
                  <a:moveTo>
                    <a:pt x="1494" y="329"/>
                  </a:moveTo>
                  <a:cubicBezTo>
                    <a:pt x="2136" y="329"/>
                    <a:pt x="2659" y="852"/>
                    <a:pt x="2659" y="1494"/>
                  </a:cubicBezTo>
                  <a:cubicBezTo>
                    <a:pt x="2659" y="2136"/>
                    <a:pt x="2136" y="2659"/>
                    <a:pt x="1494" y="2659"/>
                  </a:cubicBezTo>
                  <a:cubicBezTo>
                    <a:pt x="851" y="2659"/>
                    <a:pt x="329" y="2136"/>
                    <a:pt x="329" y="1494"/>
                  </a:cubicBezTo>
                  <a:cubicBezTo>
                    <a:pt x="329" y="852"/>
                    <a:pt x="851" y="329"/>
                    <a:pt x="1494" y="329"/>
                  </a:cubicBezTo>
                  <a:close/>
                  <a:moveTo>
                    <a:pt x="1494" y="0"/>
                  </a:moveTo>
                  <a:cubicBezTo>
                    <a:pt x="657" y="0"/>
                    <a:pt x="0" y="672"/>
                    <a:pt x="0" y="1494"/>
                  </a:cubicBezTo>
                  <a:cubicBezTo>
                    <a:pt x="0" y="2315"/>
                    <a:pt x="657" y="2988"/>
                    <a:pt x="1494" y="2988"/>
                  </a:cubicBezTo>
                  <a:cubicBezTo>
                    <a:pt x="2315" y="2988"/>
                    <a:pt x="2987" y="2315"/>
                    <a:pt x="2987" y="1494"/>
                  </a:cubicBezTo>
                  <a:cubicBezTo>
                    <a:pt x="2987" y="672"/>
                    <a:pt x="2315" y="0"/>
                    <a:pt x="14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81"/>
            <p:cNvSpPr/>
            <p:nvPr/>
          </p:nvSpPr>
          <p:spPr>
            <a:xfrm>
              <a:off x="212748" y="914865"/>
              <a:ext cx="140849" cy="118721"/>
            </a:xfrm>
            <a:custGeom>
              <a:rect b="b" l="l" r="r" t="t"/>
              <a:pathLst>
                <a:path extrusionOk="0" h="2645" w="3138">
                  <a:moveTo>
                    <a:pt x="1181" y="1"/>
                  </a:moveTo>
                  <a:lnTo>
                    <a:pt x="61" y="1121"/>
                  </a:lnTo>
                  <a:cubicBezTo>
                    <a:pt x="16" y="1166"/>
                    <a:pt x="1" y="1226"/>
                    <a:pt x="16" y="1285"/>
                  </a:cubicBezTo>
                  <a:cubicBezTo>
                    <a:pt x="31" y="1345"/>
                    <a:pt x="76" y="1405"/>
                    <a:pt x="135" y="1420"/>
                  </a:cubicBezTo>
                  <a:lnTo>
                    <a:pt x="942" y="1689"/>
                  </a:lnTo>
                  <a:lnTo>
                    <a:pt x="1241" y="2540"/>
                  </a:lnTo>
                  <a:cubicBezTo>
                    <a:pt x="1271" y="2585"/>
                    <a:pt x="1315" y="2629"/>
                    <a:pt x="1375" y="2644"/>
                  </a:cubicBezTo>
                  <a:lnTo>
                    <a:pt x="1420" y="2644"/>
                  </a:lnTo>
                  <a:cubicBezTo>
                    <a:pt x="1465" y="2644"/>
                    <a:pt x="1509" y="2629"/>
                    <a:pt x="1539" y="2600"/>
                  </a:cubicBezTo>
                  <a:lnTo>
                    <a:pt x="3137" y="1001"/>
                  </a:lnTo>
                  <a:cubicBezTo>
                    <a:pt x="3108" y="972"/>
                    <a:pt x="3078" y="942"/>
                    <a:pt x="3048" y="912"/>
                  </a:cubicBezTo>
                  <a:cubicBezTo>
                    <a:pt x="3003" y="927"/>
                    <a:pt x="2928" y="957"/>
                    <a:pt x="2869" y="972"/>
                  </a:cubicBezTo>
                  <a:cubicBezTo>
                    <a:pt x="2749" y="1016"/>
                    <a:pt x="2600" y="1061"/>
                    <a:pt x="2450" y="1061"/>
                  </a:cubicBezTo>
                  <a:cubicBezTo>
                    <a:pt x="2331" y="1061"/>
                    <a:pt x="2241" y="1031"/>
                    <a:pt x="2152" y="972"/>
                  </a:cubicBezTo>
                  <a:cubicBezTo>
                    <a:pt x="1898" y="837"/>
                    <a:pt x="1838" y="553"/>
                    <a:pt x="1793" y="344"/>
                  </a:cubicBezTo>
                  <a:cubicBezTo>
                    <a:pt x="1778" y="285"/>
                    <a:pt x="1763" y="210"/>
                    <a:pt x="1748" y="165"/>
                  </a:cubicBezTo>
                  <a:cubicBezTo>
                    <a:pt x="1704" y="150"/>
                    <a:pt x="1629" y="135"/>
                    <a:pt x="1569" y="120"/>
                  </a:cubicBezTo>
                  <a:cubicBezTo>
                    <a:pt x="1450" y="90"/>
                    <a:pt x="1315" y="61"/>
                    <a:pt x="1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81"/>
            <p:cNvSpPr/>
            <p:nvPr/>
          </p:nvSpPr>
          <p:spPr>
            <a:xfrm>
              <a:off x="250989" y="697001"/>
              <a:ext cx="265495" cy="265540"/>
            </a:xfrm>
            <a:custGeom>
              <a:rect b="b" l="l" r="r" t="t"/>
              <a:pathLst>
                <a:path extrusionOk="0" h="5916" w="5915">
                  <a:moveTo>
                    <a:pt x="2958" y="1106"/>
                  </a:moveTo>
                  <a:cubicBezTo>
                    <a:pt x="3973" y="1106"/>
                    <a:pt x="4810" y="1927"/>
                    <a:pt x="4810" y="2958"/>
                  </a:cubicBezTo>
                  <a:cubicBezTo>
                    <a:pt x="4810" y="3974"/>
                    <a:pt x="3973" y="4810"/>
                    <a:pt x="2958" y="4810"/>
                  </a:cubicBezTo>
                  <a:cubicBezTo>
                    <a:pt x="1927" y="4810"/>
                    <a:pt x="1091" y="3974"/>
                    <a:pt x="1091" y="2958"/>
                  </a:cubicBezTo>
                  <a:cubicBezTo>
                    <a:pt x="1091" y="1927"/>
                    <a:pt x="1927" y="1106"/>
                    <a:pt x="2958" y="1106"/>
                  </a:cubicBezTo>
                  <a:close/>
                  <a:moveTo>
                    <a:pt x="2958" y="1"/>
                  </a:moveTo>
                  <a:cubicBezTo>
                    <a:pt x="2704" y="1"/>
                    <a:pt x="2524" y="434"/>
                    <a:pt x="2300" y="494"/>
                  </a:cubicBezTo>
                  <a:cubicBezTo>
                    <a:pt x="2271" y="494"/>
                    <a:pt x="2241" y="508"/>
                    <a:pt x="2211" y="508"/>
                  </a:cubicBezTo>
                  <a:cubicBezTo>
                    <a:pt x="2032" y="508"/>
                    <a:pt x="1778" y="359"/>
                    <a:pt x="1598" y="359"/>
                  </a:cubicBezTo>
                  <a:cubicBezTo>
                    <a:pt x="1554" y="359"/>
                    <a:pt x="1509" y="374"/>
                    <a:pt x="1479" y="389"/>
                  </a:cubicBezTo>
                  <a:cubicBezTo>
                    <a:pt x="1270" y="508"/>
                    <a:pt x="1315" y="986"/>
                    <a:pt x="1150" y="1151"/>
                  </a:cubicBezTo>
                  <a:cubicBezTo>
                    <a:pt x="986" y="1330"/>
                    <a:pt x="508" y="1270"/>
                    <a:pt x="389" y="1479"/>
                  </a:cubicBezTo>
                  <a:cubicBezTo>
                    <a:pt x="269" y="1688"/>
                    <a:pt x="553" y="2062"/>
                    <a:pt x="493" y="2301"/>
                  </a:cubicBezTo>
                  <a:cubicBezTo>
                    <a:pt x="433" y="2525"/>
                    <a:pt x="0" y="2704"/>
                    <a:pt x="0" y="2958"/>
                  </a:cubicBezTo>
                  <a:cubicBezTo>
                    <a:pt x="0" y="3197"/>
                    <a:pt x="433" y="3391"/>
                    <a:pt x="493" y="3615"/>
                  </a:cubicBezTo>
                  <a:cubicBezTo>
                    <a:pt x="553" y="3854"/>
                    <a:pt x="269" y="4227"/>
                    <a:pt x="389" y="4437"/>
                  </a:cubicBezTo>
                  <a:cubicBezTo>
                    <a:pt x="508" y="4646"/>
                    <a:pt x="986" y="4586"/>
                    <a:pt x="1150" y="4765"/>
                  </a:cubicBezTo>
                  <a:cubicBezTo>
                    <a:pt x="1315" y="4929"/>
                    <a:pt x="1270" y="5392"/>
                    <a:pt x="1479" y="5527"/>
                  </a:cubicBezTo>
                  <a:cubicBezTo>
                    <a:pt x="1509" y="5542"/>
                    <a:pt x="1554" y="5557"/>
                    <a:pt x="1598" y="5557"/>
                  </a:cubicBezTo>
                  <a:cubicBezTo>
                    <a:pt x="1778" y="5557"/>
                    <a:pt x="2032" y="5407"/>
                    <a:pt x="2211" y="5407"/>
                  </a:cubicBezTo>
                  <a:cubicBezTo>
                    <a:pt x="2241" y="5407"/>
                    <a:pt x="2271" y="5407"/>
                    <a:pt x="2300" y="5422"/>
                  </a:cubicBezTo>
                  <a:cubicBezTo>
                    <a:pt x="2524" y="5482"/>
                    <a:pt x="2704" y="5915"/>
                    <a:pt x="2958" y="5915"/>
                  </a:cubicBezTo>
                  <a:cubicBezTo>
                    <a:pt x="3197" y="5915"/>
                    <a:pt x="3391" y="5482"/>
                    <a:pt x="3615" y="5422"/>
                  </a:cubicBezTo>
                  <a:cubicBezTo>
                    <a:pt x="3645" y="5407"/>
                    <a:pt x="3660" y="5407"/>
                    <a:pt x="3689" y="5407"/>
                  </a:cubicBezTo>
                  <a:cubicBezTo>
                    <a:pt x="3884" y="5407"/>
                    <a:pt x="4123" y="5557"/>
                    <a:pt x="4317" y="5557"/>
                  </a:cubicBezTo>
                  <a:cubicBezTo>
                    <a:pt x="4362" y="5557"/>
                    <a:pt x="4391" y="5542"/>
                    <a:pt x="4436" y="5527"/>
                  </a:cubicBezTo>
                  <a:cubicBezTo>
                    <a:pt x="4645" y="5392"/>
                    <a:pt x="4586" y="4929"/>
                    <a:pt x="4750" y="4765"/>
                  </a:cubicBezTo>
                  <a:cubicBezTo>
                    <a:pt x="4929" y="4586"/>
                    <a:pt x="5392" y="4646"/>
                    <a:pt x="5512" y="4437"/>
                  </a:cubicBezTo>
                  <a:cubicBezTo>
                    <a:pt x="5631" y="4227"/>
                    <a:pt x="5347" y="3854"/>
                    <a:pt x="5422" y="3615"/>
                  </a:cubicBezTo>
                  <a:cubicBezTo>
                    <a:pt x="5482" y="3391"/>
                    <a:pt x="5915" y="3197"/>
                    <a:pt x="5915" y="2958"/>
                  </a:cubicBezTo>
                  <a:cubicBezTo>
                    <a:pt x="5915" y="2704"/>
                    <a:pt x="5482" y="2525"/>
                    <a:pt x="5422" y="2301"/>
                  </a:cubicBezTo>
                  <a:cubicBezTo>
                    <a:pt x="5347" y="2062"/>
                    <a:pt x="5631" y="1688"/>
                    <a:pt x="5512" y="1479"/>
                  </a:cubicBezTo>
                  <a:cubicBezTo>
                    <a:pt x="5392" y="1270"/>
                    <a:pt x="4929" y="1330"/>
                    <a:pt x="4750" y="1151"/>
                  </a:cubicBezTo>
                  <a:cubicBezTo>
                    <a:pt x="4586" y="986"/>
                    <a:pt x="4645" y="508"/>
                    <a:pt x="4436" y="389"/>
                  </a:cubicBezTo>
                  <a:cubicBezTo>
                    <a:pt x="4391" y="374"/>
                    <a:pt x="4362" y="359"/>
                    <a:pt x="4317" y="359"/>
                  </a:cubicBezTo>
                  <a:cubicBezTo>
                    <a:pt x="4123" y="359"/>
                    <a:pt x="3884" y="508"/>
                    <a:pt x="3689" y="508"/>
                  </a:cubicBezTo>
                  <a:cubicBezTo>
                    <a:pt x="3660" y="508"/>
                    <a:pt x="3645" y="494"/>
                    <a:pt x="3615" y="494"/>
                  </a:cubicBezTo>
                  <a:cubicBezTo>
                    <a:pt x="3391" y="434"/>
                    <a:pt x="3197" y="1"/>
                    <a:pt x="2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81"/>
            <p:cNvSpPr/>
            <p:nvPr/>
          </p:nvSpPr>
          <p:spPr>
            <a:xfrm>
              <a:off x="415889" y="912845"/>
              <a:ext cx="143497" cy="120741"/>
            </a:xfrm>
            <a:custGeom>
              <a:rect b="b" l="l" r="r" t="t"/>
              <a:pathLst>
                <a:path extrusionOk="0" h="2690" w="3197">
                  <a:moveTo>
                    <a:pt x="1972" y="1"/>
                  </a:moveTo>
                  <a:cubicBezTo>
                    <a:pt x="1838" y="91"/>
                    <a:pt x="1658" y="135"/>
                    <a:pt x="1524" y="165"/>
                  </a:cubicBezTo>
                  <a:cubicBezTo>
                    <a:pt x="1464" y="180"/>
                    <a:pt x="1390" y="195"/>
                    <a:pt x="1345" y="210"/>
                  </a:cubicBezTo>
                  <a:cubicBezTo>
                    <a:pt x="1330" y="255"/>
                    <a:pt x="1315" y="330"/>
                    <a:pt x="1300" y="389"/>
                  </a:cubicBezTo>
                  <a:cubicBezTo>
                    <a:pt x="1255" y="598"/>
                    <a:pt x="1195" y="882"/>
                    <a:pt x="941" y="1017"/>
                  </a:cubicBezTo>
                  <a:cubicBezTo>
                    <a:pt x="852" y="1076"/>
                    <a:pt x="747" y="1106"/>
                    <a:pt x="643" y="1106"/>
                  </a:cubicBezTo>
                  <a:cubicBezTo>
                    <a:pt x="493" y="1106"/>
                    <a:pt x="344" y="1061"/>
                    <a:pt x="225" y="1017"/>
                  </a:cubicBezTo>
                  <a:cubicBezTo>
                    <a:pt x="165" y="1002"/>
                    <a:pt x="75" y="972"/>
                    <a:pt x="30" y="957"/>
                  </a:cubicBezTo>
                  <a:cubicBezTo>
                    <a:pt x="30" y="972"/>
                    <a:pt x="15" y="987"/>
                    <a:pt x="1" y="987"/>
                  </a:cubicBezTo>
                  <a:lnTo>
                    <a:pt x="1658" y="2645"/>
                  </a:lnTo>
                  <a:cubicBezTo>
                    <a:pt x="1703" y="2674"/>
                    <a:pt x="1748" y="2689"/>
                    <a:pt x="1793" y="2689"/>
                  </a:cubicBezTo>
                  <a:lnTo>
                    <a:pt x="1823" y="2689"/>
                  </a:lnTo>
                  <a:cubicBezTo>
                    <a:pt x="1882" y="2674"/>
                    <a:pt x="1942" y="2630"/>
                    <a:pt x="1957" y="2585"/>
                  </a:cubicBezTo>
                  <a:lnTo>
                    <a:pt x="2271" y="1734"/>
                  </a:lnTo>
                  <a:lnTo>
                    <a:pt x="3062" y="1465"/>
                  </a:lnTo>
                  <a:cubicBezTo>
                    <a:pt x="3122" y="1450"/>
                    <a:pt x="3167" y="1390"/>
                    <a:pt x="3182" y="1330"/>
                  </a:cubicBezTo>
                  <a:cubicBezTo>
                    <a:pt x="3197" y="1271"/>
                    <a:pt x="3182" y="1211"/>
                    <a:pt x="3137" y="1166"/>
                  </a:cubicBezTo>
                  <a:lnTo>
                    <a:pt x="19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9" name="Google Shape;1029;p81"/>
          <p:cNvGrpSpPr/>
          <p:nvPr/>
        </p:nvGrpSpPr>
        <p:grpSpPr>
          <a:xfrm>
            <a:off x="3233057" y="1675659"/>
            <a:ext cx="345961" cy="326755"/>
            <a:chOff x="4877190" y="2182325"/>
            <a:chExt cx="345961" cy="326755"/>
          </a:xfrm>
        </p:grpSpPr>
        <p:sp>
          <p:nvSpPr>
            <p:cNvPr id="1030" name="Google Shape;1030;p81"/>
            <p:cNvSpPr/>
            <p:nvPr/>
          </p:nvSpPr>
          <p:spPr>
            <a:xfrm>
              <a:off x="5192270" y="2182325"/>
              <a:ext cx="30881" cy="277883"/>
            </a:xfrm>
            <a:custGeom>
              <a:rect b="b" l="l" r="r" t="t"/>
              <a:pathLst>
                <a:path extrusionOk="0" h="6191" w="688">
                  <a:moveTo>
                    <a:pt x="392" y="0"/>
                  </a:moveTo>
                  <a:cubicBezTo>
                    <a:pt x="371" y="0"/>
                    <a:pt x="350" y="2"/>
                    <a:pt x="329" y="5"/>
                  </a:cubicBezTo>
                  <a:lnTo>
                    <a:pt x="0" y="110"/>
                  </a:lnTo>
                  <a:lnTo>
                    <a:pt x="0" y="6054"/>
                  </a:lnTo>
                  <a:lnTo>
                    <a:pt x="239" y="6159"/>
                  </a:lnTo>
                  <a:cubicBezTo>
                    <a:pt x="288" y="6180"/>
                    <a:pt x="336" y="6191"/>
                    <a:pt x="383" y="6191"/>
                  </a:cubicBezTo>
                  <a:cubicBezTo>
                    <a:pt x="437" y="6191"/>
                    <a:pt x="490" y="6176"/>
                    <a:pt x="538" y="6144"/>
                  </a:cubicBezTo>
                  <a:cubicBezTo>
                    <a:pt x="627" y="6084"/>
                    <a:pt x="687" y="5995"/>
                    <a:pt x="687" y="5890"/>
                  </a:cubicBezTo>
                  <a:lnTo>
                    <a:pt x="687" y="304"/>
                  </a:lnTo>
                  <a:cubicBezTo>
                    <a:pt x="687" y="215"/>
                    <a:pt x="642" y="125"/>
                    <a:pt x="568" y="65"/>
                  </a:cubicBezTo>
                  <a:cubicBezTo>
                    <a:pt x="522" y="20"/>
                    <a:pt x="459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81"/>
            <p:cNvSpPr/>
            <p:nvPr/>
          </p:nvSpPr>
          <p:spPr>
            <a:xfrm>
              <a:off x="4877190" y="2265673"/>
              <a:ext cx="59024" cy="77157"/>
            </a:xfrm>
            <a:custGeom>
              <a:rect b="b" l="l" r="r" t="t"/>
              <a:pathLst>
                <a:path extrusionOk="0" h="1719" w="1315">
                  <a:moveTo>
                    <a:pt x="179" y="1"/>
                  </a:moveTo>
                  <a:cubicBezTo>
                    <a:pt x="75" y="1"/>
                    <a:pt x="0" y="90"/>
                    <a:pt x="0" y="195"/>
                  </a:cubicBezTo>
                  <a:lnTo>
                    <a:pt x="0" y="1524"/>
                  </a:lnTo>
                  <a:cubicBezTo>
                    <a:pt x="0" y="1629"/>
                    <a:pt x="75" y="1718"/>
                    <a:pt x="179" y="1718"/>
                  </a:cubicBezTo>
                  <a:lnTo>
                    <a:pt x="1315" y="1718"/>
                  </a:lnTo>
                  <a:lnTo>
                    <a:pt x="13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81"/>
            <p:cNvSpPr/>
            <p:nvPr/>
          </p:nvSpPr>
          <p:spPr>
            <a:xfrm>
              <a:off x="4960313" y="2370251"/>
              <a:ext cx="179720" cy="138829"/>
            </a:xfrm>
            <a:custGeom>
              <a:rect b="b" l="l" r="r" t="t"/>
              <a:pathLst>
                <a:path extrusionOk="0" h="3093" w="4004">
                  <a:moveTo>
                    <a:pt x="0" y="1"/>
                  </a:moveTo>
                  <a:lnTo>
                    <a:pt x="0" y="1210"/>
                  </a:lnTo>
                  <a:cubicBezTo>
                    <a:pt x="0" y="1494"/>
                    <a:pt x="165" y="1748"/>
                    <a:pt x="418" y="1853"/>
                  </a:cubicBezTo>
                  <a:lnTo>
                    <a:pt x="2987" y="3032"/>
                  </a:lnTo>
                  <a:cubicBezTo>
                    <a:pt x="3077" y="3077"/>
                    <a:pt x="3182" y="3092"/>
                    <a:pt x="3286" y="3092"/>
                  </a:cubicBezTo>
                  <a:cubicBezTo>
                    <a:pt x="3421" y="3092"/>
                    <a:pt x="3555" y="3062"/>
                    <a:pt x="3674" y="2988"/>
                  </a:cubicBezTo>
                  <a:cubicBezTo>
                    <a:pt x="3884" y="2853"/>
                    <a:pt x="4003" y="2629"/>
                    <a:pt x="4003" y="2375"/>
                  </a:cubicBezTo>
                  <a:lnTo>
                    <a:pt x="4003" y="1793"/>
                  </a:lnTo>
                  <a:lnTo>
                    <a:pt x="3480" y="1554"/>
                  </a:lnTo>
                  <a:lnTo>
                    <a:pt x="3480" y="2375"/>
                  </a:lnTo>
                  <a:cubicBezTo>
                    <a:pt x="3480" y="2465"/>
                    <a:pt x="3421" y="2525"/>
                    <a:pt x="3391" y="2540"/>
                  </a:cubicBezTo>
                  <a:cubicBezTo>
                    <a:pt x="3370" y="2550"/>
                    <a:pt x="3328" y="2567"/>
                    <a:pt x="3280" y="2567"/>
                  </a:cubicBezTo>
                  <a:cubicBezTo>
                    <a:pt x="3258" y="2567"/>
                    <a:pt x="3235" y="2564"/>
                    <a:pt x="3211" y="2555"/>
                  </a:cubicBezTo>
                  <a:lnTo>
                    <a:pt x="628" y="1375"/>
                  </a:lnTo>
                  <a:cubicBezTo>
                    <a:pt x="568" y="1345"/>
                    <a:pt x="523" y="1285"/>
                    <a:pt x="523" y="1210"/>
                  </a:cubicBezTo>
                  <a:lnTo>
                    <a:pt x="523" y="2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81"/>
            <p:cNvSpPr/>
            <p:nvPr/>
          </p:nvSpPr>
          <p:spPr>
            <a:xfrm>
              <a:off x="4954927" y="2193276"/>
              <a:ext cx="218590" cy="252119"/>
            </a:xfrm>
            <a:custGeom>
              <a:rect b="b" l="l" r="r" t="t"/>
              <a:pathLst>
                <a:path extrusionOk="0" h="5617" w="4870">
                  <a:moveTo>
                    <a:pt x="4870" y="0"/>
                  </a:moveTo>
                  <a:lnTo>
                    <a:pt x="1" y="1554"/>
                  </a:lnTo>
                  <a:lnTo>
                    <a:pt x="1" y="3406"/>
                  </a:lnTo>
                  <a:lnTo>
                    <a:pt x="4870" y="5616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4" name="Google Shape;1034;p81"/>
          <p:cNvGrpSpPr/>
          <p:nvPr/>
        </p:nvGrpSpPr>
        <p:grpSpPr>
          <a:xfrm>
            <a:off x="5606791" y="2181999"/>
            <a:ext cx="347312" cy="341350"/>
            <a:chOff x="1936936" y="1979362"/>
            <a:chExt cx="347312" cy="341350"/>
          </a:xfrm>
        </p:grpSpPr>
        <p:sp>
          <p:nvSpPr>
            <p:cNvPr id="1035" name="Google Shape;1035;p81"/>
            <p:cNvSpPr/>
            <p:nvPr/>
          </p:nvSpPr>
          <p:spPr>
            <a:xfrm>
              <a:off x="2136711" y="2004228"/>
              <a:ext cx="147537" cy="81825"/>
            </a:xfrm>
            <a:custGeom>
              <a:rect b="b" l="l" r="r" t="t"/>
              <a:pathLst>
                <a:path extrusionOk="0" h="1823" w="3287">
                  <a:moveTo>
                    <a:pt x="1" y="1"/>
                  </a:moveTo>
                  <a:lnTo>
                    <a:pt x="1" y="1823"/>
                  </a:lnTo>
                  <a:lnTo>
                    <a:pt x="2361" y="1823"/>
                  </a:lnTo>
                  <a:cubicBezTo>
                    <a:pt x="2405" y="1823"/>
                    <a:pt x="2450" y="1793"/>
                    <a:pt x="2480" y="1763"/>
                  </a:cubicBezTo>
                  <a:lnTo>
                    <a:pt x="3227" y="1031"/>
                  </a:lnTo>
                  <a:cubicBezTo>
                    <a:pt x="3287" y="956"/>
                    <a:pt x="3287" y="852"/>
                    <a:pt x="3227" y="777"/>
                  </a:cubicBezTo>
                  <a:lnTo>
                    <a:pt x="2480" y="45"/>
                  </a:lnTo>
                  <a:cubicBezTo>
                    <a:pt x="2450" y="15"/>
                    <a:pt x="2405" y="1"/>
                    <a:pt x="23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81"/>
            <p:cNvSpPr/>
            <p:nvPr/>
          </p:nvSpPr>
          <p:spPr>
            <a:xfrm>
              <a:off x="2100535" y="1979362"/>
              <a:ext cx="20827" cy="341350"/>
            </a:xfrm>
            <a:custGeom>
              <a:rect b="b" l="l" r="r" t="t"/>
              <a:pathLst>
                <a:path extrusionOk="0" h="7605" w="464">
                  <a:moveTo>
                    <a:pt x="245" y="1"/>
                  </a:moveTo>
                  <a:cubicBezTo>
                    <a:pt x="238" y="1"/>
                    <a:pt x="231" y="1"/>
                    <a:pt x="224" y="2"/>
                  </a:cubicBezTo>
                  <a:cubicBezTo>
                    <a:pt x="105" y="17"/>
                    <a:pt x="0" y="121"/>
                    <a:pt x="0" y="241"/>
                  </a:cubicBezTo>
                  <a:lnTo>
                    <a:pt x="0" y="7380"/>
                  </a:lnTo>
                  <a:cubicBezTo>
                    <a:pt x="0" y="7500"/>
                    <a:pt x="105" y="7604"/>
                    <a:pt x="239" y="7604"/>
                  </a:cubicBezTo>
                  <a:cubicBezTo>
                    <a:pt x="359" y="7604"/>
                    <a:pt x="463" y="7500"/>
                    <a:pt x="463" y="7380"/>
                  </a:cubicBezTo>
                  <a:lnTo>
                    <a:pt x="463" y="226"/>
                  </a:lnTo>
                  <a:cubicBezTo>
                    <a:pt x="463" y="113"/>
                    <a:pt x="357" y="1"/>
                    <a:pt x="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81"/>
            <p:cNvSpPr/>
            <p:nvPr/>
          </p:nvSpPr>
          <p:spPr>
            <a:xfrm>
              <a:off x="2136711" y="2118860"/>
              <a:ext cx="147537" cy="81825"/>
            </a:xfrm>
            <a:custGeom>
              <a:rect b="b" l="l" r="r" t="t"/>
              <a:pathLst>
                <a:path extrusionOk="0" h="1823" w="3287">
                  <a:moveTo>
                    <a:pt x="1" y="1"/>
                  </a:moveTo>
                  <a:lnTo>
                    <a:pt x="1" y="1823"/>
                  </a:lnTo>
                  <a:lnTo>
                    <a:pt x="2361" y="1823"/>
                  </a:lnTo>
                  <a:cubicBezTo>
                    <a:pt x="2405" y="1823"/>
                    <a:pt x="2450" y="1808"/>
                    <a:pt x="2480" y="1778"/>
                  </a:cubicBezTo>
                  <a:lnTo>
                    <a:pt x="3227" y="1046"/>
                  </a:lnTo>
                  <a:cubicBezTo>
                    <a:pt x="3287" y="971"/>
                    <a:pt x="3287" y="852"/>
                    <a:pt x="3227" y="792"/>
                  </a:cubicBezTo>
                  <a:lnTo>
                    <a:pt x="2480" y="60"/>
                  </a:lnTo>
                  <a:cubicBezTo>
                    <a:pt x="2450" y="30"/>
                    <a:pt x="2405" y="1"/>
                    <a:pt x="23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81"/>
            <p:cNvSpPr/>
            <p:nvPr/>
          </p:nvSpPr>
          <p:spPr>
            <a:xfrm>
              <a:off x="1936936" y="2063204"/>
              <a:ext cx="148210" cy="81870"/>
            </a:xfrm>
            <a:custGeom>
              <a:rect b="b" l="l" r="r" t="t"/>
              <a:pathLst>
                <a:path extrusionOk="0" h="1824" w="3302">
                  <a:moveTo>
                    <a:pt x="927" y="1"/>
                  </a:moveTo>
                  <a:cubicBezTo>
                    <a:pt x="882" y="1"/>
                    <a:pt x="837" y="16"/>
                    <a:pt x="807" y="46"/>
                  </a:cubicBezTo>
                  <a:lnTo>
                    <a:pt x="76" y="792"/>
                  </a:lnTo>
                  <a:cubicBezTo>
                    <a:pt x="1" y="852"/>
                    <a:pt x="1" y="972"/>
                    <a:pt x="76" y="1031"/>
                  </a:cubicBezTo>
                  <a:lnTo>
                    <a:pt x="807" y="1763"/>
                  </a:lnTo>
                  <a:cubicBezTo>
                    <a:pt x="837" y="1808"/>
                    <a:pt x="882" y="1823"/>
                    <a:pt x="927" y="1823"/>
                  </a:cubicBezTo>
                  <a:lnTo>
                    <a:pt x="3302" y="1823"/>
                  </a:lnTo>
                  <a:lnTo>
                    <a:pt x="33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9" name="Google Shape;1039;p81"/>
          <p:cNvGrpSpPr/>
          <p:nvPr/>
        </p:nvGrpSpPr>
        <p:grpSpPr>
          <a:xfrm>
            <a:off x="2104454" y="2179772"/>
            <a:ext cx="250099" cy="345827"/>
            <a:chOff x="3128181" y="2529273"/>
            <a:chExt cx="250099" cy="345827"/>
          </a:xfrm>
        </p:grpSpPr>
        <p:sp>
          <p:nvSpPr>
            <p:cNvPr id="1040" name="Google Shape;1040;p81"/>
            <p:cNvSpPr/>
            <p:nvPr/>
          </p:nvSpPr>
          <p:spPr>
            <a:xfrm>
              <a:off x="3129528" y="2824784"/>
              <a:ext cx="228644" cy="50316"/>
            </a:xfrm>
            <a:custGeom>
              <a:rect b="b" l="l" r="r" t="t"/>
              <a:pathLst>
                <a:path extrusionOk="0" h="1121" w="5094">
                  <a:moveTo>
                    <a:pt x="404" y="0"/>
                  </a:moveTo>
                  <a:cubicBezTo>
                    <a:pt x="269" y="0"/>
                    <a:pt x="165" y="105"/>
                    <a:pt x="135" y="224"/>
                  </a:cubicBezTo>
                  <a:lnTo>
                    <a:pt x="16" y="911"/>
                  </a:lnTo>
                  <a:cubicBezTo>
                    <a:pt x="1" y="941"/>
                    <a:pt x="16" y="971"/>
                    <a:pt x="16" y="1001"/>
                  </a:cubicBezTo>
                  <a:cubicBezTo>
                    <a:pt x="45" y="1075"/>
                    <a:pt x="105" y="1120"/>
                    <a:pt x="180" y="1120"/>
                  </a:cubicBezTo>
                  <a:lnTo>
                    <a:pt x="4900" y="1120"/>
                  </a:lnTo>
                  <a:cubicBezTo>
                    <a:pt x="4929" y="1120"/>
                    <a:pt x="4959" y="1105"/>
                    <a:pt x="4989" y="1090"/>
                  </a:cubicBezTo>
                  <a:cubicBezTo>
                    <a:pt x="5064" y="1046"/>
                    <a:pt x="5094" y="956"/>
                    <a:pt x="5064" y="896"/>
                  </a:cubicBezTo>
                  <a:lnTo>
                    <a:pt x="4810" y="179"/>
                  </a:lnTo>
                  <a:cubicBezTo>
                    <a:pt x="4765" y="75"/>
                    <a:pt x="4676" y="0"/>
                    <a:pt x="45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81"/>
            <p:cNvSpPr/>
            <p:nvPr/>
          </p:nvSpPr>
          <p:spPr>
            <a:xfrm>
              <a:off x="3128181" y="2529273"/>
              <a:ext cx="250099" cy="280127"/>
            </a:xfrm>
            <a:custGeom>
              <a:rect b="b" l="l" r="r" t="t"/>
              <a:pathLst>
                <a:path extrusionOk="0" h="6241" w="5572">
                  <a:moveTo>
                    <a:pt x="3660" y="1476"/>
                  </a:moveTo>
                  <a:cubicBezTo>
                    <a:pt x="3765" y="1476"/>
                    <a:pt x="3839" y="1551"/>
                    <a:pt x="3839" y="1640"/>
                  </a:cubicBezTo>
                  <a:cubicBezTo>
                    <a:pt x="3839" y="1745"/>
                    <a:pt x="3765" y="1819"/>
                    <a:pt x="3660" y="1819"/>
                  </a:cubicBezTo>
                  <a:lnTo>
                    <a:pt x="3421" y="1819"/>
                  </a:lnTo>
                  <a:cubicBezTo>
                    <a:pt x="3331" y="1819"/>
                    <a:pt x="3257" y="1745"/>
                    <a:pt x="3257" y="1640"/>
                  </a:cubicBezTo>
                  <a:cubicBezTo>
                    <a:pt x="3257" y="1551"/>
                    <a:pt x="3331" y="1476"/>
                    <a:pt x="3421" y="1476"/>
                  </a:cubicBezTo>
                  <a:close/>
                  <a:moveTo>
                    <a:pt x="4307" y="0"/>
                  </a:moveTo>
                  <a:cubicBezTo>
                    <a:pt x="4291" y="0"/>
                    <a:pt x="4274" y="4"/>
                    <a:pt x="4257" y="12"/>
                  </a:cubicBezTo>
                  <a:lnTo>
                    <a:pt x="2988" y="356"/>
                  </a:lnTo>
                  <a:cubicBezTo>
                    <a:pt x="2868" y="356"/>
                    <a:pt x="2405" y="371"/>
                    <a:pt x="1898" y="610"/>
                  </a:cubicBezTo>
                  <a:cubicBezTo>
                    <a:pt x="1345" y="849"/>
                    <a:pt x="643" y="1416"/>
                    <a:pt x="374" y="2641"/>
                  </a:cubicBezTo>
                  <a:cubicBezTo>
                    <a:pt x="1" y="4359"/>
                    <a:pt x="374" y="5658"/>
                    <a:pt x="598" y="6240"/>
                  </a:cubicBezTo>
                  <a:lnTo>
                    <a:pt x="4153" y="6240"/>
                  </a:lnTo>
                  <a:lnTo>
                    <a:pt x="4481" y="5927"/>
                  </a:lnTo>
                  <a:cubicBezTo>
                    <a:pt x="4541" y="5867"/>
                    <a:pt x="4541" y="5777"/>
                    <a:pt x="4496" y="5703"/>
                  </a:cubicBezTo>
                  <a:cubicBezTo>
                    <a:pt x="4213" y="5255"/>
                    <a:pt x="3511" y="4105"/>
                    <a:pt x="3242" y="3388"/>
                  </a:cubicBezTo>
                  <a:lnTo>
                    <a:pt x="3242" y="3388"/>
                  </a:lnTo>
                  <a:cubicBezTo>
                    <a:pt x="3327" y="3412"/>
                    <a:pt x="3413" y="3437"/>
                    <a:pt x="3506" y="3437"/>
                  </a:cubicBezTo>
                  <a:cubicBezTo>
                    <a:pt x="3527" y="3437"/>
                    <a:pt x="3548" y="3435"/>
                    <a:pt x="3570" y="3433"/>
                  </a:cubicBezTo>
                  <a:cubicBezTo>
                    <a:pt x="3735" y="3433"/>
                    <a:pt x="3899" y="3358"/>
                    <a:pt x="4033" y="3253"/>
                  </a:cubicBezTo>
                  <a:lnTo>
                    <a:pt x="4511" y="3582"/>
                  </a:lnTo>
                  <a:cubicBezTo>
                    <a:pt x="4624" y="3643"/>
                    <a:pt x="4744" y="3684"/>
                    <a:pt x="4866" y="3684"/>
                  </a:cubicBezTo>
                  <a:cubicBezTo>
                    <a:pt x="4922" y="3684"/>
                    <a:pt x="4978" y="3675"/>
                    <a:pt x="5034" y="3657"/>
                  </a:cubicBezTo>
                  <a:cubicBezTo>
                    <a:pt x="5213" y="3612"/>
                    <a:pt x="5363" y="3492"/>
                    <a:pt x="5437" y="3328"/>
                  </a:cubicBezTo>
                  <a:lnTo>
                    <a:pt x="5557" y="3104"/>
                  </a:lnTo>
                  <a:cubicBezTo>
                    <a:pt x="5572" y="3059"/>
                    <a:pt x="5572" y="2984"/>
                    <a:pt x="5542" y="2940"/>
                  </a:cubicBezTo>
                  <a:lnTo>
                    <a:pt x="4198" y="923"/>
                  </a:lnTo>
                  <a:lnTo>
                    <a:pt x="4467" y="236"/>
                  </a:lnTo>
                  <a:cubicBezTo>
                    <a:pt x="4481" y="177"/>
                    <a:pt x="4467" y="102"/>
                    <a:pt x="4422" y="57"/>
                  </a:cubicBezTo>
                  <a:cubicBezTo>
                    <a:pt x="4389" y="25"/>
                    <a:pt x="4349" y="0"/>
                    <a:pt x="43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2" name="Google Shape;1042;p81"/>
          <p:cNvSpPr/>
          <p:nvPr/>
        </p:nvSpPr>
        <p:spPr>
          <a:xfrm>
            <a:off x="4978029" y="2186961"/>
            <a:ext cx="364550" cy="331443"/>
          </a:xfrm>
          <a:custGeom>
            <a:rect b="b" l="l" r="r" t="t"/>
            <a:pathLst>
              <a:path extrusionOk="0" h="7008" w="7708">
                <a:moveTo>
                  <a:pt x="1494" y="729"/>
                </a:moveTo>
                <a:lnTo>
                  <a:pt x="1494" y="1207"/>
                </a:lnTo>
                <a:cubicBezTo>
                  <a:pt x="1494" y="1312"/>
                  <a:pt x="1583" y="1401"/>
                  <a:pt x="1688" y="1401"/>
                </a:cubicBezTo>
                <a:lnTo>
                  <a:pt x="5258" y="1401"/>
                </a:lnTo>
                <a:lnTo>
                  <a:pt x="5258" y="2940"/>
                </a:lnTo>
                <a:lnTo>
                  <a:pt x="1688" y="2940"/>
                </a:lnTo>
                <a:cubicBezTo>
                  <a:pt x="1583" y="2940"/>
                  <a:pt x="1494" y="3029"/>
                  <a:pt x="1494" y="3134"/>
                </a:cubicBezTo>
                <a:lnTo>
                  <a:pt x="1494" y="3597"/>
                </a:lnTo>
                <a:lnTo>
                  <a:pt x="418" y="2163"/>
                </a:lnTo>
                <a:lnTo>
                  <a:pt x="1494" y="729"/>
                </a:lnTo>
                <a:close/>
                <a:moveTo>
                  <a:pt x="1686" y="1"/>
                </a:moveTo>
                <a:cubicBezTo>
                  <a:pt x="1628" y="1"/>
                  <a:pt x="1571" y="28"/>
                  <a:pt x="1539" y="72"/>
                </a:cubicBezTo>
                <a:lnTo>
                  <a:pt x="30" y="2058"/>
                </a:lnTo>
                <a:cubicBezTo>
                  <a:pt x="15" y="2088"/>
                  <a:pt x="0" y="2133"/>
                  <a:pt x="0" y="2163"/>
                </a:cubicBezTo>
                <a:cubicBezTo>
                  <a:pt x="0" y="2208"/>
                  <a:pt x="15" y="2253"/>
                  <a:pt x="30" y="2283"/>
                </a:cubicBezTo>
                <a:lnTo>
                  <a:pt x="1539" y="4269"/>
                </a:lnTo>
                <a:cubicBezTo>
                  <a:pt x="1571" y="4313"/>
                  <a:pt x="1628" y="4340"/>
                  <a:pt x="1686" y="4340"/>
                </a:cubicBezTo>
                <a:cubicBezTo>
                  <a:pt x="1707" y="4340"/>
                  <a:pt x="1728" y="4337"/>
                  <a:pt x="1748" y="4329"/>
                </a:cubicBezTo>
                <a:cubicBezTo>
                  <a:pt x="1822" y="4299"/>
                  <a:pt x="1867" y="4239"/>
                  <a:pt x="1867" y="4149"/>
                </a:cubicBezTo>
                <a:lnTo>
                  <a:pt x="1867" y="3313"/>
                </a:lnTo>
                <a:lnTo>
                  <a:pt x="5437" y="3313"/>
                </a:lnTo>
                <a:cubicBezTo>
                  <a:pt x="5541" y="3313"/>
                  <a:pt x="5616" y="3238"/>
                  <a:pt x="5616" y="3134"/>
                </a:cubicBezTo>
                <a:lnTo>
                  <a:pt x="5616" y="1207"/>
                </a:lnTo>
                <a:cubicBezTo>
                  <a:pt x="5616" y="1103"/>
                  <a:pt x="5541" y="1028"/>
                  <a:pt x="5437" y="1028"/>
                </a:cubicBezTo>
                <a:lnTo>
                  <a:pt x="1867" y="1028"/>
                </a:lnTo>
                <a:lnTo>
                  <a:pt x="1867" y="177"/>
                </a:lnTo>
                <a:cubicBezTo>
                  <a:pt x="1867" y="102"/>
                  <a:pt x="1822" y="27"/>
                  <a:pt x="1748" y="12"/>
                </a:cubicBezTo>
                <a:cubicBezTo>
                  <a:pt x="1728" y="4"/>
                  <a:pt x="1707" y="1"/>
                  <a:pt x="1686" y="1"/>
                </a:cubicBezTo>
                <a:close/>
                <a:moveTo>
                  <a:pt x="6013" y="2659"/>
                </a:moveTo>
                <a:cubicBezTo>
                  <a:pt x="5992" y="2659"/>
                  <a:pt x="5969" y="2663"/>
                  <a:pt x="5945" y="2671"/>
                </a:cubicBezTo>
                <a:cubicBezTo>
                  <a:pt x="5870" y="2701"/>
                  <a:pt x="5825" y="2775"/>
                  <a:pt x="5825" y="2850"/>
                </a:cubicBezTo>
                <a:lnTo>
                  <a:pt x="5825" y="3686"/>
                </a:lnTo>
                <a:lnTo>
                  <a:pt x="2256" y="3686"/>
                </a:lnTo>
                <a:cubicBezTo>
                  <a:pt x="2151" y="3686"/>
                  <a:pt x="2076" y="3776"/>
                  <a:pt x="2076" y="3881"/>
                </a:cubicBezTo>
                <a:lnTo>
                  <a:pt x="2076" y="5792"/>
                </a:lnTo>
                <a:cubicBezTo>
                  <a:pt x="2076" y="5897"/>
                  <a:pt x="2151" y="5987"/>
                  <a:pt x="2256" y="5987"/>
                </a:cubicBezTo>
                <a:lnTo>
                  <a:pt x="5825" y="5987"/>
                </a:lnTo>
                <a:lnTo>
                  <a:pt x="5825" y="6823"/>
                </a:lnTo>
                <a:cubicBezTo>
                  <a:pt x="5825" y="6898"/>
                  <a:pt x="5870" y="6972"/>
                  <a:pt x="5945" y="7002"/>
                </a:cubicBezTo>
                <a:cubicBezTo>
                  <a:pt x="5965" y="7006"/>
                  <a:pt x="5984" y="7007"/>
                  <a:pt x="6003" y="7007"/>
                </a:cubicBezTo>
                <a:cubicBezTo>
                  <a:pt x="6066" y="7007"/>
                  <a:pt x="6119" y="6985"/>
                  <a:pt x="6154" y="6928"/>
                </a:cubicBezTo>
                <a:lnTo>
                  <a:pt x="7662" y="4941"/>
                </a:lnTo>
                <a:cubicBezTo>
                  <a:pt x="7707" y="4881"/>
                  <a:pt x="7707" y="4792"/>
                  <a:pt x="7662" y="4717"/>
                </a:cubicBezTo>
                <a:lnTo>
                  <a:pt x="6154" y="2731"/>
                </a:lnTo>
                <a:cubicBezTo>
                  <a:pt x="6121" y="2687"/>
                  <a:pt x="6072" y="2659"/>
                  <a:pt x="6013" y="26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3" name="Google Shape;1043;p81"/>
          <p:cNvGrpSpPr/>
          <p:nvPr/>
        </p:nvGrpSpPr>
        <p:grpSpPr>
          <a:xfrm>
            <a:off x="4446282" y="2179672"/>
            <a:ext cx="250094" cy="346018"/>
            <a:chOff x="1399998" y="1516840"/>
            <a:chExt cx="250094" cy="346018"/>
          </a:xfrm>
        </p:grpSpPr>
        <p:sp>
          <p:nvSpPr>
            <p:cNvPr id="1044" name="Google Shape;1044;p81"/>
            <p:cNvSpPr/>
            <p:nvPr/>
          </p:nvSpPr>
          <p:spPr>
            <a:xfrm>
              <a:off x="1540079" y="1544353"/>
              <a:ext cx="110013" cy="131423"/>
            </a:xfrm>
            <a:custGeom>
              <a:rect b="b" l="l" r="r" t="t"/>
              <a:pathLst>
                <a:path extrusionOk="0" h="2928" w="2451">
                  <a:moveTo>
                    <a:pt x="1" y="1"/>
                  </a:moveTo>
                  <a:lnTo>
                    <a:pt x="150" y="135"/>
                  </a:lnTo>
                  <a:lnTo>
                    <a:pt x="165" y="135"/>
                  </a:lnTo>
                  <a:cubicBezTo>
                    <a:pt x="195" y="180"/>
                    <a:pt x="225" y="240"/>
                    <a:pt x="225" y="299"/>
                  </a:cubicBezTo>
                  <a:lnTo>
                    <a:pt x="225" y="2928"/>
                  </a:lnTo>
                  <a:lnTo>
                    <a:pt x="2241" y="2928"/>
                  </a:lnTo>
                  <a:cubicBezTo>
                    <a:pt x="2376" y="2928"/>
                    <a:pt x="2450" y="2794"/>
                    <a:pt x="2391" y="2674"/>
                  </a:cubicBezTo>
                  <a:lnTo>
                    <a:pt x="1748" y="1569"/>
                  </a:lnTo>
                  <a:cubicBezTo>
                    <a:pt x="1718" y="1494"/>
                    <a:pt x="1718" y="1419"/>
                    <a:pt x="1748" y="1360"/>
                  </a:cubicBezTo>
                  <a:lnTo>
                    <a:pt x="2391" y="240"/>
                  </a:lnTo>
                  <a:cubicBezTo>
                    <a:pt x="2450" y="135"/>
                    <a:pt x="2376" y="1"/>
                    <a:pt x="2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81"/>
            <p:cNvSpPr/>
            <p:nvPr/>
          </p:nvSpPr>
          <p:spPr>
            <a:xfrm>
              <a:off x="1442907" y="1566481"/>
              <a:ext cx="88513" cy="132097"/>
            </a:xfrm>
            <a:custGeom>
              <a:rect b="b" l="l" r="r" t="t"/>
              <a:pathLst>
                <a:path extrusionOk="0" h="2943" w="1972">
                  <a:moveTo>
                    <a:pt x="179" y="0"/>
                  </a:moveTo>
                  <a:cubicBezTo>
                    <a:pt x="75" y="0"/>
                    <a:pt x="0" y="90"/>
                    <a:pt x="0" y="180"/>
                  </a:cubicBezTo>
                  <a:lnTo>
                    <a:pt x="0" y="2943"/>
                  </a:lnTo>
                  <a:lnTo>
                    <a:pt x="1539" y="2943"/>
                  </a:lnTo>
                  <a:cubicBezTo>
                    <a:pt x="1778" y="2943"/>
                    <a:pt x="1972" y="2749"/>
                    <a:pt x="1972" y="2495"/>
                  </a:cubicBezTo>
                  <a:lnTo>
                    <a:pt x="1972" y="180"/>
                  </a:lnTo>
                  <a:cubicBezTo>
                    <a:pt x="1972" y="90"/>
                    <a:pt x="1897" y="0"/>
                    <a:pt x="18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81"/>
            <p:cNvSpPr/>
            <p:nvPr/>
          </p:nvSpPr>
          <p:spPr>
            <a:xfrm>
              <a:off x="1399998" y="1516840"/>
              <a:ext cx="24821" cy="346018"/>
            </a:xfrm>
            <a:custGeom>
              <a:rect b="b" l="l" r="r" t="t"/>
              <a:pathLst>
                <a:path extrusionOk="0" h="7709" w="553">
                  <a:moveTo>
                    <a:pt x="277" y="0"/>
                  </a:moveTo>
                  <a:cubicBezTo>
                    <a:pt x="269" y="0"/>
                    <a:pt x="262" y="0"/>
                    <a:pt x="254" y="1"/>
                  </a:cubicBezTo>
                  <a:cubicBezTo>
                    <a:pt x="105" y="16"/>
                    <a:pt x="0" y="151"/>
                    <a:pt x="0" y="285"/>
                  </a:cubicBezTo>
                  <a:lnTo>
                    <a:pt x="0" y="7439"/>
                  </a:lnTo>
                  <a:cubicBezTo>
                    <a:pt x="0" y="7589"/>
                    <a:pt x="120" y="7708"/>
                    <a:pt x="269" y="7708"/>
                  </a:cubicBezTo>
                  <a:cubicBezTo>
                    <a:pt x="418" y="7708"/>
                    <a:pt x="553" y="7589"/>
                    <a:pt x="553" y="7439"/>
                  </a:cubicBezTo>
                  <a:lnTo>
                    <a:pt x="553" y="270"/>
                  </a:lnTo>
                  <a:cubicBezTo>
                    <a:pt x="553" y="128"/>
                    <a:pt x="418" y="0"/>
                    <a:pt x="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7" name="Google Shape;1047;p81"/>
          <p:cNvGrpSpPr/>
          <p:nvPr/>
        </p:nvGrpSpPr>
        <p:grpSpPr>
          <a:xfrm>
            <a:off x="1444318" y="2196556"/>
            <a:ext cx="345974" cy="312255"/>
            <a:chOff x="6803030" y="1550594"/>
            <a:chExt cx="345974" cy="312255"/>
          </a:xfrm>
        </p:grpSpPr>
        <p:sp>
          <p:nvSpPr>
            <p:cNvPr id="1048" name="Google Shape;1048;p81"/>
            <p:cNvSpPr/>
            <p:nvPr/>
          </p:nvSpPr>
          <p:spPr>
            <a:xfrm>
              <a:off x="6803030" y="1550594"/>
              <a:ext cx="345974" cy="117688"/>
            </a:xfrm>
            <a:custGeom>
              <a:rect b="b" l="l" r="r" t="t"/>
              <a:pathLst>
                <a:path extrusionOk="0" h="2622" w="7708">
                  <a:moveTo>
                    <a:pt x="3860" y="0"/>
                  </a:moveTo>
                  <a:cubicBezTo>
                    <a:pt x="3839" y="0"/>
                    <a:pt x="3817" y="4"/>
                    <a:pt x="3794" y="11"/>
                  </a:cubicBezTo>
                  <a:lnTo>
                    <a:pt x="150" y="1117"/>
                  </a:lnTo>
                  <a:cubicBezTo>
                    <a:pt x="16" y="1161"/>
                    <a:pt x="1" y="1281"/>
                    <a:pt x="1" y="1311"/>
                  </a:cubicBezTo>
                  <a:cubicBezTo>
                    <a:pt x="1" y="1356"/>
                    <a:pt x="16" y="1475"/>
                    <a:pt x="150" y="1505"/>
                  </a:cubicBezTo>
                  <a:lnTo>
                    <a:pt x="1927" y="2043"/>
                  </a:lnTo>
                  <a:lnTo>
                    <a:pt x="3779" y="1281"/>
                  </a:lnTo>
                  <a:cubicBezTo>
                    <a:pt x="3807" y="1269"/>
                    <a:pt x="3835" y="1263"/>
                    <a:pt x="3862" y="1263"/>
                  </a:cubicBezTo>
                  <a:cubicBezTo>
                    <a:pt x="3936" y="1263"/>
                    <a:pt x="4000" y="1305"/>
                    <a:pt x="4033" y="1370"/>
                  </a:cubicBezTo>
                  <a:cubicBezTo>
                    <a:pt x="4063" y="1475"/>
                    <a:pt x="4018" y="1580"/>
                    <a:pt x="3929" y="1609"/>
                  </a:cubicBezTo>
                  <a:lnTo>
                    <a:pt x="2480" y="2207"/>
                  </a:lnTo>
                  <a:lnTo>
                    <a:pt x="3794" y="2610"/>
                  </a:lnTo>
                  <a:cubicBezTo>
                    <a:pt x="3817" y="2618"/>
                    <a:pt x="3839" y="2621"/>
                    <a:pt x="3860" y="2621"/>
                  </a:cubicBezTo>
                  <a:cubicBezTo>
                    <a:pt x="3880" y="2621"/>
                    <a:pt x="3899" y="2618"/>
                    <a:pt x="3914" y="2610"/>
                  </a:cubicBezTo>
                  <a:lnTo>
                    <a:pt x="7558" y="1505"/>
                  </a:lnTo>
                  <a:cubicBezTo>
                    <a:pt x="7693" y="1475"/>
                    <a:pt x="7707" y="1356"/>
                    <a:pt x="7707" y="1311"/>
                  </a:cubicBezTo>
                  <a:cubicBezTo>
                    <a:pt x="7707" y="1281"/>
                    <a:pt x="7693" y="1161"/>
                    <a:pt x="7558" y="1117"/>
                  </a:cubicBezTo>
                  <a:lnTo>
                    <a:pt x="3914" y="11"/>
                  </a:lnTo>
                  <a:cubicBezTo>
                    <a:pt x="3899" y="4"/>
                    <a:pt x="3880" y="0"/>
                    <a:pt x="38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81"/>
            <p:cNvSpPr/>
            <p:nvPr/>
          </p:nvSpPr>
          <p:spPr>
            <a:xfrm>
              <a:off x="6852626" y="1648260"/>
              <a:ext cx="32227" cy="85865"/>
            </a:xfrm>
            <a:custGeom>
              <a:rect b="b" l="l" r="r" t="t"/>
              <a:pathLst>
                <a:path extrusionOk="0" h="1913" w="718">
                  <a:moveTo>
                    <a:pt x="1" y="1"/>
                  </a:moveTo>
                  <a:lnTo>
                    <a:pt x="1" y="1405"/>
                  </a:lnTo>
                  <a:cubicBezTo>
                    <a:pt x="1" y="1465"/>
                    <a:pt x="31" y="1524"/>
                    <a:pt x="76" y="1554"/>
                  </a:cubicBezTo>
                  <a:cubicBezTo>
                    <a:pt x="300" y="1704"/>
                    <a:pt x="509" y="1823"/>
                    <a:pt x="718" y="1913"/>
                  </a:cubicBezTo>
                  <a:lnTo>
                    <a:pt x="718" y="2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81"/>
            <p:cNvSpPr/>
            <p:nvPr/>
          </p:nvSpPr>
          <p:spPr>
            <a:xfrm>
              <a:off x="6901594" y="1648260"/>
              <a:ext cx="197808" cy="107320"/>
            </a:xfrm>
            <a:custGeom>
              <a:rect b="b" l="l" r="r" t="t"/>
              <a:pathLst>
                <a:path extrusionOk="0" h="2391" w="4407">
                  <a:moveTo>
                    <a:pt x="4406" y="1"/>
                  </a:moveTo>
                  <a:lnTo>
                    <a:pt x="1822" y="793"/>
                  </a:lnTo>
                  <a:cubicBezTo>
                    <a:pt x="1777" y="808"/>
                    <a:pt x="1718" y="822"/>
                    <a:pt x="1658" y="822"/>
                  </a:cubicBezTo>
                  <a:cubicBezTo>
                    <a:pt x="1598" y="822"/>
                    <a:pt x="1553" y="808"/>
                    <a:pt x="1494" y="793"/>
                  </a:cubicBezTo>
                  <a:lnTo>
                    <a:pt x="0" y="345"/>
                  </a:lnTo>
                  <a:lnTo>
                    <a:pt x="0" y="2077"/>
                  </a:lnTo>
                  <a:cubicBezTo>
                    <a:pt x="613" y="2316"/>
                    <a:pt x="1180" y="2391"/>
                    <a:pt x="1673" y="2391"/>
                  </a:cubicBezTo>
                  <a:cubicBezTo>
                    <a:pt x="2091" y="2391"/>
                    <a:pt x="2450" y="2331"/>
                    <a:pt x="2763" y="2256"/>
                  </a:cubicBezTo>
                  <a:cubicBezTo>
                    <a:pt x="3719" y="2032"/>
                    <a:pt x="4317" y="1569"/>
                    <a:pt x="4346" y="1554"/>
                  </a:cubicBezTo>
                  <a:cubicBezTo>
                    <a:pt x="4391" y="1510"/>
                    <a:pt x="4406" y="1465"/>
                    <a:pt x="4406" y="1405"/>
                  </a:cubicBezTo>
                  <a:lnTo>
                    <a:pt x="44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81"/>
            <p:cNvSpPr/>
            <p:nvPr/>
          </p:nvSpPr>
          <p:spPr>
            <a:xfrm>
              <a:off x="6884807" y="1734077"/>
              <a:ext cx="16832" cy="44301"/>
            </a:xfrm>
            <a:custGeom>
              <a:rect b="b" l="l" r="r" t="t"/>
              <a:pathLst>
                <a:path extrusionOk="0" h="987" w="375">
                  <a:moveTo>
                    <a:pt x="1" y="1"/>
                  </a:moveTo>
                  <a:lnTo>
                    <a:pt x="1" y="987"/>
                  </a:lnTo>
                  <a:cubicBezTo>
                    <a:pt x="60" y="972"/>
                    <a:pt x="120" y="957"/>
                    <a:pt x="195" y="957"/>
                  </a:cubicBezTo>
                  <a:cubicBezTo>
                    <a:pt x="255" y="957"/>
                    <a:pt x="314" y="972"/>
                    <a:pt x="374" y="987"/>
                  </a:cubicBezTo>
                  <a:lnTo>
                    <a:pt x="374" y="165"/>
                  </a:lnTo>
                  <a:cubicBezTo>
                    <a:pt x="255" y="120"/>
                    <a:pt x="135" y="6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81"/>
            <p:cNvSpPr/>
            <p:nvPr/>
          </p:nvSpPr>
          <p:spPr>
            <a:xfrm>
              <a:off x="6878793" y="1788386"/>
              <a:ext cx="29534" cy="30208"/>
            </a:xfrm>
            <a:custGeom>
              <a:rect b="b" l="l" r="r" t="t"/>
              <a:pathLst>
                <a:path extrusionOk="0" h="673" w="658">
                  <a:moveTo>
                    <a:pt x="329" y="1"/>
                  </a:moveTo>
                  <a:cubicBezTo>
                    <a:pt x="150" y="1"/>
                    <a:pt x="0" y="150"/>
                    <a:pt x="0" y="329"/>
                  </a:cubicBezTo>
                  <a:cubicBezTo>
                    <a:pt x="0" y="523"/>
                    <a:pt x="150" y="673"/>
                    <a:pt x="329" y="673"/>
                  </a:cubicBezTo>
                  <a:cubicBezTo>
                    <a:pt x="508" y="673"/>
                    <a:pt x="657" y="523"/>
                    <a:pt x="657" y="329"/>
                  </a:cubicBezTo>
                  <a:cubicBezTo>
                    <a:pt x="657" y="150"/>
                    <a:pt x="508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81"/>
            <p:cNvSpPr/>
            <p:nvPr/>
          </p:nvSpPr>
          <p:spPr>
            <a:xfrm>
              <a:off x="6858685" y="1817201"/>
              <a:ext cx="69751" cy="45648"/>
            </a:xfrm>
            <a:custGeom>
              <a:rect b="b" l="l" r="r" t="t"/>
              <a:pathLst>
                <a:path extrusionOk="0" h="1017" w="1554">
                  <a:moveTo>
                    <a:pt x="269" y="1"/>
                  </a:moveTo>
                  <a:lnTo>
                    <a:pt x="15" y="763"/>
                  </a:lnTo>
                  <a:cubicBezTo>
                    <a:pt x="0" y="822"/>
                    <a:pt x="0" y="882"/>
                    <a:pt x="30" y="927"/>
                  </a:cubicBezTo>
                  <a:cubicBezTo>
                    <a:pt x="75" y="987"/>
                    <a:pt x="135" y="1016"/>
                    <a:pt x="179" y="1016"/>
                  </a:cubicBezTo>
                  <a:lnTo>
                    <a:pt x="1359" y="1016"/>
                  </a:lnTo>
                  <a:cubicBezTo>
                    <a:pt x="1419" y="1016"/>
                    <a:pt x="1479" y="987"/>
                    <a:pt x="1509" y="927"/>
                  </a:cubicBezTo>
                  <a:cubicBezTo>
                    <a:pt x="1539" y="882"/>
                    <a:pt x="1554" y="822"/>
                    <a:pt x="1539" y="763"/>
                  </a:cubicBezTo>
                  <a:lnTo>
                    <a:pt x="1285" y="1"/>
                  </a:lnTo>
                  <a:cubicBezTo>
                    <a:pt x="1180" y="165"/>
                    <a:pt x="986" y="285"/>
                    <a:pt x="777" y="285"/>
                  </a:cubicBezTo>
                  <a:cubicBezTo>
                    <a:pt x="553" y="285"/>
                    <a:pt x="374" y="165"/>
                    <a:pt x="2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81"/>
          <p:cNvGrpSpPr/>
          <p:nvPr/>
        </p:nvGrpSpPr>
        <p:grpSpPr>
          <a:xfrm>
            <a:off x="5545143" y="2725350"/>
            <a:ext cx="347318" cy="337258"/>
            <a:chOff x="4300219" y="2663063"/>
            <a:chExt cx="347318" cy="337258"/>
          </a:xfrm>
        </p:grpSpPr>
        <p:sp>
          <p:nvSpPr>
            <p:cNvPr id="1055" name="Google Shape;1055;p81"/>
            <p:cNvSpPr/>
            <p:nvPr/>
          </p:nvSpPr>
          <p:spPr>
            <a:xfrm>
              <a:off x="4531503" y="2669123"/>
              <a:ext cx="75811" cy="63063"/>
            </a:xfrm>
            <a:custGeom>
              <a:rect b="b" l="l" r="r" t="t"/>
              <a:pathLst>
                <a:path extrusionOk="0" h="1405" w="1689">
                  <a:moveTo>
                    <a:pt x="210" y="0"/>
                  </a:moveTo>
                  <a:cubicBezTo>
                    <a:pt x="90" y="0"/>
                    <a:pt x="0" y="90"/>
                    <a:pt x="0" y="194"/>
                  </a:cubicBezTo>
                  <a:lnTo>
                    <a:pt x="0" y="1195"/>
                  </a:lnTo>
                  <a:cubicBezTo>
                    <a:pt x="0" y="1300"/>
                    <a:pt x="90" y="1404"/>
                    <a:pt x="210" y="1404"/>
                  </a:cubicBezTo>
                  <a:lnTo>
                    <a:pt x="1404" y="1404"/>
                  </a:lnTo>
                  <a:cubicBezTo>
                    <a:pt x="1584" y="1404"/>
                    <a:pt x="1688" y="1195"/>
                    <a:pt x="1569" y="1061"/>
                  </a:cubicBezTo>
                  <a:lnTo>
                    <a:pt x="1375" y="837"/>
                  </a:lnTo>
                  <a:cubicBezTo>
                    <a:pt x="1300" y="762"/>
                    <a:pt x="1300" y="642"/>
                    <a:pt x="1375" y="553"/>
                  </a:cubicBezTo>
                  <a:lnTo>
                    <a:pt x="1569" y="344"/>
                  </a:lnTo>
                  <a:cubicBezTo>
                    <a:pt x="1688" y="209"/>
                    <a:pt x="1584" y="0"/>
                    <a:pt x="1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81"/>
            <p:cNvSpPr/>
            <p:nvPr/>
          </p:nvSpPr>
          <p:spPr>
            <a:xfrm>
              <a:off x="4300219" y="2907767"/>
              <a:ext cx="83845" cy="92553"/>
            </a:xfrm>
            <a:custGeom>
              <a:rect b="b" l="l" r="r" t="t"/>
              <a:pathLst>
                <a:path extrusionOk="0" h="2062" w="1868">
                  <a:moveTo>
                    <a:pt x="1061" y="0"/>
                  </a:moveTo>
                  <a:lnTo>
                    <a:pt x="45" y="1688"/>
                  </a:lnTo>
                  <a:cubicBezTo>
                    <a:pt x="1" y="1763"/>
                    <a:pt x="1" y="1852"/>
                    <a:pt x="45" y="1942"/>
                  </a:cubicBezTo>
                  <a:cubicBezTo>
                    <a:pt x="90" y="2017"/>
                    <a:pt x="180" y="2061"/>
                    <a:pt x="269" y="2061"/>
                  </a:cubicBezTo>
                  <a:lnTo>
                    <a:pt x="1196" y="2061"/>
                  </a:lnTo>
                  <a:cubicBezTo>
                    <a:pt x="1106" y="1882"/>
                    <a:pt x="1121" y="1658"/>
                    <a:pt x="1240" y="1479"/>
                  </a:cubicBezTo>
                  <a:lnTo>
                    <a:pt x="1868" y="463"/>
                  </a:lnTo>
                  <a:cubicBezTo>
                    <a:pt x="1569" y="448"/>
                    <a:pt x="1360" y="299"/>
                    <a:pt x="1210" y="165"/>
                  </a:cubicBezTo>
                  <a:cubicBezTo>
                    <a:pt x="1151" y="105"/>
                    <a:pt x="1106" y="45"/>
                    <a:pt x="10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81"/>
            <p:cNvSpPr/>
            <p:nvPr/>
          </p:nvSpPr>
          <p:spPr>
            <a:xfrm>
              <a:off x="4367275" y="2878279"/>
              <a:ext cx="280262" cy="122042"/>
            </a:xfrm>
            <a:custGeom>
              <a:rect b="b" l="l" r="r" t="t"/>
              <a:pathLst>
                <a:path extrusionOk="0" h="2719" w="6244">
                  <a:moveTo>
                    <a:pt x="4735" y="0"/>
                  </a:moveTo>
                  <a:cubicBezTo>
                    <a:pt x="4675" y="105"/>
                    <a:pt x="4600" y="209"/>
                    <a:pt x="4481" y="314"/>
                  </a:cubicBezTo>
                  <a:cubicBezTo>
                    <a:pt x="4302" y="493"/>
                    <a:pt x="4003" y="687"/>
                    <a:pt x="3585" y="687"/>
                  </a:cubicBezTo>
                  <a:cubicBezTo>
                    <a:pt x="3450" y="687"/>
                    <a:pt x="3301" y="657"/>
                    <a:pt x="3137" y="612"/>
                  </a:cubicBezTo>
                  <a:lnTo>
                    <a:pt x="3077" y="598"/>
                  </a:lnTo>
                  <a:cubicBezTo>
                    <a:pt x="2531" y="447"/>
                    <a:pt x="2223" y="360"/>
                    <a:pt x="1949" y="360"/>
                  </a:cubicBezTo>
                  <a:cubicBezTo>
                    <a:pt x="1705" y="360"/>
                    <a:pt x="1487" y="428"/>
                    <a:pt x="1150" y="583"/>
                  </a:cubicBezTo>
                  <a:lnTo>
                    <a:pt x="60" y="2330"/>
                  </a:lnTo>
                  <a:cubicBezTo>
                    <a:pt x="0" y="2420"/>
                    <a:pt x="0" y="2509"/>
                    <a:pt x="45" y="2599"/>
                  </a:cubicBezTo>
                  <a:cubicBezTo>
                    <a:pt x="90" y="2674"/>
                    <a:pt x="179" y="2718"/>
                    <a:pt x="269" y="2718"/>
                  </a:cubicBezTo>
                  <a:lnTo>
                    <a:pt x="5975" y="2718"/>
                  </a:lnTo>
                  <a:cubicBezTo>
                    <a:pt x="6064" y="2718"/>
                    <a:pt x="6154" y="2674"/>
                    <a:pt x="6199" y="2599"/>
                  </a:cubicBezTo>
                  <a:cubicBezTo>
                    <a:pt x="6243" y="2509"/>
                    <a:pt x="6243" y="2420"/>
                    <a:pt x="6184" y="2330"/>
                  </a:cubicBezTo>
                  <a:lnTo>
                    <a:pt x="47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81"/>
            <p:cNvSpPr/>
            <p:nvPr/>
          </p:nvSpPr>
          <p:spPr>
            <a:xfrm>
              <a:off x="4432939" y="2772354"/>
              <a:ext cx="136809" cy="120292"/>
            </a:xfrm>
            <a:custGeom>
              <a:rect b="b" l="l" r="r" t="t"/>
              <a:pathLst>
                <a:path extrusionOk="0" h="2680" w="3048">
                  <a:moveTo>
                    <a:pt x="1659" y="0"/>
                  </a:moveTo>
                  <a:cubicBezTo>
                    <a:pt x="1569" y="0"/>
                    <a:pt x="1495" y="30"/>
                    <a:pt x="1450" y="120"/>
                  </a:cubicBezTo>
                  <a:lnTo>
                    <a:pt x="1" y="2435"/>
                  </a:lnTo>
                  <a:cubicBezTo>
                    <a:pt x="175" y="2380"/>
                    <a:pt x="330" y="2355"/>
                    <a:pt x="489" y="2355"/>
                  </a:cubicBezTo>
                  <a:cubicBezTo>
                    <a:pt x="809" y="2355"/>
                    <a:pt x="1151" y="2455"/>
                    <a:pt x="1719" y="2614"/>
                  </a:cubicBezTo>
                  <a:lnTo>
                    <a:pt x="1778" y="2629"/>
                  </a:lnTo>
                  <a:cubicBezTo>
                    <a:pt x="1905" y="2664"/>
                    <a:pt x="2021" y="2680"/>
                    <a:pt x="2126" y="2680"/>
                  </a:cubicBezTo>
                  <a:cubicBezTo>
                    <a:pt x="2775" y="2680"/>
                    <a:pt x="3022" y="2092"/>
                    <a:pt x="3048" y="2002"/>
                  </a:cubicBezTo>
                  <a:lnTo>
                    <a:pt x="1868" y="120"/>
                  </a:lnTo>
                  <a:cubicBezTo>
                    <a:pt x="1823" y="30"/>
                    <a:pt x="1748" y="0"/>
                    <a:pt x="16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81"/>
            <p:cNvSpPr/>
            <p:nvPr/>
          </p:nvSpPr>
          <p:spPr>
            <a:xfrm>
              <a:off x="4498648" y="2663063"/>
              <a:ext cx="17460" cy="93899"/>
            </a:xfrm>
            <a:custGeom>
              <a:rect b="b" l="l" r="r" t="t"/>
              <a:pathLst>
                <a:path extrusionOk="0" h="2092" w="389">
                  <a:moveTo>
                    <a:pt x="195" y="1"/>
                  </a:moveTo>
                  <a:cubicBezTo>
                    <a:pt x="90" y="1"/>
                    <a:pt x="1" y="90"/>
                    <a:pt x="1" y="195"/>
                  </a:cubicBezTo>
                  <a:lnTo>
                    <a:pt x="1" y="2092"/>
                  </a:lnTo>
                  <a:cubicBezTo>
                    <a:pt x="60" y="2077"/>
                    <a:pt x="120" y="2062"/>
                    <a:pt x="195" y="2062"/>
                  </a:cubicBezTo>
                  <a:cubicBezTo>
                    <a:pt x="255" y="2062"/>
                    <a:pt x="329" y="2077"/>
                    <a:pt x="389" y="2092"/>
                  </a:cubicBezTo>
                  <a:lnTo>
                    <a:pt x="389" y="195"/>
                  </a:lnTo>
                  <a:cubicBezTo>
                    <a:pt x="389" y="90"/>
                    <a:pt x="299" y="1"/>
                    <a:pt x="1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81"/>
            <p:cNvSpPr/>
            <p:nvPr/>
          </p:nvSpPr>
          <p:spPr>
            <a:xfrm>
              <a:off x="4357221" y="2813916"/>
              <a:ext cx="78459" cy="98927"/>
            </a:xfrm>
            <a:custGeom>
              <a:rect b="b" l="l" r="r" t="t"/>
              <a:pathLst>
                <a:path extrusionOk="0" h="2204" w="1748">
                  <a:moveTo>
                    <a:pt x="1180" y="0"/>
                  </a:moveTo>
                  <a:cubicBezTo>
                    <a:pt x="1090" y="0"/>
                    <a:pt x="1016" y="45"/>
                    <a:pt x="971" y="120"/>
                  </a:cubicBezTo>
                  <a:lnTo>
                    <a:pt x="0" y="1733"/>
                  </a:lnTo>
                  <a:cubicBezTo>
                    <a:pt x="45" y="1793"/>
                    <a:pt x="105" y="1912"/>
                    <a:pt x="209" y="2002"/>
                  </a:cubicBezTo>
                  <a:cubicBezTo>
                    <a:pt x="347" y="2139"/>
                    <a:pt x="515" y="2203"/>
                    <a:pt x="715" y="2203"/>
                  </a:cubicBezTo>
                  <a:cubicBezTo>
                    <a:pt x="754" y="2203"/>
                    <a:pt x="795" y="2201"/>
                    <a:pt x="837" y="2196"/>
                  </a:cubicBezTo>
                  <a:lnTo>
                    <a:pt x="1748" y="702"/>
                  </a:lnTo>
                  <a:lnTo>
                    <a:pt x="1404" y="120"/>
                  </a:lnTo>
                  <a:cubicBezTo>
                    <a:pt x="1359" y="45"/>
                    <a:pt x="1285" y="0"/>
                    <a:pt x="1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1" name="Google Shape;1061;p81"/>
          <p:cNvGrpSpPr/>
          <p:nvPr/>
        </p:nvGrpSpPr>
        <p:grpSpPr>
          <a:xfrm>
            <a:off x="3250183" y="3869001"/>
            <a:ext cx="311592" cy="331321"/>
            <a:chOff x="-62148800" y="3377700"/>
            <a:chExt cx="311125" cy="316750"/>
          </a:xfrm>
        </p:grpSpPr>
        <p:sp>
          <p:nvSpPr>
            <p:cNvPr id="1062" name="Google Shape;1062;p81"/>
            <p:cNvSpPr/>
            <p:nvPr/>
          </p:nvSpPr>
          <p:spPr>
            <a:xfrm>
              <a:off x="-62085775" y="3653375"/>
              <a:ext cx="185875" cy="41075"/>
            </a:xfrm>
            <a:custGeom>
              <a:rect b="b" l="l" r="r" t="t"/>
              <a:pathLst>
                <a:path extrusionOk="0" h="1643" w="7435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81"/>
            <p:cNvSpPr/>
            <p:nvPr/>
          </p:nvSpPr>
          <p:spPr>
            <a:xfrm>
              <a:off x="-62148800" y="3377700"/>
              <a:ext cx="311125" cy="254425"/>
            </a:xfrm>
            <a:custGeom>
              <a:rect b="b" l="l" r="r" t="t"/>
              <a:pathLst>
                <a:path extrusionOk="0" h="10177" w="12445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4" name="Google Shape;1064;p81"/>
          <p:cNvSpPr/>
          <p:nvPr/>
        </p:nvSpPr>
        <p:spPr>
          <a:xfrm>
            <a:off x="2698706" y="3871286"/>
            <a:ext cx="286613" cy="326745"/>
          </a:xfrm>
          <a:custGeom>
            <a:rect b="b" l="l" r="r" t="t"/>
            <a:pathLst>
              <a:path extrusionOk="0" h="6438" w="5647">
                <a:moveTo>
                  <a:pt x="1300" y="344"/>
                </a:moveTo>
                <a:cubicBezTo>
                  <a:pt x="1375" y="1838"/>
                  <a:pt x="1987" y="3047"/>
                  <a:pt x="2794" y="3436"/>
                </a:cubicBezTo>
                <a:cubicBezTo>
                  <a:pt x="1793" y="3406"/>
                  <a:pt x="987" y="2047"/>
                  <a:pt x="927" y="344"/>
                </a:cubicBezTo>
                <a:close/>
                <a:moveTo>
                  <a:pt x="927" y="2077"/>
                </a:moveTo>
                <a:cubicBezTo>
                  <a:pt x="1211" y="2808"/>
                  <a:pt x="1644" y="3361"/>
                  <a:pt x="2166" y="3615"/>
                </a:cubicBezTo>
                <a:lnTo>
                  <a:pt x="2166" y="4048"/>
                </a:lnTo>
                <a:cubicBezTo>
                  <a:pt x="852" y="3809"/>
                  <a:pt x="568" y="2599"/>
                  <a:pt x="494" y="2077"/>
                </a:cubicBezTo>
                <a:close/>
                <a:moveTo>
                  <a:pt x="5139" y="2077"/>
                </a:moveTo>
                <a:cubicBezTo>
                  <a:pt x="5109" y="2301"/>
                  <a:pt x="5049" y="2629"/>
                  <a:pt x="4885" y="2973"/>
                </a:cubicBezTo>
                <a:cubicBezTo>
                  <a:pt x="4601" y="3570"/>
                  <a:pt x="4123" y="3929"/>
                  <a:pt x="3481" y="4048"/>
                </a:cubicBezTo>
                <a:lnTo>
                  <a:pt x="3481" y="3615"/>
                </a:lnTo>
                <a:cubicBezTo>
                  <a:pt x="3989" y="3361"/>
                  <a:pt x="4422" y="2808"/>
                  <a:pt x="4720" y="2077"/>
                </a:cubicBezTo>
                <a:close/>
                <a:moveTo>
                  <a:pt x="553" y="0"/>
                </a:moveTo>
                <a:cubicBezTo>
                  <a:pt x="553" y="568"/>
                  <a:pt x="628" y="1106"/>
                  <a:pt x="762" y="1584"/>
                </a:cubicBezTo>
                <a:lnTo>
                  <a:pt x="240" y="1584"/>
                </a:lnTo>
                <a:cubicBezTo>
                  <a:pt x="105" y="1584"/>
                  <a:pt x="1" y="1703"/>
                  <a:pt x="1" y="1838"/>
                </a:cubicBezTo>
                <a:cubicBezTo>
                  <a:pt x="1" y="1867"/>
                  <a:pt x="1" y="2525"/>
                  <a:pt x="314" y="3182"/>
                </a:cubicBezTo>
                <a:cubicBezTo>
                  <a:pt x="583" y="3734"/>
                  <a:pt x="1121" y="4392"/>
                  <a:pt x="2166" y="4541"/>
                </a:cubicBezTo>
                <a:lnTo>
                  <a:pt x="2166" y="5467"/>
                </a:lnTo>
                <a:lnTo>
                  <a:pt x="3481" y="5467"/>
                </a:lnTo>
                <a:lnTo>
                  <a:pt x="3481" y="4541"/>
                </a:lnTo>
                <a:cubicBezTo>
                  <a:pt x="4526" y="4392"/>
                  <a:pt x="5049" y="3734"/>
                  <a:pt x="5318" y="3182"/>
                </a:cubicBezTo>
                <a:cubicBezTo>
                  <a:pt x="5632" y="2525"/>
                  <a:pt x="5647" y="1867"/>
                  <a:pt x="5647" y="1838"/>
                </a:cubicBezTo>
                <a:cubicBezTo>
                  <a:pt x="5647" y="1703"/>
                  <a:pt x="5527" y="1584"/>
                  <a:pt x="5408" y="1584"/>
                </a:cubicBezTo>
                <a:lnTo>
                  <a:pt x="4885" y="1584"/>
                </a:lnTo>
                <a:cubicBezTo>
                  <a:pt x="5019" y="1106"/>
                  <a:pt x="5094" y="568"/>
                  <a:pt x="5094" y="0"/>
                </a:cubicBezTo>
                <a:close/>
                <a:moveTo>
                  <a:pt x="1494" y="5661"/>
                </a:moveTo>
                <a:lnTo>
                  <a:pt x="628" y="6438"/>
                </a:lnTo>
                <a:lnTo>
                  <a:pt x="5019" y="6438"/>
                </a:lnTo>
                <a:lnTo>
                  <a:pt x="4138" y="56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81"/>
          <p:cNvSpPr/>
          <p:nvPr/>
        </p:nvSpPr>
        <p:spPr>
          <a:xfrm>
            <a:off x="3750466" y="3861743"/>
            <a:ext cx="422528" cy="345828"/>
          </a:xfrm>
          <a:custGeom>
            <a:rect b="b" l="l" r="r" t="t"/>
            <a:pathLst>
              <a:path extrusionOk="0" h="6633" w="7245">
                <a:moveTo>
                  <a:pt x="2988" y="135"/>
                </a:moveTo>
                <a:cubicBezTo>
                  <a:pt x="3033" y="748"/>
                  <a:pt x="3272" y="1241"/>
                  <a:pt x="3615" y="1405"/>
                </a:cubicBezTo>
                <a:cubicBezTo>
                  <a:pt x="3197" y="1390"/>
                  <a:pt x="2868" y="837"/>
                  <a:pt x="2838" y="135"/>
                </a:cubicBezTo>
                <a:close/>
                <a:moveTo>
                  <a:pt x="2838" y="852"/>
                </a:moveTo>
                <a:cubicBezTo>
                  <a:pt x="2958" y="1151"/>
                  <a:pt x="3137" y="1375"/>
                  <a:pt x="3346" y="1480"/>
                </a:cubicBezTo>
                <a:lnTo>
                  <a:pt x="3346" y="1659"/>
                </a:lnTo>
                <a:cubicBezTo>
                  <a:pt x="2809" y="1554"/>
                  <a:pt x="2689" y="1061"/>
                  <a:pt x="2674" y="852"/>
                </a:cubicBezTo>
                <a:close/>
                <a:moveTo>
                  <a:pt x="4571" y="852"/>
                </a:moveTo>
                <a:cubicBezTo>
                  <a:pt x="4556" y="942"/>
                  <a:pt x="4541" y="1076"/>
                  <a:pt x="4466" y="1226"/>
                </a:cubicBezTo>
                <a:cubicBezTo>
                  <a:pt x="4347" y="1465"/>
                  <a:pt x="4153" y="1614"/>
                  <a:pt x="3884" y="1659"/>
                </a:cubicBezTo>
                <a:lnTo>
                  <a:pt x="3884" y="1480"/>
                </a:lnTo>
                <a:cubicBezTo>
                  <a:pt x="4108" y="1375"/>
                  <a:pt x="4287" y="1151"/>
                  <a:pt x="4392" y="852"/>
                </a:cubicBezTo>
                <a:close/>
                <a:moveTo>
                  <a:pt x="2689" y="1"/>
                </a:moveTo>
                <a:cubicBezTo>
                  <a:pt x="2689" y="225"/>
                  <a:pt x="2719" y="449"/>
                  <a:pt x="2779" y="643"/>
                </a:cubicBezTo>
                <a:lnTo>
                  <a:pt x="2555" y="643"/>
                </a:lnTo>
                <a:cubicBezTo>
                  <a:pt x="2510" y="643"/>
                  <a:pt x="2465" y="688"/>
                  <a:pt x="2465" y="748"/>
                </a:cubicBezTo>
                <a:cubicBezTo>
                  <a:pt x="2465" y="763"/>
                  <a:pt x="2465" y="1032"/>
                  <a:pt x="2599" y="1300"/>
                </a:cubicBezTo>
                <a:cubicBezTo>
                  <a:pt x="2704" y="1539"/>
                  <a:pt x="2928" y="1793"/>
                  <a:pt x="3346" y="1853"/>
                </a:cubicBezTo>
                <a:lnTo>
                  <a:pt x="3346" y="2241"/>
                </a:lnTo>
                <a:lnTo>
                  <a:pt x="3884" y="2241"/>
                </a:lnTo>
                <a:lnTo>
                  <a:pt x="3884" y="1853"/>
                </a:lnTo>
                <a:cubicBezTo>
                  <a:pt x="4317" y="1793"/>
                  <a:pt x="4541" y="1539"/>
                  <a:pt x="4646" y="1300"/>
                </a:cubicBezTo>
                <a:cubicBezTo>
                  <a:pt x="4780" y="1032"/>
                  <a:pt x="4780" y="763"/>
                  <a:pt x="4780" y="748"/>
                </a:cubicBezTo>
                <a:cubicBezTo>
                  <a:pt x="4780" y="688"/>
                  <a:pt x="4735" y="643"/>
                  <a:pt x="4675" y="643"/>
                </a:cubicBezTo>
                <a:lnTo>
                  <a:pt x="4466" y="643"/>
                </a:lnTo>
                <a:cubicBezTo>
                  <a:pt x="4526" y="449"/>
                  <a:pt x="4556" y="225"/>
                  <a:pt x="4556" y="1"/>
                </a:cubicBezTo>
                <a:close/>
                <a:moveTo>
                  <a:pt x="3077" y="2316"/>
                </a:moveTo>
                <a:lnTo>
                  <a:pt x="2719" y="2645"/>
                </a:lnTo>
                <a:lnTo>
                  <a:pt x="4526" y="2645"/>
                </a:lnTo>
                <a:lnTo>
                  <a:pt x="4168" y="2316"/>
                </a:lnTo>
                <a:close/>
                <a:moveTo>
                  <a:pt x="1" y="4437"/>
                </a:moveTo>
                <a:lnTo>
                  <a:pt x="1" y="4870"/>
                </a:lnTo>
                <a:lnTo>
                  <a:pt x="1763" y="4870"/>
                </a:lnTo>
                <a:lnTo>
                  <a:pt x="1763" y="5109"/>
                </a:lnTo>
                <a:lnTo>
                  <a:pt x="1" y="5109"/>
                </a:lnTo>
                <a:lnTo>
                  <a:pt x="1" y="6633"/>
                </a:lnTo>
                <a:lnTo>
                  <a:pt x="2196" y="6633"/>
                </a:lnTo>
                <a:lnTo>
                  <a:pt x="2196" y="4437"/>
                </a:lnTo>
                <a:close/>
                <a:moveTo>
                  <a:pt x="2525" y="2899"/>
                </a:moveTo>
                <a:lnTo>
                  <a:pt x="2525" y="3332"/>
                </a:lnTo>
                <a:lnTo>
                  <a:pt x="4287" y="3332"/>
                </a:lnTo>
                <a:lnTo>
                  <a:pt x="4287" y="3556"/>
                </a:lnTo>
                <a:lnTo>
                  <a:pt x="2525" y="3556"/>
                </a:lnTo>
                <a:lnTo>
                  <a:pt x="2525" y="6633"/>
                </a:lnTo>
                <a:lnTo>
                  <a:pt x="4720" y="6633"/>
                </a:lnTo>
                <a:lnTo>
                  <a:pt x="4720" y="2899"/>
                </a:lnTo>
                <a:close/>
                <a:moveTo>
                  <a:pt x="5049" y="3840"/>
                </a:moveTo>
                <a:lnTo>
                  <a:pt x="5049" y="4273"/>
                </a:lnTo>
                <a:lnTo>
                  <a:pt x="6811" y="4273"/>
                </a:lnTo>
                <a:lnTo>
                  <a:pt x="6811" y="4512"/>
                </a:lnTo>
                <a:lnTo>
                  <a:pt x="5049" y="4512"/>
                </a:lnTo>
                <a:lnTo>
                  <a:pt x="5049" y="6633"/>
                </a:lnTo>
                <a:lnTo>
                  <a:pt x="7244" y="6633"/>
                </a:lnTo>
                <a:lnTo>
                  <a:pt x="7244" y="38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6" name="Google Shape;1066;p81"/>
          <p:cNvGrpSpPr/>
          <p:nvPr/>
        </p:nvGrpSpPr>
        <p:grpSpPr>
          <a:xfrm>
            <a:off x="6201791" y="3851475"/>
            <a:ext cx="368186" cy="366364"/>
            <a:chOff x="-62151950" y="4111775"/>
            <a:chExt cx="318225" cy="316650"/>
          </a:xfrm>
        </p:grpSpPr>
        <p:sp>
          <p:nvSpPr>
            <p:cNvPr id="1067" name="Google Shape;1067;p81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81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81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81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1" name="Google Shape;1071;p81"/>
          <p:cNvGrpSpPr/>
          <p:nvPr/>
        </p:nvGrpSpPr>
        <p:grpSpPr>
          <a:xfrm>
            <a:off x="5597126" y="3807015"/>
            <a:ext cx="458218" cy="411288"/>
            <a:chOff x="-61783350" y="3705922"/>
            <a:chExt cx="396040" cy="355478"/>
          </a:xfrm>
        </p:grpSpPr>
        <p:sp>
          <p:nvSpPr>
            <p:cNvPr id="1072" name="Google Shape;1072;p81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81"/>
            <p:cNvSpPr/>
            <p:nvPr/>
          </p:nvSpPr>
          <p:spPr>
            <a:xfrm>
              <a:off x="-61659835" y="3705922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4" name="Google Shape;1074;p81"/>
          <p:cNvGrpSpPr/>
          <p:nvPr/>
        </p:nvGrpSpPr>
        <p:grpSpPr>
          <a:xfrm>
            <a:off x="4976129" y="3835166"/>
            <a:ext cx="389453" cy="398978"/>
            <a:chOff x="4213502" y="1620116"/>
            <a:chExt cx="329905" cy="325856"/>
          </a:xfrm>
        </p:grpSpPr>
        <p:sp>
          <p:nvSpPr>
            <p:cNvPr id="1075" name="Google Shape;1075;p81"/>
            <p:cNvSpPr/>
            <p:nvPr/>
          </p:nvSpPr>
          <p:spPr>
            <a:xfrm>
              <a:off x="4243663" y="1689820"/>
              <a:ext cx="269579" cy="168992"/>
            </a:xfrm>
            <a:custGeom>
              <a:rect b="b" l="l" r="r" t="t"/>
              <a:pathLst>
                <a:path extrusionOk="0" h="3765" w="6006">
                  <a:moveTo>
                    <a:pt x="5004" y="374"/>
                  </a:moveTo>
                  <a:cubicBezTo>
                    <a:pt x="5124" y="374"/>
                    <a:pt x="5214" y="464"/>
                    <a:pt x="5214" y="568"/>
                  </a:cubicBezTo>
                  <a:lnTo>
                    <a:pt x="5214" y="1315"/>
                  </a:lnTo>
                  <a:cubicBezTo>
                    <a:pt x="5214" y="1420"/>
                    <a:pt x="5124" y="1509"/>
                    <a:pt x="5004" y="1509"/>
                  </a:cubicBezTo>
                  <a:cubicBezTo>
                    <a:pt x="4900" y="1509"/>
                    <a:pt x="4810" y="1420"/>
                    <a:pt x="4810" y="1315"/>
                  </a:cubicBezTo>
                  <a:lnTo>
                    <a:pt x="4810" y="1031"/>
                  </a:lnTo>
                  <a:lnTo>
                    <a:pt x="3152" y="2585"/>
                  </a:lnTo>
                  <a:cubicBezTo>
                    <a:pt x="3107" y="2621"/>
                    <a:pt x="3051" y="2640"/>
                    <a:pt x="2997" y="2640"/>
                  </a:cubicBezTo>
                  <a:cubicBezTo>
                    <a:pt x="2962" y="2640"/>
                    <a:pt x="2928" y="2632"/>
                    <a:pt x="2898" y="2614"/>
                  </a:cubicBezTo>
                  <a:lnTo>
                    <a:pt x="1838" y="1942"/>
                  </a:lnTo>
                  <a:lnTo>
                    <a:pt x="748" y="2958"/>
                  </a:lnTo>
                  <a:cubicBezTo>
                    <a:pt x="703" y="3003"/>
                    <a:pt x="658" y="3018"/>
                    <a:pt x="598" y="3018"/>
                  </a:cubicBezTo>
                  <a:cubicBezTo>
                    <a:pt x="554" y="3018"/>
                    <a:pt x="509" y="3003"/>
                    <a:pt x="464" y="2958"/>
                  </a:cubicBezTo>
                  <a:cubicBezTo>
                    <a:pt x="389" y="2883"/>
                    <a:pt x="389" y="2764"/>
                    <a:pt x="464" y="2689"/>
                  </a:cubicBezTo>
                  <a:lnTo>
                    <a:pt x="1659" y="1569"/>
                  </a:lnTo>
                  <a:cubicBezTo>
                    <a:pt x="1701" y="1527"/>
                    <a:pt x="1752" y="1508"/>
                    <a:pt x="1803" y="1508"/>
                  </a:cubicBezTo>
                  <a:cubicBezTo>
                    <a:pt x="1842" y="1508"/>
                    <a:pt x="1880" y="1519"/>
                    <a:pt x="1913" y="1539"/>
                  </a:cubicBezTo>
                  <a:lnTo>
                    <a:pt x="2973" y="2211"/>
                  </a:lnTo>
                  <a:lnTo>
                    <a:pt x="4526" y="762"/>
                  </a:lnTo>
                  <a:lnTo>
                    <a:pt x="4213" y="762"/>
                  </a:lnTo>
                  <a:cubicBezTo>
                    <a:pt x="4093" y="762"/>
                    <a:pt x="4004" y="673"/>
                    <a:pt x="4004" y="568"/>
                  </a:cubicBezTo>
                  <a:cubicBezTo>
                    <a:pt x="4004" y="464"/>
                    <a:pt x="4093" y="374"/>
                    <a:pt x="4213" y="374"/>
                  </a:cubicBezTo>
                  <a:close/>
                  <a:moveTo>
                    <a:pt x="225" y="1"/>
                  </a:moveTo>
                  <a:cubicBezTo>
                    <a:pt x="105" y="1"/>
                    <a:pt x="1" y="90"/>
                    <a:pt x="1" y="210"/>
                  </a:cubicBezTo>
                  <a:lnTo>
                    <a:pt x="1" y="3570"/>
                  </a:lnTo>
                  <a:cubicBezTo>
                    <a:pt x="1" y="3675"/>
                    <a:pt x="105" y="3764"/>
                    <a:pt x="225" y="3764"/>
                  </a:cubicBezTo>
                  <a:lnTo>
                    <a:pt x="5796" y="3764"/>
                  </a:lnTo>
                  <a:cubicBezTo>
                    <a:pt x="5915" y="3764"/>
                    <a:pt x="6005" y="3675"/>
                    <a:pt x="6005" y="3570"/>
                  </a:cubicBezTo>
                  <a:lnTo>
                    <a:pt x="6005" y="210"/>
                  </a:lnTo>
                  <a:cubicBezTo>
                    <a:pt x="6005" y="90"/>
                    <a:pt x="5915" y="1"/>
                    <a:pt x="57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81"/>
            <p:cNvSpPr/>
            <p:nvPr/>
          </p:nvSpPr>
          <p:spPr>
            <a:xfrm>
              <a:off x="4275845" y="1876176"/>
              <a:ext cx="205214" cy="69796"/>
            </a:xfrm>
            <a:custGeom>
              <a:rect b="b" l="l" r="r" t="t"/>
              <a:pathLst>
                <a:path extrusionOk="0" h="1555" w="4572">
                  <a:moveTo>
                    <a:pt x="703" y="1"/>
                  </a:moveTo>
                  <a:lnTo>
                    <a:pt x="61" y="1211"/>
                  </a:lnTo>
                  <a:cubicBezTo>
                    <a:pt x="1" y="1330"/>
                    <a:pt x="46" y="1465"/>
                    <a:pt x="180" y="1524"/>
                  </a:cubicBezTo>
                  <a:cubicBezTo>
                    <a:pt x="210" y="1539"/>
                    <a:pt x="255" y="1554"/>
                    <a:pt x="285" y="1554"/>
                  </a:cubicBezTo>
                  <a:cubicBezTo>
                    <a:pt x="374" y="1554"/>
                    <a:pt x="464" y="1509"/>
                    <a:pt x="509" y="1420"/>
                  </a:cubicBezTo>
                  <a:lnTo>
                    <a:pt x="837" y="792"/>
                  </a:lnTo>
                  <a:lnTo>
                    <a:pt x="3735" y="792"/>
                  </a:lnTo>
                  <a:lnTo>
                    <a:pt x="4063" y="1420"/>
                  </a:lnTo>
                  <a:cubicBezTo>
                    <a:pt x="4108" y="1509"/>
                    <a:pt x="4198" y="1554"/>
                    <a:pt x="4287" y="1554"/>
                  </a:cubicBezTo>
                  <a:cubicBezTo>
                    <a:pt x="4332" y="1554"/>
                    <a:pt x="4362" y="1539"/>
                    <a:pt x="4407" y="1524"/>
                  </a:cubicBezTo>
                  <a:cubicBezTo>
                    <a:pt x="4526" y="1465"/>
                    <a:pt x="4571" y="1330"/>
                    <a:pt x="4511" y="1211"/>
                  </a:cubicBezTo>
                  <a:lnTo>
                    <a:pt x="3869" y="1"/>
                  </a:lnTo>
                  <a:lnTo>
                    <a:pt x="3302" y="1"/>
                  </a:lnTo>
                  <a:lnTo>
                    <a:pt x="3481" y="329"/>
                  </a:lnTo>
                  <a:lnTo>
                    <a:pt x="1091" y="329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81"/>
            <p:cNvSpPr/>
            <p:nvPr/>
          </p:nvSpPr>
          <p:spPr>
            <a:xfrm>
              <a:off x="4213502" y="1620116"/>
              <a:ext cx="329905" cy="55029"/>
            </a:xfrm>
            <a:custGeom>
              <a:rect b="b" l="l" r="r" t="t"/>
              <a:pathLst>
                <a:path extrusionOk="0" h="1226" w="7350">
                  <a:moveTo>
                    <a:pt x="3675" y="0"/>
                  </a:moveTo>
                  <a:cubicBezTo>
                    <a:pt x="3541" y="0"/>
                    <a:pt x="3421" y="105"/>
                    <a:pt x="3421" y="239"/>
                  </a:cubicBezTo>
                  <a:lnTo>
                    <a:pt x="3421" y="747"/>
                  </a:lnTo>
                  <a:lnTo>
                    <a:pt x="255" y="747"/>
                  </a:lnTo>
                  <a:cubicBezTo>
                    <a:pt x="120" y="747"/>
                    <a:pt x="1" y="852"/>
                    <a:pt x="1" y="986"/>
                  </a:cubicBezTo>
                  <a:cubicBezTo>
                    <a:pt x="1" y="1120"/>
                    <a:pt x="120" y="1225"/>
                    <a:pt x="255" y="1225"/>
                  </a:cubicBezTo>
                  <a:lnTo>
                    <a:pt x="7095" y="1225"/>
                  </a:lnTo>
                  <a:cubicBezTo>
                    <a:pt x="7230" y="1225"/>
                    <a:pt x="7349" y="1120"/>
                    <a:pt x="7349" y="986"/>
                  </a:cubicBezTo>
                  <a:cubicBezTo>
                    <a:pt x="7349" y="852"/>
                    <a:pt x="7230" y="747"/>
                    <a:pt x="7095" y="747"/>
                  </a:cubicBezTo>
                  <a:lnTo>
                    <a:pt x="3929" y="747"/>
                  </a:lnTo>
                  <a:lnTo>
                    <a:pt x="3929" y="239"/>
                  </a:lnTo>
                  <a:cubicBezTo>
                    <a:pt x="3929" y="105"/>
                    <a:pt x="3809" y="0"/>
                    <a:pt x="3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8" name="Google Shape;1078;p81"/>
          <p:cNvSpPr/>
          <p:nvPr/>
        </p:nvSpPr>
        <p:spPr>
          <a:xfrm>
            <a:off x="4390853" y="3851476"/>
            <a:ext cx="319702" cy="366363"/>
          </a:xfrm>
          <a:custGeom>
            <a:rect b="b" l="l" r="r" t="t"/>
            <a:pathLst>
              <a:path extrusionOk="0" h="9560" w="7693">
                <a:moveTo>
                  <a:pt x="5750" y="7170"/>
                </a:moveTo>
                <a:cubicBezTo>
                  <a:pt x="5750" y="7319"/>
                  <a:pt x="5646" y="7409"/>
                  <a:pt x="5497" y="7409"/>
                </a:cubicBezTo>
                <a:lnTo>
                  <a:pt x="4093" y="7409"/>
                </a:lnTo>
                <a:lnTo>
                  <a:pt x="4093" y="9067"/>
                </a:lnTo>
                <a:lnTo>
                  <a:pt x="4705" y="9067"/>
                </a:lnTo>
                <a:cubicBezTo>
                  <a:pt x="4854" y="9067"/>
                  <a:pt x="4959" y="9171"/>
                  <a:pt x="4959" y="9306"/>
                </a:cubicBezTo>
                <a:cubicBezTo>
                  <a:pt x="4959" y="9455"/>
                  <a:pt x="4854" y="9560"/>
                  <a:pt x="4705" y="9560"/>
                </a:cubicBezTo>
                <a:lnTo>
                  <a:pt x="3017" y="9560"/>
                </a:lnTo>
                <a:cubicBezTo>
                  <a:pt x="2868" y="9560"/>
                  <a:pt x="2763" y="9455"/>
                  <a:pt x="2763" y="9306"/>
                </a:cubicBezTo>
                <a:cubicBezTo>
                  <a:pt x="2763" y="9171"/>
                  <a:pt x="2868" y="9067"/>
                  <a:pt x="3017" y="9067"/>
                </a:cubicBezTo>
                <a:lnTo>
                  <a:pt x="3600" y="9067"/>
                </a:lnTo>
                <a:lnTo>
                  <a:pt x="3600" y="7409"/>
                </a:lnTo>
                <a:lnTo>
                  <a:pt x="2196" y="7409"/>
                </a:lnTo>
                <a:cubicBezTo>
                  <a:pt x="2046" y="7409"/>
                  <a:pt x="1957" y="7319"/>
                  <a:pt x="1957" y="7170"/>
                </a:cubicBezTo>
                <a:cubicBezTo>
                  <a:pt x="1957" y="7021"/>
                  <a:pt x="2046" y="6916"/>
                  <a:pt x="2196" y="6916"/>
                </a:cubicBezTo>
                <a:lnTo>
                  <a:pt x="5526" y="6916"/>
                </a:lnTo>
                <a:cubicBezTo>
                  <a:pt x="5646" y="6916"/>
                  <a:pt x="5750" y="7021"/>
                  <a:pt x="5750" y="7170"/>
                </a:cubicBezTo>
                <a:close/>
                <a:moveTo>
                  <a:pt x="254" y="494"/>
                </a:moveTo>
                <a:lnTo>
                  <a:pt x="7453" y="494"/>
                </a:lnTo>
                <a:cubicBezTo>
                  <a:pt x="7588" y="494"/>
                  <a:pt x="7692" y="389"/>
                  <a:pt x="7692" y="240"/>
                </a:cubicBezTo>
                <a:cubicBezTo>
                  <a:pt x="7692" y="105"/>
                  <a:pt x="7588" y="1"/>
                  <a:pt x="7453" y="1"/>
                </a:cubicBezTo>
                <a:lnTo>
                  <a:pt x="254" y="1"/>
                </a:lnTo>
                <a:cubicBezTo>
                  <a:pt x="105" y="1"/>
                  <a:pt x="0" y="105"/>
                  <a:pt x="0" y="240"/>
                </a:cubicBezTo>
                <a:cubicBezTo>
                  <a:pt x="0" y="389"/>
                  <a:pt x="105" y="494"/>
                  <a:pt x="254" y="494"/>
                </a:cubicBezTo>
                <a:close/>
                <a:moveTo>
                  <a:pt x="3704" y="4063"/>
                </a:moveTo>
                <a:cubicBezTo>
                  <a:pt x="3659" y="4063"/>
                  <a:pt x="3600" y="4033"/>
                  <a:pt x="3555" y="4018"/>
                </a:cubicBezTo>
                <a:cubicBezTo>
                  <a:pt x="3510" y="3959"/>
                  <a:pt x="3480" y="3914"/>
                  <a:pt x="3480" y="3869"/>
                </a:cubicBezTo>
                <a:lnTo>
                  <a:pt x="3480" y="2062"/>
                </a:lnTo>
                <a:cubicBezTo>
                  <a:pt x="2614" y="2196"/>
                  <a:pt x="1972" y="2928"/>
                  <a:pt x="1972" y="3794"/>
                </a:cubicBezTo>
                <a:cubicBezTo>
                  <a:pt x="1972" y="4750"/>
                  <a:pt x="2763" y="5542"/>
                  <a:pt x="3734" y="5542"/>
                </a:cubicBezTo>
                <a:cubicBezTo>
                  <a:pt x="4585" y="5542"/>
                  <a:pt x="5302" y="4929"/>
                  <a:pt x="5452" y="4093"/>
                </a:cubicBezTo>
                <a:close/>
                <a:moveTo>
                  <a:pt x="7692" y="1091"/>
                </a:moveTo>
                <a:lnTo>
                  <a:pt x="7692" y="6378"/>
                </a:lnTo>
                <a:cubicBezTo>
                  <a:pt x="7692" y="6572"/>
                  <a:pt x="7528" y="6752"/>
                  <a:pt x="7319" y="6752"/>
                </a:cubicBezTo>
                <a:lnTo>
                  <a:pt x="374" y="6752"/>
                </a:lnTo>
                <a:cubicBezTo>
                  <a:pt x="179" y="6752"/>
                  <a:pt x="0" y="6572"/>
                  <a:pt x="0" y="6378"/>
                </a:cubicBezTo>
                <a:lnTo>
                  <a:pt x="0" y="1091"/>
                </a:lnTo>
                <a:cubicBezTo>
                  <a:pt x="0" y="882"/>
                  <a:pt x="179" y="718"/>
                  <a:pt x="374" y="718"/>
                </a:cubicBezTo>
                <a:lnTo>
                  <a:pt x="7304" y="718"/>
                </a:lnTo>
                <a:cubicBezTo>
                  <a:pt x="7528" y="718"/>
                  <a:pt x="7692" y="867"/>
                  <a:pt x="7692" y="1091"/>
                </a:cubicBezTo>
                <a:close/>
                <a:moveTo>
                  <a:pt x="5900" y="3869"/>
                </a:moveTo>
                <a:cubicBezTo>
                  <a:pt x="5900" y="3824"/>
                  <a:pt x="5870" y="3750"/>
                  <a:pt x="5840" y="3720"/>
                </a:cubicBezTo>
                <a:cubicBezTo>
                  <a:pt x="5795" y="3675"/>
                  <a:pt x="5750" y="3645"/>
                  <a:pt x="5691" y="3645"/>
                </a:cubicBezTo>
                <a:lnTo>
                  <a:pt x="3943" y="3645"/>
                </a:lnTo>
                <a:lnTo>
                  <a:pt x="3943" y="1823"/>
                </a:lnTo>
                <a:cubicBezTo>
                  <a:pt x="3943" y="1778"/>
                  <a:pt x="3928" y="1718"/>
                  <a:pt x="3869" y="1673"/>
                </a:cubicBezTo>
                <a:cubicBezTo>
                  <a:pt x="3824" y="1629"/>
                  <a:pt x="3779" y="1629"/>
                  <a:pt x="3734" y="1629"/>
                </a:cubicBezTo>
                <a:cubicBezTo>
                  <a:pt x="2539" y="1644"/>
                  <a:pt x="1583" y="2614"/>
                  <a:pt x="1583" y="3794"/>
                </a:cubicBezTo>
                <a:cubicBezTo>
                  <a:pt x="1583" y="4974"/>
                  <a:pt x="2569" y="5960"/>
                  <a:pt x="3749" y="5960"/>
                </a:cubicBezTo>
                <a:cubicBezTo>
                  <a:pt x="4914" y="5930"/>
                  <a:pt x="5840" y="5019"/>
                  <a:pt x="5900" y="3869"/>
                </a:cubicBezTo>
                <a:close/>
                <a:moveTo>
                  <a:pt x="6139" y="3346"/>
                </a:moveTo>
                <a:cubicBezTo>
                  <a:pt x="6139" y="2271"/>
                  <a:pt x="5258" y="1405"/>
                  <a:pt x="4167" y="1405"/>
                </a:cubicBezTo>
                <a:lnTo>
                  <a:pt x="4152" y="1405"/>
                </a:lnTo>
                <a:lnTo>
                  <a:pt x="4152" y="3451"/>
                </a:lnTo>
                <a:lnTo>
                  <a:pt x="6109" y="3451"/>
                </a:lnTo>
                <a:cubicBezTo>
                  <a:pt x="6139" y="3406"/>
                  <a:pt x="6139" y="3376"/>
                  <a:pt x="6139" y="33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9" name="Google Shape;1079;p81"/>
          <p:cNvGrpSpPr/>
          <p:nvPr/>
        </p:nvGrpSpPr>
        <p:grpSpPr>
          <a:xfrm>
            <a:off x="3811767" y="1670141"/>
            <a:ext cx="299929" cy="337792"/>
            <a:chOff x="924450" y="2028975"/>
            <a:chExt cx="425975" cy="479750"/>
          </a:xfrm>
        </p:grpSpPr>
        <p:sp>
          <p:nvSpPr>
            <p:cNvPr id="1080" name="Google Shape;1080;p81"/>
            <p:cNvSpPr/>
            <p:nvPr/>
          </p:nvSpPr>
          <p:spPr>
            <a:xfrm>
              <a:off x="1035500" y="2028975"/>
              <a:ext cx="314925" cy="153075"/>
            </a:xfrm>
            <a:custGeom>
              <a:rect b="b" l="l" r="r" t="t"/>
              <a:pathLst>
                <a:path extrusionOk="0" h="6123" w="12597">
                  <a:moveTo>
                    <a:pt x="12036" y="0"/>
                  </a:moveTo>
                  <a:cubicBezTo>
                    <a:pt x="11993" y="0"/>
                    <a:pt x="11948" y="5"/>
                    <a:pt x="11904" y="16"/>
                  </a:cubicBezTo>
                  <a:lnTo>
                    <a:pt x="437" y="2696"/>
                  </a:lnTo>
                  <a:cubicBezTo>
                    <a:pt x="181" y="2753"/>
                    <a:pt x="0" y="2982"/>
                    <a:pt x="0" y="3244"/>
                  </a:cubicBezTo>
                  <a:lnTo>
                    <a:pt x="0" y="6123"/>
                  </a:lnTo>
                  <a:lnTo>
                    <a:pt x="12596" y="3181"/>
                  </a:lnTo>
                  <a:lnTo>
                    <a:pt x="12596" y="564"/>
                  </a:lnTo>
                  <a:cubicBezTo>
                    <a:pt x="12596" y="245"/>
                    <a:pt x="12338" y="0"/>
                    <a:pt x="120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81"/>
            <p:cNvSpPr/>
            <p:nvPr/>
          </p:nvSpPr>
          <p:spPr>
            <a:xfrm>
              <a:off x="1212475" y="2137450"/>
              <a:ext cx="137950" cy="304275"/>
            </a:xfrm>
            <a:custGeom>
              <a:rect b="b" l="l" r="r" t="t"/>
              <a:pathLst>
                <a:path extrusionOk="0" h="12171" w="5518">
                  <a:moveTo>
                    <a:pt x="5517" y="1"/>
                  </a:moveTo>
                  <a:lnTo>
                    <a:pt x="4388" y="266"/>
                  </a:lnTo>
                  <a:lnTo>
                    <a:pt x="4388" y="7345"/>
                  </a:lnTo>
                  <a:cubicBezTo>
                    <a:pt x="3943" y="7029"/>
                    <a:pt x="3410" y="6861"/>
                    <a:pt x="2865" y="6861"/>
                  </a:cubicBezTo>
                  <a:cubicBezTo>
                    <a:pt x="1790" y="6861"/>
                    <a:pt x="823" y="7508"/>
                    <a:pt x="410" y="8499"/>
                  </a:cubicBezTo>
                  <a:cubicBezTo>
                    <a:pt x="1" y="9492"/>
                    <a:pt x="227" y="10634"/>
                    <a:pt x="986" y="11392"/>
                  </a:cubicBezTo>
                  <a:cubicBezTo>
                    <a:pt x="1495" y="11900"/>
                    <a:pt x="2174" y="12170"/>
                    <a:pt x="2865" y="12170"/>
                  </a:cubicBezTo>
                  <a:cubicBezTo>
                    <a:pt x="3207" y="12170"/>
                    <a:pt x="3551" y="12104"/>
                    <a:pt x="3879" y="11968"/>
                  </a:cubicBezTo>
                  <a:cubicBezTo>
                    <a:pt x="4873" y="11558"/>
                    <a:pt x="5517" y="10588"/>
                    <a:pt x="5517" y="9516"/>
                  </a:cubicBezTo>
                  <a:lnTo>
                    <a:pt x="55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81"/>
            <p:cNvSpPr/>
            <p:nvPr/>
          </p:nvSpPr>
          <p:spPr>
            <a:xfrm>
              <a:off x="924450" y="2204450"/>
              <a:ext cx="139300" cy="304275"/>
            </a:xfrm>
            <a:custGeom>
              <a:rect b="b" l="l" r="r" t="t"/>
              <a:pathLst>
                <a:path extrusionOk="0" h="12171" w="5572">
                  <a:moveTo>
                    <a:pt x="5572" y="1"/>
                  </a:moveTo>
                  <a:lnTo>
                    <a:pt x="4442" y="263"/>
                  </a:lnTo>
                  <a:lnTo>
                    <a:pt x="4442" y="7345"/>
                  </a:lnTo>
                  <a:cubicBezTo>
                    <a:pt x="3982" y="7023"/>
                    <a:pt x="3449" y="6864"/>
                    <a:pt x="2917" y="6864"/>
                  </a:cubicBezTo>
                  <a:cubicBezTo>
                    <a:pt x="2291" y="6864"/>
                    <a:pt x="1668" y="7085"/>
                    <a:pt x="1169" y="7520"/>
                  </a:cubicBezTo>
                  <a:cubicBezTo>
                    <a:pt x="251" y="8327"/>
                    <a:pt x="1" y="9655"/>
                    <a:pt x="564" y="10742"/>
                  </a:cubicBezTo>
                  <a:cubicBezTo>
                    <a:pt x="1030" y="11634"/>
                    <a:pt x="1946" y="12171"/>
                    <a:pt x="2916" y="12171"/>
                  </a:cubicBezTo>
                  <a:cubicBezTo>
                    <a:pt x="3126" y="12171"/>
                    <a:pt x="3338" y="12146"/>
                    <a:pt x="3548" y="12094"/>
                  </a:cubicBezTo>
                  <a:cubicBezTo>
                    <a:pt x="4738" y="11802"/>
                    <a:pt x="5572" y="10739"/>
                    <a:pt x="5572" y="9516"/>
                  </a:cubicBezTo>
                  <a:lnTo>
                    <a:pt x="55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3" name="Google Shape;1083;p81"/>
          <p:cNvGrpSpPr/>
          <p:nvPr/>
        </p:nvGrpSpPr>
        <p:grpSpPr>
          <a:xfrm>
            <a:off x="4381079" y="1669411"/>
            <a:ext cx="339253" cy="339253"/>
            <a:chOff x="1492675" y="2027925"/>
            <a:chExt cx="481825" cy="481825"/>
          </a:xfrm>
        </p:grpSpPr>
        <p:sp>
          <p:nvSpPr>
            <p:cNvPr id="1084" name="Google Shape;1084;p81"/>
            <p:cNvSpPr/>
            <p:nvPr/>
          </p:nvSpPr>
          <p:spPr>
            <a:xfrm>
              <a:off x="1719425" y="21700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81"/>
            <p:cNvSpPr/>
            <p:nvPr/>
          </p:nvSpPr>
          <p:spPr>
            <a:xfrm>
              <a:off x="1832350" y="22547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81"/>
            <p:cNvSpPr/>
            <p:nvPr/>
          </p:nvSpPr>
          <p:spPr>
            <a:xfrm>
              <a:off x="1606500" y="2254750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81"/>
            <p:cNvSpPr/>
            <p:nvPr/>
          </p:nvSpPr>
          <p:spPr>
            <a:xfrm>
              <a:off x="1492675" y="2425025"/>
              <a:ext cx="481825" cy="84725"/>
            </a:xfrm>
            <a:custGeom>
              <a:rect b="b" l="l" r="r" t="t"/>
              <a:pathLst>
                <a:path extrusionOk="0" h="3389" w="19273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81"/>
            <p:cNvSpPr/>
            <p:nvPr/>
          </p:nvSpPr>
          <p:spPr>
            <a:xfrm>
              <a:off x="1492675" y="2027925"/>
              <a:ext cx="481825" cy="368000"/>
            </a:xfrm>
            <a:custGeom>
              <a:rect b="b" l="l" r="r" t="t"/>
              <a:pathLst>
                <a:path extrusionOk="0" h="14720" w="19273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9" name="Google Shape;1089;p81"/>
          <p:cNvGrpSpPr/>
          <p:nvPr/>
        </p:nvGrpSpPr>
        <p:grpSpPr>
          <a:xfrm>
            <a:off x="2685084" y="1685133"/>
            <a:ext cx="313868" cy="307836"/>
            <a:chOff x="2975545" y="4202685"/>
            <a:chExt cx="313868" cy="307836"/>
          </a:xfrm>
        </p:grpSpPr>
        <p:sp>
          <p:nvSpPr>
            <p:cNvPr id="1090" name="Google Shape;1090;p81"/>
            <p:cNvSpPr/>
            <p:nvPr/>
          </p:nvSpPr>
          <p:spPr>
            <a:xfrm>
              <a:off x="3190820" y="4308453"/>
              <a:ext cx="98593" cy="90315"/>
            </a:xfrm>
            <a:custGeom>
              <a:rect b="b" l="l" r="r" t="t"/>
              <a:pathLst>
                <a:path extrusionOk="0" h="1841" w="1995">
                  <a:moveTo>
                    <a:pt x="258" y="0"/>
                  </a:moveTo>
                  <a:cubicBezTo>
                    <a:pt x="117" y="0"/>
                    <a:pt x="0" y="179"/>
                    <a:pt x="125" y="315"/>
                  </a:cubicBezTo>
                  <a:lnTo>
                    <a:pt x="737" y="913"/>
                  </a:lnTo>
                  <a:lnTo>
                    <a:pt x="125" y="1525"/>
                  </a:lnTo>
                  <a:cubicBezTo>
                    <a:pt x="0" y="1661"/>
                    <a:pt x="125" y="1840"/>
                    <a:pt x="264" y="1840"/>
                  </a:cubicBezTo>
                  <a:cubicBezTo>
                    <a:pt x="309" y="1840"/>
                    <a:pt x="354" y="1822"/>
                    <a:pt x="394" y="1779"/>
                  </a:cubicBezTo>
                  <a:lnTo>
                    <a:pt x="991" y="1182"/>
                  </a:lnTo>
                  <a:lnTo>
                    <a:pt x="1604" y="1779"/>
                  </a:lnTo>
                  <a:cubicBezTo>
                    <a:pt x="1642" y="1821"/>
                    <a:pt x="1686" y="1838"/>
                    <a:pt x="1729" y="1838"/>
                  </a:cubicBezTo>
                  <a:cubicBezTo>
                    <a:pt x="1869" y="1838"/>
                    <a:pt x="1995" y="1651"/>
                    <a:pt x="1858" y="1525"/>
                  </a:cubicBezTo>
                  <a:lnTo>
                    <a:pt x="1260" y="913"/>
                  </a:lnTo>
                  <a:lnTo>
                    <a:pt x="1858" y="315"/>
                  </a:lnTo>
                  <a:cubicBezTo>
                    <a:pt x="1995" y="189"/>
                    <a:pt x="1869" y="2"/>
                    <a:pt x="1729" y="2"/>
                  </a:cubicBezTo>
                  <a:cubicBezTo>
                    <a:pt x="1686" y="2"/>
                    <a:pt x="1642" y="20"/>
                    <a:pt x="1604" y="61"/>
                  </a:cubicBezTo>
                  <a:lnTo>
                    <a:pt x="991" y="659"/>
                  </a:lnTo>
                  <a:lnTo>
                    <a:pt x="394" y="61"/>
                  </a:lnTo>
                  <a:cubicBezTo>
                    <a:pt x="351" y="18"/>
                    <a:pt x="303" y="0"/>
                    <a:pt x="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81"/>
            <p:cNvSpPr/>
            <p:nvPr/>
          </p:nvSpPr>
          <p:spPr>
            <a:xfrm>
              <a:off x="2975545" y="4272592"/>
              <a:ext cx="73092" cy="167875"/>
            </a:xfrm>
            <a:custGeom>
              <a:rect b="b" l="l" r="r" t="t"/>
              <a:pathLst>
                <a:path extrusionOk="0" h="3422" w="1479">
                  <a:moveTo>
                    <a:pt x="553" y="1"/>
                  </a:moveTo>
                  <a:cubicBezTo>
                    <a:pt x="254" y="1"/>
                    <a:pt x="0" y="240"/>
                    <a:pt x="0" y="553"/>
                  </a:cubicBezTo>
                  <a:lnTo>
                    <a:pt x="0" y="2869"/>
                  </a:lnTo>
                  <a:cubicBezTo>
                    <a:pt x="0" y="3182"/>
                    <a:pt x="254" y="3421"/>
                    <a:pt x="553" y="3421"/>
                  </a:cubicBezTo>
                  <a:lnTo>
                    <a:pt x="1479" y="3421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81"/>
            <p:cNvSpPr/>
            <p:nvPr/>
          </p:nvSpPr>
          <p:spPr>
            <a:xfrm>
              <a:off x="3066330" y="4202685"/>
              <a:ext cx="109268" cy="307836"/>
            </a:xfrm>
            <a:custGeom>
              <a:rect b="b" l="l" r="r" t="t"/>
              <a:pathLst>
                <a:path extrusionOk="0" h="6275" w="2211">
                  <a:moveTo>
                    <a:pt x="1660" y="1"/>
                  </a:moveTo>
                  <a:cubicBezTo>
                    <a:pt x="1530" y="1"/>
                    <a:pt x="1401" y="44"/>
                    <a:pt x="1300" y="126"/>
                  </a:cubicBezTo>
                  <a:lnTo>
                    <a:pt x="0" y="1217"/>
                  </a:lnTo>
                  <a:lnTo>
                    <a:pt x="0" y="5055"/>
                  </a:lnTo>
                  <a:lnTo>
                    <a:pt x="1300" y="6146"/>
                  </a:lnTo>
                  <a:cubicBezTo>
                    <a:pt x="1406" y="6234"/>
                    <a:pt x="1529" y="6274"/>
                    <a:pt x="1650" y="6274"/>
                  </a:cubicBezTo>
                  <a:cubicBezTo>
                    <a:pt x="1937" y="6274"/>
                    <a:pt x="2211" y="6049"/>
                    <a:pt x="2211" y="5712"/>
                  </a:cubicBezTo>
                  <a:lnTo>
                    <a:pt x="2211" y="560"/>
                  </a:lnTo>
                  <a:cubicBezTo>
                    <a:pt x="2211" y="336"/>
                    <a:pt x="2091" y="141"/>
                    <a:pt x="1897" y="52"/>
                  </a:cubicBezTo>
                  <a:cubicBezTo>
                    <a:pt x="1823" y="17"/>
                    <a:pt x="1741" y="1"/>
                    <a:pt x="16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3" name="Google Shape;1093;p81"/>
          <p:cNvGrpSpPr/>
          <p:nvPr/>
        </p:nvGrpSpPr>
        <p:grpSpPr>
          <a:xfrm>
            <a:off x="2090794" y="1685403"/>
            <a:ext cx="319698" cy="307247"/>
            <a:chOff x="1862725" y="5242500"/>
            <a:chExt cx="161725" cy="156575"/>
          </a:xfrm>
        </p:grpSpPr>
        <p:sp>
          <p:nvSpPr>
            <p:cNvPr id="1094" name="Google Shape;1094;p81"/>
            <p:cNvSpPr/>
            <p:nvPr/>
          </p:nvSpPr>
          <p:spPr>
            <a:xfrm>
              <a:off x="1967525" y="5300325"/>
              <a:ext cx="16950" cy="37950"/>
            </a:xfrm>
            <a:custGeom>
              <a:rect b="b" l="l" r="r" t="t"/>
              <a:pathLst>
                <a:path extrusionOk="0" h="1518" w="678">
                  <a:moveTo>
                    <a:pt x="254" y="0"/>
                  </a:moveTo>
                  <a:cubicBezTo>
                    <a:pt x="122" y="0"/>
                    <a:pt x="0" y="148"/>
                    <a:pt x="95" y="296"/>
                  </a:cubicBezTo>
                  <a:cubicBezTo>
                    <a:pt x="319" y="610"/>
                    <a:pt x="275" y="968"/>
                    <a:pt x="95" y="1222"/>
                  </a:cubicBezTo>
                  <a:cubicBezTo>
                    <a:pt x="0" y="1370"/>
                    <a:pt x="129" y="1518"/>
                    <a:pt x="261" y="1518"/>
                  </a:cubicBezTo>
                  <a:cubicBezTo>
                    <a:pt x="315" y="1518"/>
                    <a:pt x="370" y="1492"/>
                    <a:pt x="409" y="1431"/>
                  </a:cubicBezTo>
                  <a:cubicBezTo>
                    <a:pt x="678" y="1028"/>
                    <a:pt x="678" y="490"/>
                    <a:pt x="409" y="87"/>
                  </a:cubicBezTo>
                  <a:cubicBezTo>
                    <a:pt x="365" y="26"/>
                    <a:pt x="309" y="0"/>
                    <a:pt x="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81"/>
            <p:cNvSpPr/>
            <p:nvPr/>
          </p:nvSpPr>
          <p:spPr>
            <a:xfrm>
              <a:off x="1995900" y="5276950"/>
              <a:ext cx="28550" cy="84700"/>
            </a:xfrm>
            <a:custGeom>
              <a:rect b="b" l="l" r="r" t="t"/>
              <a:pathLst>
                <a:path extrusionOk="0" h="3388" w="1142">
                  <a:moveTo>
                    <a:pt x="262" y="1"/>
                  </a:moveTo>
                  <a:cubicBezTo>
                    <a:pt x="130" y="1"/>
                    <a:pt x="0" y="142"/>
                    <a:pt x="96" y="290"/>
                  </a:cubicBezTo>
                  <a:cubicBezTo>
                    <a:pt x="753" y="1261"/>
                    <a:pt x="723" y="2172"/>
                    <a:pt x="96" y="3098"/>
                  </a:cubicBezTo>
                  <a:cubicBezTo>
                    <a:pt x="0" y="3246"/>
                    <a:pt x="130" y="3387"/>
                    <a:pt x="262" y="3387"/>
                  </a:cubicBezTo>
                  <a:cubicBezTo>
                    <a:pt x="316" y="3387"/>
                    <a:pt x="370" y="3364"/>
                    <a:pt x="409" y="3307"/>
                  </a:cubicBezTo>
                  <a:cubicBezTo>
                    <a:pt x="1141" y="2202"/>
                    <a:pt x="1096" y="1112"/>
                    <a:pt x="409" y="81"/>
                  </a:cubicBezTo>
                  <a:cubicBezTo>
                    <a:pt x="370" y="25"/>
                    <a:pt x="316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81"/>
            <p:cNvSpPr/>
            <p:nvPr/>
          </p:nvSpPr>
          <p:spPr>
            <a:xfrm>
              <a:off x="1980700" y="5287100"/>
              <a:ext cx="24700" cy="64450"/>
            </a:xfrm>
            <a:custGeom>
              <a:rect b="b" l="l" r="r" t="t"/>
              <a:pathLst>
                <a:path extrusionOk="0" h="2578" w="988">
                  <a:moveTo>
                    <a:pt x="265" y="1"/>
                  </a:moveTo>
                  <a:cubicBezTo>
                    <a:pt x="136" y="1"/>
                    <a:pt x="10" y="148"/>
                    <a:pt x="106" y="287"/>
                  </a:cubicBezTo>
                  <a:cubicBezTo>
                    <a:pt x="539" y="959"/>
                    <a:pt x="584" y="1542"/>
                    <a:pt x="106" y="2289"/>
                  </a:cubicBezTo>
                  <a:cubicBezTo>
                    <a:pt x="0" y="2437"/>
                    <a:pt x="127" y="2578"/>
                    <a:pt x="258" y="2578"/>
                  </a:cubicBezTo>
                  <a:cubicBezTo>
                    <a:pt x="312" y="2578"/>
                    <a:pt x="366" y="2554"/>
                    <a:pt x="405" y="2498"/>
                  </a:cubicBezTo>
                  <a:cubicBezTo>
                    <a:pt x="987" y="1602"/>
                    <a:pt x="898" y="840"/>
                    <a:pt x="405" y="78"/>
                  </a:cubicBezTo>
                  <a:cubicBezTo>
                    <a:pt x="367" y="24"/>
                    <a:pt x="316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81"/>
            <p:cNvSpPr/>
            <p:nvPr/>
          </p:nvSpPr>
          <p:spPr>
            <a:xfrm>
              <a:off x="1862725" y="5277850"/>
              <a:ext cx="36625" cy="85900"/>
            </a:xfrm>
            <a:custGeom>
              <a:rect b="b" l="l" r="r" t="t"/>
              <a:pathLst>
                <a:path extrusionOk="0" h="3436" w="1465">
                  <a:moveTo>
                    <a:pt x="553" y="0"/>
                  </a:moveTo>
                  <a:cubicBezTo>
                    <a:pt x="255" y="0"/>
                    <a:pt x="1" y="254"/>
                    <a:pt x="1" y="553"/>
                  </a:cubicBezTo>
                  <a:lnTo>
                    <a:pt x="1" y="2883"/>
                  </a:lnTo>
                  <a:cubicBezTo>
                    <a:pt x="1" y="3182"/>
                    <a:pt x="255" y="3435"/>
                    <a:pt x="553" y="3435"/>
                  </a:cubicBezTo>
                  <a:lnTo>
                    <a:pt x="1465" y="3435"/>
                  </a:lnTo>
                  <a:lnTo>
                    <a:pt x="14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81"/>
            <p:cNvSpPr/>
            <p:nvPr/>
          </p:nvSpPr>
          <p:spPr>
            <a:xfrm>
              <a:off x="1908650" y="5242500"/>
              <a:ext cx="54925" cy="156575"/>
            </a:xfrm>
            <a:custGeom>
              <a:rect b="b" l="l" r="r" t="t"/>
              <a:pathLst>
                <a:path extrusionOk="0" h="6263" w="2197">
                  <a:moveTo>
                    <a:pt x="1649" y="1"/>
                  </a:moveTo>
                  <a:cubicBezTo>
                    <a:pt x="1530" y="1"/>
                    <a:pt x="1407" y="41"/>
                    <a:pt x="1300" y="130"/>
                  </a:cubicBezTo>
                  <a:lnTo>
                    <a:pt x="1" y="1205"/>
                  </a:lnTo>
                  <a:lnTo>
                    <a:pt x="1" y="5059"/>
                  </a:lnTo>
                  <a:lnTo>
                    <a:pt x="1300" y="6134"/>
                  </a:lnTo>
                  <a:cubicBezTo>
                    <a:pt x="1407" y="6223"/>
                    <a:pt x="1530" y="6263"/>
                    <a:pt x="1649" y="6263"/>
                  </a:cubicBezTo>
                  <a:cubicBezTo>
                    <a:pt x="1931" y="6263"/>
                    <a:pt x="2197" y="6041"/>
                    <a:pt x="2197" y="5716"/>
                  </a:cubicBezTo>
                  <a:lnTo>
                    <a:pt x="2197" y="548"/>
                  </a:lnTo>
                  <a:cubicBezTo>
                    <a:pt x="2197" y="223"/>
                    <a:pt x="1931" y="1"/>
                    <a:pt x="1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9" name="Google Shape;1099;p81"/>
          <p:cNvGrpSpPr/>
          <p:nvPr/>
        </p:nvGrpSpPr>
        <p:grpSpPr>
          <a:xfrm>
            <a:off x="7954188" y="3851019"/>
            <a:ext cx="367261" cy="367261"/>
            <a:chOff x="-65145700" y="3727425"/>
            <a:chExt cx="317425" cy="317425"/>
          </a:xfrm>
        </p:grpSpPr>
        <p:sp>
          <p:nvSpPr>
            <p:cNvPr id="1100" name="Google Shape;1100;p81"/>
            <p:cNvSpPr/>
            <p:nvPr/>
          </p:nvSpPr>
          <p:spPr>
            <a:xfrm>
              <a:off x="-65145700" y="3769150"/>
              <a:ext cx="275675" cy="275700"/>
            </a:xfrm>
            <a:custGeom>
              <a:rect b="b" l="l" r="r" t="t"/>
              <a:pathLst>
                <a:path extrusionOk="0" h="11028" w="11027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81"/>
            <p:cNvSpPr/>
            <p:nvPr/>
          </p:nvSpPr>
          <p:spPr>
            <a:xfrm>
              <a:off x="-64977150" y="3727425"/>
              <a:ext cx="148875" cy="147300"/>
            </a:xfrm>
            <a:custGeom>
              <a:rect b="b" l="l" r="r" t="t"/>
              <a:pathLst>
                <a:path extrusionOk="0" h="5892" w="5955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2" name="Google Shape;1102;p81"/>
          <p:cNvSpPr/>
          <p:nvPr/>
        </p:nvSpPr>
        <p:spPr>
          <a:xfrm>
            <a:off x="7954497" y="2720203"/>
            <a:ext cx="366364" cy="347563"/>
          </a:xfrm>
          <a:custGeom>
            <a:rect b="b" l="l" r="r" t="t"/>
            <a:pathLst>
              <a:path extrusionOk="0" h="12016" w="12666">
                <a:moveTo>
                  <a:pt x="3844" y="5105"/>
                </a:moveTo>
                <a:cubicBezTo>
                  <a:pt x="4096" y="5105"/>
                  <a:pt x="4285" y="5325"/>
                  <a:pt x="4285" y="5514"/>
                </a:cubicBezTo>
                <a:lnTo>
                  <a:pt x="4285" y="7153"/>
                </a:lnTo>
                <a:cubicBezTo>
                  <a:pt x="4285" y="7405"/>
                  <a:pt x="4096" y="7562"/>
                  <a:pt x="3844" y="7562"/>
                </a:cubicBezTo>
                <a:lnTo>
                  <a:pt x="2206" y="7562"/>
                </a:lnTo>
                <a:cubicBezTo>
                  <a:pt x="1954" y="7562"/>
                  <a:pt x="1765" y="7342"/>
                  <a:pt x="1765" y="7153"/>
                </a:cubicBezTo>
                <a:lnTo>
                  <a:pt x="1765" y="5514"/>
                </a:lnTo>
                <a:cubicBezTo>
                  <a:pt x="1765" y="5262"/>
                  <a:pt x="1954" y="5105"/>
                  <a:pt x="2206" y="5105"/>
                </a:cubicBezTo>
                <a:close/>
                <a:moveTo>
                  <a:pt x="7215" y="1765"/>
                </a:moveTo>
                <a:cubicBezTo>
                  <a:pt x="7436" y="1765"/>
                  <a:pt x="7593" y="1954"/>
                  <a:pt x="7593" y="2206"/>
                </a:cubicBezTo>
                <a:lnTo>
                  <a:pt x="7593" y="7153"/>
                </a:lnTo>
                <a:cubicBezTo>
                  <a:pt x="7593" y="7405"/>
                  <a:pt x="7404" y="7562"/>
                  <a:pt x="7215" y="7562"/>
                </a:cubicBezTo>
                <a:lnTo>
                  <a:pt x="5545" y="7562"/>
                </a:lnTo>
                <a:cubicBezTo>
                  <a:pt x="5325" y="7562"/>
                  <a:pt x="5167" y="7342"/>
                  <a:pt x="5167" y="7153"/>
                </a:cubicBezTo>
                <a:lnTo>
                  <a:pt x="5167" y="2206"/>
                </a:lnTo>
                <a:cubicBezTo>
                  <a:pt x="5167" y="1954"/>
                  <a:pt x="5356" y="1765"/>
                  <a:pt x="5545" y="1765"/>
                </a:cubicBezTo>
                <a:close/>
                <a:moveTo>
                  <a:pt x="10523" y="4286"/>
                </a:moveTo>
                <a:cubicBezTo>
                  <a:pt x="10744" y="4286"/>
                  <a:pt x="10901" y="4475"/>
                  <a:pt x="10901" y="4664"/>
                </a:cubicBezTo>
                <a:lnTo>
                  <a:pt x="10901" y="7153"/>
                </a:lnTo>
                <a:cubicBezTo>
                  <a:pt x="10901" y="7405"/>
                  <a:pt x="10712" y="7562"/>
                  <a:pt x="10523" y="7562"/>
                </a:cubicBezTo>
                <a:lnTo>
                  <a:pt x="8853" y="7562"/>
                </a:lnTo>
                <a:cubicBezTo>
                  <a:pt x="8633" y="7562"/>
                  <a:pt x="8475" y="7342"/>
                  <a:pt x="8475" y="7153"/>
                </a:cubicBezTo>
                <a:lnTo>
                  <a:pt x="8475" y="4664"/>
                </a:lnTo>
                <a:cubicBezTo>
                  <a:pt x="8475" y="4443"/>
                  <a:pt x="8664" y="4286"/>
                  <a:pt x="8853" y="4286"/>
                </a:cubicBezTo>
                <a:close/>
                <a:moveTo>
                  <a:pt x="6333" y="1"/>
                </a:moveTo>
                <a:cubicBezTo>
                  <a:pt x="2836" y="1"/>
                  <a:pt x="0" y="2490"/>
                  <a:pt x="0" y="5514"/>
                </a:cubicBezTo>
                <a:cubicBezTo>
                  <a:pt x="0" y="6900"/>
                  <a:pt x="599" y="8224"/>
                  <a:pt x="1639" y="9200"/>
                </a:cubicBezTo>
                <a:lnTo>
                  <a:pt x="1639" y="11626"/>
                </a:lnTo>
                <a:cubicBezTo>
                  <a:pt x="1639" y="11856"/>
                  <a:pt x="1832" y="12016"/>
                  <a:pt x="2045" y="12016"/>
                </a:cubicBezTo>
                <a:cubicBezTo>
                  <a:pt x="2153" y="12016"/>
                  <a:pt x="2267" y="11974"/>
                  <a:pt x="2363" y="11878"/>
                </a:cubicBezTo>
                <a:lnTo>
                  <a:pt x="3749" y="10492"/>
                </a:lnTo>
                <a:cubicBezTo>
                  <a:pt x="4569" y="10839"/>
                  <a:pt x="5419" y="10965"/>
                  <a:pt x="6333" y="10965"/>
                </a:cubicBezTo>
                <a:cubicBezTo>
                  <a:pt x="9830" y="10965"/>
                  <a:pt x="12665" y="8507"/>
                  <a:pt x="12665" y="5451"/>
                </a:cubicBezTo>
                <a:cubicBezTo>
                  <a:pt x="12665" y="2427"/>
                  <a:pt x="9830" y="1"/>
                  <a:pt x="63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3" name="Google Shape;1103;p81"/>
          <p:cNvGrpSpPr/>
          <p:nvPr/>
        </p:nvGrpSpPr>
        <p:grpSpPr>
          <a:xfrm>
            <a:off x="6779826" y="3824478"/>
            <a:ext cx="446631" cy="420365"/>
            <a:chOff x="3655783" y="1109613"/>
            <a:chExt cx="347275" cy="326853"/>
          </a:xfrm>
        </p:grpSpPr>
        <p:sp>
          <p:nvSpPr>
            <p:cNvPr id="1104" name="Google Shape;1104;p81"/>
            <p:cNvSpPr/>
            <p:nvPr/>
          </p:nvSpPr>
          <p:spPr>
            <a:xfrm>
              <a:off x="3655783" y="1109613"/>
              <a:ext cx="347275" cy="326853"/>
            </a:xfrm>
            <a:custGeom>
              <a:rect b="b" l="l" r="r" t="t"/>
              <a:pathLst>
                <a:path extrusionOk="0" h="7282" w="7737">
                  <a:moveTo>
                    <a:pt x="891" y="1"/>
                  </a:moveTo>
                  <a:cubicBezTo>
                    <a:pt x="825" y="1"/>
                    <a:pt x="762" y="23"/>
                    <a:pt x="717" y="68"/>
                  </a:cubicBezTo>
                  <a:lnTo>
                    <a:pt x="105" y="680"/>
                  </a:lnTo>
                  <a:cubicBezTo>
                    <a:pt x="0" y="785"/>
                    <a:pt x="0" y="949"/>
                    <a:pt x="105" y="1039"/>
                  </a:cubicBezTo>
                  <a:cubicBezTo>
                    <a:pt x="157" y="1091"/>
                    <a:pt x="224" y="1117"/>
                    <a:pt x="291" y="1117"/>
                  </a:cubicBezTo>
                  <a:cubicBezTo>
                    <a:pt x="359" y="1117"/>
                    <a:pt x="426" y="1091"/>
                    <a:pt x="478" y="1039"/>
                  </a:cubicBezTo>
                  <a:lnTo>
                    <a:pt x="642" y="889"/>
                  </a:lnTo>
                  <a:lnTo>
                    <a:pt x="642" y="6162"/>
                  </a:lnTo>
                  <a:lnTo>
                    <a:pt x="463" y="6162"/>
                  </a:lnTo>
                  <a:cubicBezTo>
                    <a:pt x="329" y="6162"/>
                    <a:pt x="209" y="6266"/>
                    <a:pt x="209" y="6416"/>
                  </a:cubicBezTo>
                  <a:cubicBezTo>
                    <a:pt x="209" y="6550"/>
                    <a:pt x="329" y="6669"/>
                    <a:pt x="463" y="6669"/>
                  </a:cubicBezTo>
                  <a:lnTo>
                    <a:pt x="642" y="6669"/>
                  </a:lnTo>
                  <a:lnTo>
                    <a:pt x="642" y="6849"/>
                  </a:lnTo>
                  <a:cubicBezTo>
                    <a:pt x="642" y="6983"/>
                    <a:pt x="747" y="7103"/>
                    <a:pt x="896" y="7103"/>
                  </a:cubicBezTo>
                  <a:cubicBezTo>
                    <a:pt x="1031" y="7103"/>
                    <a:pt x="1150" y="6983"/>
                    <a:pt x="1150" y="6849"/>
                  </a:cubicBezTo>
                  <a:lnTo>
                    <a:pt x="1150" y="6669"/>
                  </a:lnTo>
                  <a:lnTo>
                    <a:pt x="6856" y="6669"/>
                  </a:lnTo>
                  <a:lnTo>
                    <a:pt x="6691" y="6834"/>
                  </a:lnTo>
                  <a:cubicBezTo>
                    <a:pt x="6587" y="6938"/>
                    <a:pt x="6587" y="7103"/>
                    <a:pt x="6691" y="7207"/>
                  </a:cubicBezTo>
                  <a:cubicBezTo>
                    <a:pt x="6736" y="7252"/>
                    <a:pt x="6811" y="7282"/>
                    <a:pt x="6871" y="7282"/>
                  </a:cubicBezTo>
                  <a:cubicBezTo>
                    <a:pt x="6945" y="7282"/>
                    <a:pt x="7005" y="7252"/>
                    <a:pt x="7065" y="7207"/>
                  </a:cubicBezTo>
                  <a:lnTo>
                    <a:pt x="7662" y="6595"/>
                  </a:lnTo>
                  <a:cubicBezTo>
                    <a:pt x="7707" y="6550"/>
                    <a:pt x="7737" y="6490"/>
                    <a:pt x="7737" y="6416"/>
                  </a:cubicBezTo>
                  <a:cubicBezTo>
                    <a:pt x="7737" y="6341"/>
                    <a:pt x="7707" y="6281"/>
                    <a:pt x="7662" y="6236"/>
                  </a:cubicBezTo>
                  <a:lnTo>
                    <a:pt x="7065" y="5624"/>
                  </a:lnTo>
                  <a:cubicBezTo>
                    <a:pt x="7013" y="5572"/>
                    <a:pt x="6945" y="5546"/>
                    <a:pt x="6878" y="5546"/>
                  </a:cubicBezTo>
                  <a:cubicBezTo>
                    <a:pt x="6811" y="5546"/>
                    <a:pt x="6744" y="5572"/>
                    <a:pt x="6691" y="5624"/>
                  </a:cubicBezTo>
                  <a:cubicBezTo>
                    <a:pt x="6587" y="5729"/>
                    <a:pt x="6587" y="5893"/>
                    <a:pt x="6691" y="5997"/>
                  </a:cubicBezTo>
                  <a:lnTo>
                    <a:pt x="6856" y="6162"/>
                  </a:lnTo>
                  <a:lnTo>
                    <a:pt x="1150" y="6162"/>
                  </a:lnTo>
                  <a:lnTo>
                    <a:pt x="1150" y="889"/>
                  </a:lnTo>
                  <a:lnTo>
                    <a:pt x="1315" y="1039"/>
                  </a:lnTo>
                  <a:cubicBezTo>
                    <a:pt x="1359" y="1098"/>
                    <a:pt x="1434" y="1113"/>
                    <a:pt x="1494" y="1113"/>
                  </a:cubicBezTo>
                  <a:cubicBezTo>
                    <a:pt x="1568" y="1113"/>
                    <a:pt x="1628" y="1098"/>
                    <a:pt x="1688" y="1039"/>
                  </a:cubicBezTo>
                  <a:cubicBezTo>
                    <a:pt x="1778" y="949"/>
                    <a:pt x="1778" y="785"/>
                    <a:pt x="1688" y="680"/>
                  </a:cubicBezTo>
                  <a:lnTo>
                    <a:pt x="1076" y="68"/>
                  </a:lnTo>
                  <a:cubicBezTo>
                    <a:pt x="1023" y="23"/>
                    <a:pt x="956" y="1"/>
                    <a:pt x="8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81"/>
            <p:cNvSpPr/>
            <p:nvPr/>
          </p:nvSpPr>
          <p:spPr>
            <a:xfrm>
              <a:off x="3723467" y="1167603"/>
              <a:ext cx="213922" cy="205843"/>
            </a:xfrm>
            <a:custGeom>
              <a:rect b="b" l="l" r="r" t="t"/>
              <a:pathLst>
                <a:path extrusionOk="0" h="4586" w="4766">
                  <a:moveTo>
                    <a:pt x="3660" y="1031"/>
                  </a:moveTo>
                  <a:cubicBezTo>
                    <a:pt x="3765" y="1031"/>
                    <a:pt x="3839" y="1106"/>
                    <a:pt x="3839" y="1210"/>
                  </a:cubicBezTo>
                  <a:lnTo>
                    <a:pt x="3839" y="1703"/>
                  </a:lnTo>
                  <a:cubicBezTo>
                    <a:pt x="3839" y="1793"/>
                    <a:pt x="3765" y="1883"/>
                    <a:pt x="3660" y="1883"/>
                  </a:cubicBezTo>
                  <a:cubicBezTo>
                    <a:pt x="3555" y="1883"/>
                    <a:pt x="3481" y="1793"/>
                    <a:pt x="3481" y="1703"/>
                  </a:cubicBezTo>
                  <a:lnTo>
                    <a:pt x="3481" y="1210"/>
                  </a:lnTo>
                  <a:cubicBezTo>
                    <a:pt x="3481" y="1106"/>
                    <a:pt x="3555" y="1031"/>
                    <a:pt x="3660" y="1031"/>
                  </a:cubicBezTo>
                  <a:close/>
                  <a:moveTo>
                    <a:pt x="3660" y="2017"/>
                  </a:moveTo>
                  <a:cubicBezTo>
                    <a:pt x="3765" y="2017"/>
                    <a:pt x="3839" y="2092"/>
                    <a:pt x="3839" y="2196"/>
                  </a:cubicBezTo>
                  <a:lnTo>
                    <a:pt x="3839" y="2689"/>
                  </a:lnTo>
                  <a:cubicBezTo>
                    <a:pt x="3839" y="2779"/>
                    <a:pt x="3765" y="2868"/>
                    <a:pt x="3660" y="2868"/>
                  </a:cubicBezTo>
                  <a:cubicBezTo>
                    <a:pt x="3555" y="2868"/>
                    <a:pt x="3481" y="2779"/>
                    <a:pt x="3481" y="2689"/>
                  </a:cubicBezTo>
                  <a:lnTo>
                    <a:pt x="3481" y="2196"/>
                  </a:lnTo>
                  <a:cubicBezTo>
                    <a:pt x="3481" y="2092"/>
                    <a:pt x="3555" y="2017"/>
                    <a:pt x="3660" y="2017"/>
                  </a:cubicBezTo>
                  <a:close/>
                  <a:moveTo>
                    <a:pt x="1091" y="2032"/>
                  </a:moveTo>
                  <a:cubicBezTo>
                    <a:pt x="1196" y="2032"/>
                    <a:pt x="1270" y="2121"/>
                    <a:pt x="1270" y="2211"/>
                  </a:cubicBezTo>
                  <a:lnTo>
                    <a:pt x="1270" y="2704"/>
                  </a:lnTo>
                  <a:cubicBezTo>
                    <a:pt x="1270" y="2809"/>
                    <a:pt x="1196" y="2883"/>
                    <a:pt x="1091" y="2883"/>
                  </a:cubicBezTo>
                  <a:cubicBezTo>
                    <a:pt x="1001" y="2883"/>
                    <a:pt x="912" y="2809"/>
                    <a:pt x="912" y="2704"/>
                  </a:cubicBezTo>
                  <a:lnTo>
                    <a:pt x="912" y="2211"/>
                  </a:lnTo>
                  <a:cubicBezTo>
                    <a:pt x="912" y="2121"/>
                    <a:pt x="1001" y="2032"/>
                    <a:pt x="1091" y="2032"/>
                  </a:cubicBezTo>
                  <a:close/>
                  <a:moveTo>
                    <a:pt x="2376" y="3003"/>
                  </a:moveTo>
                  <a:cubicBezTo>
                    <a:pt x="2480" y="3003"/>
                    <a:pt x="2555" y="3092"/>
                    <a:pt x="2555" y="3182"/>
                  </a:cubicBezTo>
                  <a:lnTo>
                    <a:pt x="2555" y="3675"/>
                  </a:lnTo>
                  <a:cubicBezTo>
                    <a:pt x="2555" y="3779"/>
                    <a:pt x="2480" y="3854"/>
                    <a:pt x="2376" y="3854"/>
                  </a:cubicBezTo>
                  <a:cubicBezTo>
                    <a:pt x="2271" y="3854"/>
                    <a:pt x="2196" y="3779"/>
                    <a:pt x="2196" y="3675"/>
                  </a:cubicBezTo>
                  <a:lnTo>
                    <a:pt x="2196" y="3182"/>
                  </a:lnTo>
                  <a:cubicBezTo>
                    <a:pt x="2196" y="3092"/>
                    <a:pt x="2271" y="3003"/>
                    <a:pt x="2376" y="3003"/>
                  </a:cubicBezTo>
                  <a:close/>
                  <a:moveTo>
                    <a:pt x="3660" y="2988"/>
                  </a:moveTo>
                  <a:cubicBezTo>
                    <a:pt x="3765" y="2988"/>
                    <a:pt x="3839" y="3077"/>
                    <a:pt x="3839" y="3182"/>
                  </a:cubicBezTo>
                  <a:lnTo>
                    <a:pt x="3839" y="3660"/>
                  </a:lnTo>
                  <a:cubicBezTo>
                    <a:pt x="3839" y="3764"/>
                    <a:pt x="3765" y="3854"/>
                    <a:pt x="3660" y="3854"/>
                  </a:cubicBezTo>
                  <a:cubicBezTo>
                    <a:pt x="3555" y="3854"/>
                    <a:pt x="3481" y="3764"/>
                    <a:pt x="3481" y="3660"/>
                  </a:cubicBezTo>
                  <a:lnTo>
                    <a:pt x="3481" y="3182"/>
                  </a:lnTo>
                  <a:cubicBezTo>
                    <a:pt x="3481" y="3077"/>
                    <a:pt x="3555" y="2988"/>
                    <a:pt x="3660" y="2988"/>
                  </a:cubicBezTo>
                  <a:close/>
                  <a:moveTo>
                    <a:pt x="1091" y="3018"/>
                  </a:moveTo>
                  <a:cubicBezTo>
                    <a:pt x="1196" y="3018"/>
                    <a:pt x="1270" y="3107"/>
                    <a:pt x="1270" y="3197"/>
                  </a:cubicBezTo>
                  <a:lnTo>
                    <a:pt x="1270" y="3690"/>
                  </a:lnTo>
                  <a:cubicBezTo>
                    <a:pt x="1270" y="3794"/>
                    <a:pt x="1196" y="3869"/>
                    <a:pt x="1091" y="3869"/>
                  </a:cubicBezTo>
                  <a:cubicBezTo>
                    <a:pt x="1001" y="3869"/>
                    <a:pt x="912" y="3794"/>
                    <a:pt x="912" y="3690"/>
                  </a:cubicBezTo>
                  <a:lnTo>
                    <a:pt x="912" y="3197"/>
                  </a:lnTo>
                  <a:cubicBezTo>
                    <a:pt x="912" y="3107"/>
                    <a:pt x="1001" y="3018"/>
                    <a:pt x="1091" y="3018"/>
                  </a:cubicBezTo>
                  <a:close/>
                  <a:moveTo>
                    <a:pt x="4495" y="0"/>
                  </a:moveTo>
                  <a:cubicBezTo>
                    <a:pt x="4465" y="0"/>
                    <a:pt x="4436" y="5"/>
                    <a:pt x="4407" y="16"/>
                  </a:cubicBezTo>
                  <a:lnTo>
                    <a:pt x="3839" y="195"/>
                  </a:lnTo>
                  <a:cubicBezTo>
                    <a:pt x="3839" y="210"/>
                    <a:pt x="3839" y="210"/>
                    <a:pt x="3839" y="225"/>
                  </a:cubicBezTo>
                  <a:lnTo>
                    <a:pt x="3839" y="703"/>
                  </a:lnTo>
                  <a:cubicBezTo>
                    <a:pt x="3839" y="807"/>
                    <a:pt x="3765" y="897"/>
                    <a:pt x="3660" y="897"/>
                  </a:cubicBezTo>
                  <a:cubicBezTo>
                    <a:pt x="3570" y="897"/>
                    <a:pt x="3481" y="822"/>
                    <a:pt x="3481" y="718"/>
                  </a:cubicBezTo>
                  <a:lnTo>
                    <a:pt x="2555" y="2256"/>
                  </a:lnTo>
                  <a:lnTo>
                    <a:pt x="2555" y="2689"/>
                  </a:lnTo>
                  <a:cubicBezTo>
                    <a:pt x="2555" y="2794"/>
                    <a:pt x="2480" y="2868"/>
                    <a:pt x="2376" y="2883"/>
                  </a:cubicBezTo>
                  <a:cubicBezTo>
                    <a:pt x="2286" y="2883"/>
                    <a:pt x="2196" y="2794"/>
                    <a:pt x="2196" y="2689"/>
                  </a:cubicBezTo>
                  <a:lnTo>
                    <a:pt x="2196" y="2301"/>
                  </a:lnTo>
                  <a:cubicBezTo>
                    <a:pt x="2077" y="2226"/>
                    <a:pt x="1524" y="1853"/>
                    <a:pt x="1270" y="1688"/>
                  </a:cubicBezTo>
                  <a:lnTo>
                    <a:pt x="1270" y="1718"/>
                  </a:lnTo>
                  <a:cubicBezTo>
                    <a:pt x="1270" y="1823"/>
                    <a:pt x="1196" y="1897"/>
                    <a:pt x="1106" y="1912"/>
                  </a:cubicBezTo>
                  <a:cubicBezTo>
                    <a:pt x="1001" y="1912"/>
                    <a:pt x="912" y="1823"/>
                    <a:pt x="912" y="1718"/>
                  </a:cubicBezTo>
                  <a:lnTo>
                    <a:pt x="912" y="1644"/>
                  </a:lnTo>
                  <a:lnTo>
                    <a:pt x="150" y="2196"/>
                  </a:lnTo>
                  <a:cubicBezTo>
                    <a:pt x="60" y="2271"/>
                    <a:pt x="1" y="2390"/>
                    <a:pt x="1" y="2510"/>
                  </a:cubicBezTo>
                  <a:lnTo>
                    <a:pt x="1" y="4586"/>
                  </a:lnTo>
                  <a:lnTo>
                    <a:pt x="912" y="4586"/>
                  </a:lnTo>
                  <a:lnTo>
                    <a:pt x="912" y="4198"/>
                  </a:lnTo>
                  <a:cubicBezTo>
                    <a:pt x="912" y="4093"/>
                    <a:pt x="987" y="4003"/>
                    <a:pt x="1091" y="4003"/>
                  </a:cubicBezTo>
                  <a:cubicBezTo>
                    <a:pt x="1196" y="4003"/>
                    <a:pt x="1270" y="4078"/>
                    <a:pt x="1270" y="4183"/>
                  </a:cubicBezTo>
                  <a:lnTo>
                    <a:pt x="1270" y="4586"/>
                  </a:lnTo>
                  <a:lnTo>
                    <a:pt x="2196" y="4586"/>
                  </a:lnTo>
                  <a:lnTo>
                    <a:pt x="2196" y="4183"/>
                  </a:lnTo>
                  <a:cubicBezTo>
                    <a:pt x="2196" y="4078"/>
                    <a:pt x="2271" y="3988"/>
                    <a:pt x="2376" y="3988"/>
                  </a:cubicBezTo>
                  <a:cubicBezTo>
                    <a:pt x="2480" y="3988"/>
                    <a:pt x="2555" y="4063"/>
                    <a:pt x="2555" y="4168"/>
                  </a:cubicBezTo>
                  <a:lnTo>
                    <a:pt x="2555" y="4586"/>
                  </a:lnTo>
                  <a:lnTo>
                    <a:pt x="3481" y="4586"/>
                  </a:lnTo>
                  <a:lnTo>
                    <a:pt x="3481" y="4168"/>
                  </a:lnTo>
                  <a:cubicBezTo>
                    <a:pt x="3481" y="4063"/>
                    <a:pt x="3555" y="3974"/>
                    <a:pt x="3660" y="3974"/>
                  </a:cubicBezTo>
                  <a:cubicBezTo>
                    <a:pt x="3750" y="3974"/>
                    <a:pt x="3839" y="4063"/>
                    <a:pt x="3839" y="4153"/>
                  </a:cubicBezTo>
                  <a:lnTo>
                    <a:pt x="3839" y="4586"/>
                  </a:lnTo>
                  <a:lnTo>
                    <a:pt x="4765" y="4586"/>
                  </a:lnTo>
                  <a:lnTo>
                    <a:pt x="4765" y="269"/>
                  </a:lnTo>
                  <a:cubicBezTo>
                    <a:pt x="4765" y="109"/>
                    <a:pt x="4633" y="0"/>
                    <a:pt x="44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6" name="Google Shape;1106;p81"/>
          <p:cNvGrpSpPr/>
          <p:nvPr/>
        </p:nvGrpSpPr>
        <p:grpSpPr>
          <a:xfrm>
            <a:off x="7413680" y="3881134"/>
            <a:ext cx="309323" cy="307051"/>
            <a:chOff x="8386365" y="3422218"/>
            <a:chExt cx="309323" cy="307051"/>
          </a:xfrm>
        </p:grpSpPr>
        <p:sp>
          <p:nvSpPr>
            <p:cNvPr id="1107" name="Google Shape;1107;p81"/>
            <p:cNvSpPr/>
            <p:nvPr/>
          </p:nvSpPr>
          <p:spPr>
            <a:xfrm>
              <a:off x="8532551" y="3493989"/>
              <a:ext cx="73092" cy="199370"/>
            </a:xfrm>
            <a:custGeom>
              <a:rect b="b" l="l" r="r" t="t"/>
              <a:pathLst>
                <a:path extrusionOk="0" h="4064" w="1479">
                  <a:moveTo>
                    <a:pt x="194" y="1"/>
                  </a:moveTo>
                  <a:cubicBezTo>
                    <a:pt x="90" y="1"/>
                    <a:pt x="0" y="90"/>
                    <a:pt x="0" y="195"/>
                  </a:cubicBezTo>
                  <a:lnTo>
                    <a:pt x="0" y="4063"/>
                  </a:lnTo>
                  <a:lnTo>
                    <a:pt x="1479" y="4063"/>
                  </a:lnTo>
                  <a:lnTo>
                    <a:pt x="1479" y="195"/>
                  </a:lnTo>
                  <a:cubicBezTo>
                    <a:pt x="1479" y="90"/>
                    <a:pt x="1389" y="1"/>
                    <a:pt x="1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81"/>
            <p:cNvSpPr/>
            <p:nvPr/>
          </p:nvSpPr>
          <p:spPr>
            <a:xfrm>
              <a:off x="8623337" y="3548247"/>
              <a:ext cx="72351" cy="145112"/>
            </a:xfrm>
            <a:custGeom>
              <a:rect b="b" l="l" r="r" t="t"/>
              <a:pathLst>
                <a:path extrusionOk="0" h="2958" w="1464">
                  <a:moveTo>
                    <a:pt x="179" y="0"/>
                  </a:moveTo>
                  <a:cubicBezTo>
                    <a:pt x="90" y="0"/>
                    <a:pt x="0" y="90"/>
                    <a:pt x="0" y="179"/>
                  </a:cubicBezTo>
                  <a:lnTo>
                    <a:pt x="0" y="2957"/>
                  </a:lnTo>
                  <a:lnTo>
                    <a:pt x="1464" y="2957"/>
                  </a:lnTo>
                  <a:lnTo>
                    <a:pt x="1464" y="179"/>
                  </a:lnTo>
                  <a:cubicBezTo>
                    <a:pt x="1464" y="90"/>
                    <a:pt x="1389" y="0"/>
                    <a:pt x="1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81"/>
            <p:cNvSpPr/>
            <p:nvPr/>
          </p:nvSpPr>
          <p:spPr>
            <a:xfrm>
              <a:off x="8441766" y="3422218"/>
              <a:ext cx="73092" cy="271141"/>
            </a:xfrm>
            <a:custGeom>
              <a:rect b="b" l="l" r="r" t="t"/>
              <a:pathLst>
                <a:path extrusionOk="0" h="5527" w="1479">
                  <a:moveTo>
                    <a:pt x="194" y="0"/>
                  </a:moveTo>
                  <a:cubicBezTo>
                    <a:pt x="90" y="0"/>
                    <a:pt x="0" y="75"/>
                    <a:pt x="0" y="179"/>
                  </a:cubicBezTo>
                  <a:lnTo>
                    <a:pt x="0" y="5526"/>
                  </a:lnTo>
                  <a:lnTo>
                    <a:pt x="1479" y="5526"/>
                  </a:lnTo>
                  <a:lnTo>
                    <a:pt x="1479" y="179"/>
                  </a:lnTo>
                  <a:cubicBezTo>
                    <a:pt x="1479" y="75"/>
                    <a:pt x="1389" y="0"/>
                    <a:pt x="1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81"/>
            <p:cNvSpPr/>
            <p:nvPr/>
          </p:nvSpPr>
          <p:spPr>
            <a:xfrm>
              <a:off x="8386365" y="3422218"/>
              <a:ext cx="309320" cy="307051"/>
            </a:xfrm>
            <a:custGeom>
              <a:rect b="b" l="l" r="r" t="t"/>
              <a:pathLst>
                <a:path extrusionOk="0" h="6259" w="6259">
                  <a:moveTo>
                    <a:pt x="180" y="0"/>
                  </a:moveTo>
                  <a:cubicBezTo>
                    <a:pt x="90" y="0"/>
                    <a:pt x="1" y="90"/>
                    <a:pt x="1" y="179"/>
                  </a:cubicBezTo>
                  <a:lnTo>
                    <a:pt x="1" y="6079"/>
                  </a:lnTo>
                  <a:cubicBezTo>
                    <a:pt x="1" y="6183"/>
                    <a:pt x="90" y="6258"/>
                    <a:pt x="180" y="6258"/>
                  </a:cubicBezTo>
                  <a:lnTo>
                    <a:pt x="6080" y="6258"/>
                  </a:lnTo>
                  <a:cubicBezTo>
                    <a:pt x="6184" y="6258"/>
                    <a:pt x="6259" y="6183"/>
                    <a:pt x="6259" y="6079"/>
                  </a:cubicBezTo>
                  <a:lnTo>
                    <a:pt x="6259" y="5900"/>
                  </a:lnTo>
                  <a:lnTo>
                    <a:pt x="374" y="5900"/>
                  </a:lnTo>
                  <a:lnTo>
                    <a:pt x="374" y="5526"/>
                  </a:lnTo>
                  <a:lnTo>
                    <a:pt x="553" y="5526"/>
                  </a:lnTo>
                  <a:cubicBezTo>
                    <a:pt x="658" y="5526"/>
                    <a:pt x="733" y="5452"/>
                    <a:pt x="733" y="5347"/>
                  </a:cubicBezTo>
                  <a:cubicBezTo>
                    <a:pt x="733" y="5243"/>
                    <a:pt x="658" y="5168"/>
                    <a:pt x="553" y="5168"/>
                  </a:cubicBezTo>
                  <a:lnTo>
                    <a:pt x="374" y="5168"/>
                  </a:lnTo>
                  <a:lnTo>
                    <a:pt x="374" y="4406"/>
                  </a:lnTo>
                  <a:lnTo>
                    <a:pt x="553" y="4406"/>
                  </a:lnTo>
                  <a:cubicBezTo>
                    <a:pt x="658" y="4406"/>
                    <a:pt x="733" y="4316"/>
                    <a:pt x="733" y="4227"/>
                  </a:cubicBezTo>
                  <a:cubicBezTo>
                    <a:pt x="733" y="4122"/>
                    <a:pt x="658" y="4033"/>
                    <a:pt x="553" y="4033"/>
                  </a:cubicBezTo>
                  <a:lnTo>
                    <a:pt x="374" y="4033"/>
                  </a:lnTo>
                  <a:lnTo>
                    <a:pt x="374" y="3301"/>
                  </a:lnTo>
                  <a:lnTo>
                    <a:pt x="553" y="3301"/>
                  </a:lnTo>
                  <a:cubicBezTo>
                    <a:pt x="658" y="3301"/>
                    <a:pt x="733" y="3226"/>
                    <a:pt x="733" y="3122"/>
                  </a:cubicBezTo>
                  <a:cubicBezTo>
                    <a:pt x="733" y="3017"/>
                    <a:pt x="658" y="2942"/>
                    <a:pt x="553" y="2942"/>
                  </a:cubicBezTo>
                  <a:lnTo>
                    <a:pt x="374" y="2942"/>
                  </a:lnTo>
                  <a:lnTo>
                    <a:pt x="374" y="2196"/>
                  </a:lnTo>
                  <a:lnTo>
                    <a:pt x="553" y="2196"/>
                  </a:lnTo>
                  <a:cubicBezTo>
                    <a:pt x="658" y="2196"/>
                    <a:pt x="733" y="2121"/>
                    <a:pt x="733" y="2016"/>
                  </a:cubicBezTo>
                  <a:cubicBezTo>
                    <a:pt x="733" y="1912"/>
                    <a:pt x="658" y="1837"/>
                    <a:pt x="553" y="1837"/>
                  </a:cubicBezTo>
                  <a:lnTo>
                    <a:pt x="374" y="1837"/>
                  </a:lnTo>
                  <a:lnTo>
                    <a:pt x="374" y="1105"/>
                  </a:lnTo>
                  <a:lnTo>
                    <a:pt x="553" y="1105"/>
                  </a:lnTo>
                  <a:cubicBezTo>
                    <a:pt x="658" y="1105"/>
                    <a:pt x="733" y="1016"/>
                    <a:pt x="733" y="911"/>
                  </a:cubicBezTo>
                  <a:cubicBezTo>
                    <a:pt x="733" y="822"/>
                    <a:pt x="658" y="732"/>
                    <a:pt x="553" y="732"/>
                  </a:cubicBezTo>
                  <a:lnTo>
                    <a:pt x="374" y="732"/>
                  </a:lnTo>
                  <a:lnTo>
                    <a:pt x="374" y="179"/>
                  </a:lnTo>
                  <a:cubicBezTo>
                    <a:pt x="374" y="90"/>
                    <a:pt x="285" y="0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1" name="Google Shape;1111;p81"/>
          <p:cNvGrpSpPr/>
          <p:nvPr/>
        </p:nvGrpSpPr>
        <p:grpSpPr>
          <a:xfrm>
            <a:off x="5596173" y="3251888"/>
            <a:ext cx="368157" cy="365699"/>
            <a:chOff x="-59470075" y="3308975"/>
            <a:chExt cx="318200" cy="316075"/>
          </a:xfrm>
        </p:grpSpPr>
        <p:sp>
          <p:nvSpPr>
            <p:cNvPr id="1112" name="Google Shape;1112;p81"/>
            <p:cNvSpPr/>
            <p:nvPr/>
          </p:nvSpPr>
          <p:spPr>
            <a:xfrm>
              <a:off x="-59403925" y="3522625"/>
              <a:ext cx="21275" cy="20500"/>
            </a:xfrm>
            <a:custGeom>
              <a:rect b="b" l="l" r="r" t="t"/>
              <a:pathLst>
                <a:path extrusionOk="0" h="820" w="851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81"/>
            <p:cNvSpPr/>
            <p:nvPr/>
          </p:nvSpPr>
          <p:spPr>
            <a:xfrm>
              <a:off x="-593621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81"/>
            <p:cNvSpPr/>
            <p:nvPr/>
          </p:nvSpPr>
          <p:spPr>
            <a:xfrm>
              <a:off x="-593212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81"/>
            <p:cNvSpPr/>
            <p:nvPr/>
          </p:nvSpPr>
          <p:spPr>
            <a:xfrm>
              <a:off x="-592794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81"/>
            <p:cNvSpPr/>
            <p:nvPr/>
          </p:nvSpPr>
          <p:spPr>
            <a:xfrm>
              <a:off x="-59470075" y="3418825"/>
              <a:ext cx="317425" cy="206225"/>
            </a:xfrm>
            <a:custGeom>
              <a:rect b="b" l="l" r="r" t="t"/>
              <a:pathLst>
                <a:path extrusionOk="0" h="8249" w="12697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81"/>
            <p:cNvSpPr/>
            <p:nvPr/>
          </p:nvSpPr>
          <p:spPr>
            <a:xfrm>
              <a:off x="-592385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81"/>
            <p:cNvSpPr/>
            <p:nvPr/>
          </p:nvSpPr>
          <p:spPr>
            <a:xfrm>
              <a:off x="-59292875" y="3308975"/>
              <a:ext cx="106350" cy="41400"/>
            </a:xfrm>
            <a:custGeom>
              <a:rect b="b" l="l" r="r" t="t"/>
              <a:pathLst>
                <a:path extrusionOk="0" h="1656" w="4254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81"/>
            <p:cNvSpPr/>
            <p:nvPr/>
          </p:nvSpPr>
          <p:spPr>
            <a:xfrm>
              <a:off x="-59214100" y="3371400"/>
              <a:ext cx="62225" cy="68550"/>
            </a:xfrm>
            <a:custGeom>
              <a:rect b="b" l="l" r="r" t="t"/>
              <a:pathLst>
                <a:path extrusionOk="0" h="2742" w="2489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81"/>
            <p:cNvSpPr/>
            <p:nvPr/>
          </p:nvSpPr>
          <p:spPr>
            <a:xfrm>
              <a:off x="-59297600" y="3392600"/>
              <a:ext cx="62250" cy="48150"/>
            </a:xfrm>
            <a:custGeom>
              <a:rect b="b" l="l" r="r" t="t"/>
              <a:pathLst>
                <a:path extrusionOk="0" h="1926" w="249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1" name="Google Shape;1121;p81"/>
          <p:cNvGrpSpPr/>
          <p:nvPr/>
        </p:nvGrpSpPr>
        <p:grpSpPr>
          <a:xfrm>
            <a:off x="4367535" y="3252140"/>
            <a:ext cx="366364" cy="365207"/>
            <a:chOff x="-60987850" y="4100950"/>
            <a:chExt cx="316650" cy="315650"/>
          </a:xfrm>
        </p:grpSpPr>
        <p:sp>
          <p:nvSpPr>
            <p:cNvPr id="1122" name="Google Shape;1122;p81"/>
            <p:cNvSpPr/>
            <p:nvPr/>
          </p:nvSpPr>
          <p:spPr>
            <a:xfrm>
              <a:off x="-60987850" y="4355925"/>
              <a:ext cx="315875" cy="60675"/>
            </a:xfrm>
            <a:custGeom>
              <a:rect b="b" l="l" r="r" t="t"/>
              <a:pathLst>
                <a:path extrusionOk="0" h="2427" w="12635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81"/>
            <p:cNvSpPr/>
            <p:nvPr/>
          </p:nvSpPr>
          <p:spPr>
            <a:xfrm>
              <a:off x="-60987050" y="4100950"/>
              <a:ext cx="315850" cy="123475"/>
            </a:xfrm>
            <a:custGeom>
              <a:rect b="b" l="l" r="r" t="t"/>
              <a:pathLst>
                <a:path extrusionOk="0" h="4939" w="12634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81"/>
            <p:cNvSpPr/>
            <p:nvPr/>
          </p:nvSpPr>
          <p:spPr>
            <a:xfrm>
              <a:off x="-60757075" y="4245675"/>
              <a:ext cx="61475" cy="89025"/>
            </a:xfrm>
            <a:custGeom>
              <a:rect b="b" l="l" r="r" t="t"/>
              <a:pathLst>
                <a:path extrusionOk="0" h="3561" w="2459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81"/>
            <p:cNvSpPr/>
            <p:nvPr/>
          </p:nvSpPr>
          <p:spPr>
            <a:xfrm>
              <a:off x="-60861025" y="4245675"/>
              <a:ext cx="62225" cy="89025"/>
            </a:xfrm>
            <a:custGeom>
              <a:rect b="b" l="l" r="r" t="t"/>
              <a:pathLst>
                <a:path extrusionOk="0" h="3561" w="2489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81"/>
            <p:cNvSpPr/>
            <p:nvPr/>
          </p:nvSpPr>
          <p:spPr>
            <a:xfrm>
              <a:off x="-60964200" y="4245675"/>
              <a:ext cx="62225" cy="89025"/>
            </a:xfrm>
            <a:custGeom>
              <a:rect b="b" l="l" r="r" t="t"/>
              <a:pathLst>
                <a:path extrusionOk="0" h="3561" w="2489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7" name="Google Shape;1127;p81"/>
          <p:cNvSpPr/>
          <p:nvPr/>
        </p:nvSpPr>
        <p:spPr>
          <a:xfrm>
            <a:off x="4987679" y="3251094"/>
            <a:ext cx="366335" cy="367290"/>
          </a:xfrm>
          <a:custGeom>
            <a:rect b="b" l="l" r="r" t="t"/>
            <a:pathLst>
              <a:path extrusionOk="0" h="12698" w="12665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81"/>
          <p:cNvSpPr/>
          <p:nvPr/>
        </p:nvSpPr>
        <p:spPr>
          <a:xfrm>
            <a:off x="2067020" y="3851476"/>
            <a:ext cx="367261" cy="366364"/>
          </a:xfrm>
          <a:custGeom>
            <a:rect b="b" l="l" r="r" t="t"/>
            <a:pathLst>
              <a:path extrusionOk="0" h="12666" w="12697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9" name="Google Shape;1129;p81"/>
          <p:cNvGrpSpPr/>
          <p:nvPr/>
        </p:nvGrpSpPr>
        <p:grpSpPr>
          <a:xfrm>
            <a:off x="824206" y="3251556"/>
            <a:ext cx="367261" cy="366364"/>
            <a:chOff x="-62884425" y="4111775"/>
            <a:chExt cx="317425" cy="316650"/>
          </a:xfrm>
        </p:grpSpPr>
        <p:sp>
          <p:nvSpPr>
            <p:cNvPr id="1130" name="Google Shape;1130;p81"/>
            <p:cNvSpPr/>
            <p:nvPr/>
          </p:nvSpPr>
          <p:spPr>
            <a:xfrm>
              <a:off x="-62884425" y="4325225"/>
              <a:ext cx="317425" cy="103200"/>
            </a:xfrm>
            <a:custGeom>
              <a:rect b="b" l="l" r="r" t="t"/>
              <a:pathLst>
                <a:path extrusionOk="0" h="4128" w="12697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81"/>
            <p:cNvSpPr/>
            <p:nvPr/>
          </p:nvSpPr>
          <p:spPr>
            <a:xfrm>
              <a:off x="-62884425" y="4111775"/>
              <a:ext cx="317425" cy="193000"/>
            </a:xfrm>
            <a:custGeom>
              <a:rect b="b" l="l" r="r" t="t"/>
              <a:pathLst>
                <a:path extrusionOk="0" h="7720" w="12697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2" name="Google Shape;1132;p81"/>
          <p:cNvGrpSpPr/>
          <p:nvPr/>
        </p:nvGrpSpPr>
        <p:grpSpPr>
          <a:xfrm>
            <a:off x="2659172" y="2709783"/>
            <a:ext cx="365467" cy="368389"/>
            <a:chOff x="-62516625" y="3743175"/>
            <a:chExt cx="315875" cy="318400"/>
          </a:xfrm>
        </p:grpSpPr>
        <p:sp>
          <p:nvSpPr>
            <p:cNvPr id="1133" name="Google Shape;1133;p81"/>
            <p:cNvSpPr/>
            <p:nvPr/>
          </p:nvSpPr>
          <p:spPr>
            <a:xfrm>
              <a:off x="-62334675" y="3884950"/>
              <a:ext cx="62250" cy="145725"/>
            </a:xfrm>
            <a:custGeom>
              <a:rect b="b" l="l" r="r" t="t"/>
              <a:pathLst>
                <a:path extrusionOk="0" h="5829" w="2490">
                  <a:moveTo>
                    <a:pt x="1229" y="0"/>
                  </a:moveTo>
                  <a:cubicBezTo>
                    <a:pt x="977" y="0"/>
                    <a:pt x="820" y="189"/>
                    <a:pt x="820" y="410"/>
                  </a:cubicBezTo>
                  <a:lnTo>
                    <a:pt x="820" y="662"/>
                  </a:lnTo>
                  <a:cubicBezTo>
                    <a:pt x="347" y="819"/>
                    <a:pt x="0" y="1292"/>
                    <a:pt x="0" y="1859"/>
                  </a:cubicBezTo>
                  <a:cubicBezTo>
                    <a:pt x="0" y="2520"/>
                    <a:pt x="536" y="2930"/>
                    <a:pt x="977" y="3245"/>
                  </a:cubicBezTo>
                  <a:cubicBezTo>
                    <a:pt x="1292" y="3466"/>
                    <a:pt x="1639" y="3718"/>
                    <a:pt x="1639" y="3938"/>
                  </a:cubicBezTo>
                  <a:cubicBezTo>
                    <a:pt x="1639" y="4190"/>
                    <a:pt x="1450" y="4348"/>
                    <a:pt x="1229" y="4348"/>
                  </a:cubicBezTo>
                  <a:cubicBezTo>
                    <a:pt x="977" y="4348"/>
                    <a:pt x="820" y="4127"/>
                    <a:pt x="820" y="3938"/>
                  </a:cubicBezTo>
                  <a:cubicBezTo>
                    <a:pt x="820" y="3718"/>
                    <a:pt x="631" y="3497"/>
                    <a:pt x="442" y="3497"/>
                  </a:cubicBezTo>
                  <a:cubicBezTo>
                    <a:pt x="221" y="3497"/>
                    <a:pt x="0" y="3718"/>
                    <a:pt x="0" y="3938"/>
                  </a:cubicBezTo>
                  <a:cubicBezTo>
                    <a:pt x="0" y="4505"/>
                    <a:pt x="347" y="4915"/>
                    <a:pt x="820" y="5135"/>
                  </a:cubicBezTo>
                  <a:lnTo>
                    <a:pt x="820" y="5387"/>
                  </a:lnTo>
                  <a:cubicBezTo>
                    <a:pt x="820" y="5639"/>
                    <a:pt x="1009" y="5828"/>
                    <a:pt x="1229" y="5828"/>
                  </a:cubicBezTo>
                  <a:cubicBezTo>
                    <a:pt x="1450" y="5828"/>
                    <a:pt x="1639" y="5639"/>
                    <a:pt x="1639" y="5387"/>
                  </a:cubicBezTo>
                  <a:lnTo>
                    <a:pt x="1639" y="5135"/>
                  </a:lnTo>
                  <a:cubicBezTo>
                    <a:pt x="2111" y="4978"/>
                    <a:pt x="2489" y="4505"/>
                    <a:pt x="2489" y="3938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1"/>
                    <a:pt x="820" y="2079"/>
                    <a:pt x="820" y="1859"/>
                  </a:cubicBezTo>
                  <a:cubicBezTo>
                    <a:pt x="820" y="1607"/>
                    <a:pt x="1009" y="1418"/>
                    <a:pt x="1229" y="1418"/>
                  </a:cubicBezTo>
                  <a:cubicBezTo>
                    <a:pt x="1450" y="1418"/>
                    <a:pt x="1639" y="1607"/>
                    <a:pt x="1639" y="1859"/>
                  </a:cubicBezTo>
                  <a:cubicBezTo>
                    <a:pt x="1639" y="2079"/>
                    <a:pt x="1859" y="2237"/>
                    <a:pt x="2048" y="2237"/>
                  </a:cubicBezTo>
                  <a:cubicBezTo>
                    <a:pt x="2237" y="2237"/>
                    <a:pt x="2489" y="2048"/>
                    <a:pt x="2489" y="1859"/>
                  </a:cubicBezTo>
                  <a:cubicBezTo>
                    <a:pt x="2489" y="1292"/>
                    <a:pt x="2143" y="882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81"/>
            <p:cNvSpPr/>
            <p:nvPr/>
          </p:nvSpPr>
          <p:spPr>
            <a:xfrm>
              <a:off x="-62516625" y="3743175"/>
              <a:ext cx="315875" cy="318400"/>
            </a:xfrm>
            <a:custGeom>
              <a:rect b="b" l="l" r="r" t="t"/>
              <a:pathLst>
                <a:path extrusionOk="0" h="12736" w="12635">
                  <a:moveTo>
                    <a:pt x="4632" y="3308"/>
                  </a:moveTo>
                  <a:cubicBezTo>
                    <a:pt x="5388" y="3308"/>
                    <a:pt x="6018" y="3938"/>
                    <a:pt x="6018" y="4694"/>
                  </a:cubicBezTo>
                  <a:cubicBezTo>
                    <a:pt x="6018" y="5450"/>
                    <a:pt x="5420" y="6049"/>
                    <a:pt x="4632" y="6049"/>
                  </a:cubicBezTo>
                  <a:cubicBezTo>
                    <a:pt x="3876" y="6049"/>
                    <a:pt x="3246" y="5419"/>
                    <a:pt x="3246" y="4694"/>
                  </a:cubicBezTo>
                  <a:cubicBezTo>
                    <a:pt x="3246" y="3938"/>
                    <a:pt x="3876" y="3308"/>
                    <a:pt x="4632" y="3308"/>
                  </a:cubicBezTo>
                  <a:close/>
                  <a:moveTo>
                    <a:pt x="8507" y="5230"/>
                  </a:moveTo>
                  <a:cubicBezTo>
                    <a:pt x="10303" y="5230"/>
                    <a:pt x="11815" y="6742"/>
                    <a:pt x="11815" y="8538"/>
                  </a:cubicBezTo>
                  <a:cubicBezTo>
                    <a:pt x="11815" y="10365"/>
                    <a:pt x="10334" y="11846"/>
                    <a:pt x="8507" y="11846"/>
                  </a:cubicBezTo>
                  <a:cubicBezTo>
                    <a:pt x="6680" y="11846"/>
                    <a:pt x="5199" y="10365"/>
                    <a:pt x="5199" y="8538"/>
                  </a:cubicBezTo>
                  <a:cubicBezTo>
                    <a:pt x="5199" y="6742"/>
                    <a:pt x="6680" y="5230"/>
                    <a:pt x="8507" y="5230"/>
                  </a:cubicBezTo>
                  <a:close/>
                  <a:moveTo>
                    <a:pt x="4664" y="0"/>
                  </a:moveTo>
                  <a:cubicBezTo>
                    <a:pt x="2080" y="0"/>
                    <a:pt x="1" y="2079"/>
                    <a:pt x="1" y="4694"/>
                  </a:cubicBezTo>
                  <a:cubicBezTo>
                    <a:pt x="1" y="5703"/>
                    <a:pt x="316" y="6711"/>
                    <a:pt x="914" y="7498"/>
                  </a:cubicBezTo>
                  <a:lnTo>
                    <a:pt x="4317" y="12571"/>
                  </a:lnTo>
                  <a:cubicBezTo>
                    <a:pt x="4396" y="12681"/>
                    <a:pt x="4530" y="12736"/>
                    <a:pt x="4660" y="12736"/>
                  </a:cubicBezTo>
                  <a:cubicBezTo>
                    <a:pt x="4790" y="12736"/>
                    <a:pt x="4916" y="12681"/>
                    <a:pt x="4979" y="12571"/>
                  </a:cubicBezTo>
                  <a:lnTo>
                    <a:pt x="5672" y="11531"/>
                  </a:lnTo>
                  <a:cubicBezTo>
                    <a:pt x="6396" y="12256"/>
                    <a:pt x="7404" y="12665"/>
                    <a:pt x="8507" y="12665"/>
                  </a:cubicBezTo>
                  <a:cubicBezTo>
                    <a:pt x="10776" y="12665"/>
                    <a:pt x="12634" y="10838"/>
                    <a:pt x="12634" y="8538"/>
                  </a:cubicBezTo>
                  <a:cubicBezTo>
                    <a:pt x="12634" y="6553"/>
                    <a:pt x="11217" y="4852"/>
                    <a:pt x="9326" y="4474"/>
                  </a:cubicBezTo>
                  <a:lnTo>
                    <a:pt x="9326" y="4222"/>
                  </a:lnTo>
                  <a:cubicBezTo>
                    <a:pt x="9074" y="1796"/>
                    <a:pt x="7089" y="0"/>
                    <a:pt x="46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5" name="Google Shape;1135;p81"/>
          <p:cNvGrpSpPr/>
          <p:nvPr/>
        </p:nvGrpSpPr>
        <p:grpSpPr>
          <a:xfrm>
            <a:off x="2666140" y="3271611"/>
            <a:ext cx="351786" cy="326274"/>
            <a:chOff x="-62511900" y="4129100"/>
            <a:chExt cx="304050" cy="282000"/>
          </a:xfrm>
        </p:grpSpPr>
        <p:sp>
          <p:nvSpPr>
            <p:cNvPr id="1136" name="Google Shape;1136;p81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81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81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81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81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p81"/>
          <p:cNvGrpSpPr/>
          <p:nvPr/>
        </p:nvGrpSpPr>
        <p:grpSpPr>
          <a:xfrm>
            <a:off x="824532" y="3851527"/>
            <a:ext cx="366364" cy="366248"/>
            <a:chOff x="-60255350" y="3733825"/>
            <a:chExt cx="316650" cy="316550"/>
          </a:xfrm>
        </p:grpSpPr>
        <p:sp>
          <p:nvSpPr>
            <p:cNvPr id="1142" name="Google Shape;1142;p81"/>
            <p:cNvSpPr/>
            <p:nvPr/>
          </p:nvSpPr>
          <p:spPr>
            <a:xfrm>
              <a:off x="-60218325" y="3733825"/>
              <a:ext cx="235525" cy="316550"/>
            </a:xfrm>
            <a:custGeom>
              <a:rect b="b" l="l" r="r" t="t"/>
              <a:pathLst>
                <a:path extrusionOk="0" h="12662" w="9421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81"/>
            <p:cNvSpPr/>
            <p:nvPr/>
          </p:nvSpPr>
          <p:spPr>
            <a:xfrm>
              <a:off x="-60255350" y="3844775"/>
              <a:ext cx="34675" cy="20500"/>
            </a:xfrm>
            <a:custGeom>
              <a:rect b="b" l="l" r="r" t="t"/>
              <a:pathLst>
                <a:path extrusionOk="0" h="820" w="1387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81"/>
            <p:cNvSpPr/>
            <p:nvPr/>
          </p:nvSpPr>
          <p:spPr>
            <a:xfrm>
              <a:off x="-59974175" y="3844775"/>
              <a:ext cx="35475" cy="20500"/>
            </a:xfrm>
            <a:custGeom>
              <a:rect b="b" l="l" r="r" t="t"/>
              <a:pathLst>
                <a:path extrusionOk="0" h="820" w="1419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81"/>
            <p:cNvSpPr/>
            <p:nvPr/>
          </p:nvSpPr>
          <p:spPr>
            <a:xfrm>
              <a:off x="-60212825" y="393947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81"/>
            <p:cNvSpPr/>
            <p:nvPr/>
          </p:nvSpPr>
          <p:spPr>
            <a:xfrm>
              <a:off x="-60012750" y="373942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81"/>
            <p:cNvSpPr/>
            <p:nvPr/>
          </p:nvSpPr>
          <p:spPr>
            <a:xfrm>
              <a:off x="-60012750" y="393947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81"/>
            <p:cNvSpPr/>
            <p:nvPr/>
          </p:nvSpPr>
          <p:spPr>
            <a:xfrm>
              <a:off x="-60212825" y="373942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9" name="Google Shape;1149;p81"/>
          <p:cNvSpPr/>
          <p:nvPr/>
        </p:nvSpPr>
        <p:spPr>
          <a:xfrm>
            <a:off x="822697" y="2710122"/>
            <a:ext cx="370009" cy="367724"/>
          </a:xfrm>
          <a:custGeom>
            <a:rect b="b" l="l" r="r" t="t"/>
            <a:pathLst>
              <a:path extrusionOk="0" h="12713" w="12792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0" name="Google Shape;1150;p81"/>
          <p:cNvGrpSpPr/>
          <p:nvPr/>
        </p:nvGrpSpPr>
        <p:grpSpPr>
          <a:xfrm>
            <a:off x="1435385" y="2711664"/>
            <a:ext cx="369112" cy="364657"/>
            <a:chOff x="-59869425" y="4102225"/>
            <a:chExt cx="319025" cy="315175"/>
          </a:xfrm>
        </p:grpSpPr>
        <p:sp>
          <p:nvSpPr>
            <p:cNvPr id="1151" name="Google Shape;1151;p81"/>
            <p:cNvSpPr/>
            <p:nvPr/>
          </p:nvSpPr>
          <p:spPr>
            <a:xfrm>
              <a:off x="-59869425" y="4102225"/>
              <a:ext cx="149675" cy="256825"/>
            </a:xfrm>
            <a:custGeom>
              <a:rect b="b" l="l" r="r" t="t"/>
              <a:pathLst>
                <a:path extrusionOk="0" h="10273" w="5987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81"/>
            <p:cNvSpPr/>
            <p:nvPr/>
          </p:nvSpPr>
          <p:spPr>
            <a:xfrm>
              <a:off x="-59811125" y="4322075"/>
              <a:ext cx="201650" cy="95325"/>
            </a:xfrm>
            <a:custGeom>
              <a:rect b="b" l="l" r="r" t="t"/>
              <a:pathLst>
                <a:path extrusionOk="0" h="3813" w="8066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81"/>
            <p:cNvSpPr/>
            <p:nvPr/>
          </p:nvSpPr>
          <p:spPr>
            <a:xfrm>
              <a:off x="-59700075" y="4102225"/>
              <a:ext cx="149675" cy="256525"/>
            </a:xfrm>
            <a:custGeom>
              <a:rect b="b" l="l" r="r" t="t"/>
              <a:pathLst>
                <a:path extrusionOk="0" h="10261" w="5987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81"/>
            <p:cNvSpPr/>
            <p:nvPr/>
          </p:nvSpPr>
          <p:spPr>
            <a:xfrm>
              <a:off x="-59742600" y="4187375"/>
              <a:ext cx="63025" cy="144950"/>
            </a:xfrm>
            <a:custGeom>
              <a:rect b="b" l="l" r="r" t="t"/>
              <a:pathLst>
                <a:path extrusionOk="0" h="5798" w="2521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81"/>
          <p:cNvGrpSpPr/>
          <p:nvPr/>
        </p:nvGrpSpPr>
        <p:grpSpPr>
          <a:xfrm>
            <a:off x="1446917" y="3345548"/>
            <a:ext cx="345974" cy="178373"/>
            <a:chOff x="213421" y="2051804"/>
            <a:chExt cx="345974" cy="178373"/>
          </a:xfrm>
        </p:grpSpPr>
        <p:sp>
          <p:nvSpPr>
            <p:cNvPr id="1156" name="Google Shape;1156;p81"/>
            <p:cNvSpPr/>
            <p:nvPr/>
          </p:nvSpPr>
          <p:spPr>
            <a:xfrm>
              <a:off x="414543" y="2098752"/>
              <a:ext cx="97266" cy="84518"/>
            </a:xfrm>
            <a:custGeom>
              <a:rect b="b" l="l" r="r" t="t"/>
              <a:pathLst>
                <a:path extrusionOk="0" h="1883" w="2167">
                  <a:moveTo>
                    <a:pt x="1614" y="732"/>
                  </a:moveTo>
                  <a:cubicBezTo>
                    <a:pt x="1659" y="732"/>
                    <a:pt x="1718" y="762"/>
                    <a:pt x="1763" y="792"/>
                  </a:cubicBezTo>
                  <a:cubicBezTo>
                    <a:pt x="1793" y="837"/>
                    <a:pt x="1823" y="897"/>
                    <a:pt x="1823" y="941"/>
                  </a:cubicBezTo>
                  <a:cubicBezTo>
                    <a:pt x="1823" y="1001"/>
                    <a:pt x="1793" y="1046"/>
                    <a:pt x="1763" y="1091"/>
                  </a:cubicBezTo>
                  <a:cubicBezTo>
                    <a:pt x="1718" y="1136"/>
                    <a:pt x="1659" y="1151"/>
                    <a:pt x="1614" y="1151"/>
                  </a:cubicBezTo>
                  <a:cubicBezTo>
                    <a:pt x="1554" y="1151"/>
                    <a:pt x="1509" y="1136"/>
                    <a:pt x="1464" y="1091"/>
                  </a:cubicBezTo>
                  <a:cubicBezTo>
                    <a:pt x="1420" y="1046"/>
                    <a:pt x="1405" y="1001"/>
                    <a:pt x="1405" y="941"/>
                  </a:cubicBezTo>
                  <a:cubicBezTo>
                    <a:pt x="1405" y="897"/>
                    <a:pt x="1420" y="837"/>
                    <a:pt x="1464" y="792"/>
                  </a:cubicBezTo>
                  <a:cubicBezTo>
                    <a:pt x="1509" y="762"/>
                    <a:pt x="1554" y="732"/>
                    <a:pt x="1614" y="732"/>
                  </a:cubicBezTo>
                  <a:close/>
                  <a:moveTo>
                    <a:pt x="1" y="0"/>
                  </a:moveTo>
                  <a:cubicBezTo>
                    <a:pt x="195" y="225"/>
                    <a:pt x="314" y="568"/>
                    <a:pt x="314" y="941"/>
                  </a:cubicBezTo>
                  <a:cubicBezTo>
                    <a:pt x="314" y="1330"/>
                    <a:pt x="195" y="1658"/>
                    <a:pt x="1" y="1882"/>
                  </a:cubicBezTo>
                  <a:lnTo>
                    <a:pt x="1808" y="1882"/>
                  </a:lnTo>
                  <a:cubicBezTo>
                    <a:pt x="1868" y="1733"/>
                    <a:pt x="2002" y="1599"/>
                    <a:pt x="2166" y="1539"/>
                  </a:cubicBezTo>
                  <a:lnTo>
                    <a:pt x="2166" y="344"/>
                  </a:lnTo>
                  <a:cubicBezTo>
                    <a:pt x="2002" y="284"/>
                    <a:pt x="1868" y="165"/>
                    <a:pt x="1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81"/>
            <p:cNvSpPr/>
            <p:nvPr/>
          </p:nvSpPr>
          <p:spPr>
            <a:xfrm>
              <a:off x="261042" y="2098752"/>
              <a:ext cx="97266" cy="84518"/>
            </a:xfrm>
            <a:custGeom>
              <a:rect b="b" l="l" r="r" t="t"/>
              <a:pathLst>
                <a:path extrusionOk="0" h="1883" w="2167">
                  <a:moveTo>
                    <a:pt x="553" y="732"/>
                  </a:moveTo>
                  <a:cubicBezTo>
                    <a:pt x="613" y="732"/>
                    <a:pt x="672" y="762"/>
                    <a:pt x="702" y="792"/>
                  </a:cubicBezTo>
                  <a:cubicBezTo>
                    <a:pt x="747" y="837"/>
                    <a:pt x="762" y="897"/>
                    <a:pt x="762" y="941"/>
                  </a:cubicBezTo>
                  <a:cubicBezTo>
                    <a:pt x="762" y="1001"/>
                    <a:pt x="747" y="1046"/>
                    <a:pt x="702" y="1091"/>
                  </a:cubicBezTo>
                  <a:cubicBezTo>
                    <a:pt x="672" y="1136"/>
                    <a:pt x="613" y="1151"/>
                    <a:pt x="553" y="1151"/>
                  </a:cubicBezTo>
                  <a:cubicBezTo>
                    <a:pt x="508" y="1151"/>
                    <a:pt x="448" y="1136"/>
                    <a:pt x="404" y="1091"/>
                  </a:cubicBezTo>
                  <a:cubicBezTo>
                    <a:pt x="374" y="1046"/>
                    <a:pt x="344" y="1001"/>
                    <a:pt x="344" y="941"/>
                  </a:cubicBezTo>
                  <a:cubicBezTo>
                    <a:pt x="344" y="897"/>
                    <a:pt x="374" y="837"/>
                    <a:pt x="404" y="792"/>
                  </a:cubicBezTo>
                  <a:cubicBezTo>
                    <a:pt x="448" y="762"/>
                    <a:pt x="508" y="732"/>
                    <a:pt x="553" y="732"/>
                  </a:cubicBezTo>
                  <a:close/>
                  <a:moveTo>
                    <a:pt x="359" y="0"/>
                  </a:moveTo>
                  <a:cubicBezTo>
                    <a:pt x="299" y="165"/>
                    <a:pt x="165" y="284"/>
                    <a:pt x="0" y="344"/>
                  </a:cubicBezTo>
                  <a:lnTo>
                    <a:pt x="0" y="1539"/>
                  </a:lnTo>
                  <a:cubicBezTo>
                    <a:pt x="165" y="1599"/>
                    <a:pt x="299" y="1733"/>
                    <a:pt x="359" y="1882"/>
                  </a:cubicBezTo>
                  <a:lnTo>
                    <a:pt x="2166" y="1882"/>
                  </a:lnTo>
                  <a:cubicBezTo>
                    <a:pt x="1972" y="1658"/>
                    <a:pt x="1852" y="1330"/>
                    <a:pt x="1852" y="941"/>
                  </a:cubicBezTo>
                  <a:cubicBezTo>
                    <a:pt x="1852" y="568"/>
                    <a:pt x="1972" y="225"/>
                    <a:pt x="2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81"/>
            <p:cNvSpPr/>
            <p:nvPr/>
          </p:nvSpPr>
          <p:spPr>
            <a:xfrm>
              <a:off x="213421" y="2051804"/>
              <a:ext cx="345974" cy="178373"/>
            </a:xfrm>
            <a:custGeom>
              <a:rect b="b" l="l" r="r" t="t"/>
              <a:pathLst>
                <a:path extrusionOk="0" h="3974" w="7708">
                  <a:moveTo>
                    <a:pt x="6468" y="628"/>
                  </a:moveTo>
                  <a:cubicBezTo>
                    <a:pt x="6573" y="628"/>
                    <a:pt x="6662" y="718"/>
                    <a:pt x="6662" y="837"/>
                  </a:cubicBezTo>
                  <a:cubicBezTo>
                    <a:pt x="6662" y="942"/>
                    <a:pt x="6752" y="1017"/>
                    <a:pt x="6856" y="1017"/>
                  </a:cubicBezTo>
                  <a:cubicBezTo>
                    <a:pt x="6961" y="1017"/>
                    <a:pt x="7051" y="1106"/>
                    <a:pt x="7051" y="1226"/>
                  </a:cubicBezTo>
                  <a:lnTo>
                    <a:pt x="7051" y="2749"/>
                  </a:lnTo>
                  <a:cubicBezTo>
                    <a:pt x="7051" y="2869"/>
                    <a:pt x="6961" y="2958"/>
                    <a:pt x="6856" y="2958"/>
                  </a:cubicBezTo>
                  <a:cubicBezTo>
                    <a:pt x="6752" y="2958"/>
                    <a:pt x="6662" y="3048"/>
                    <a:pt x="6662" y="3138"/>
                  </a:cubicBezTo>
                  <a:cubicBezTo>
                    <a:pt x="6662" y="3257"/>
                    <a:pt x="6573" y="3347"/>
                    <a:pt x="6468" y="3347"/>
                  </a:cubicBezTo>
                  <a:lnTo>
                    <a:pt x="1256" y="3347"/>
                  </a:lnTo>
                  <a:cubicBezTo>
                    <a:pt x="1136" y="3347"/>
                    <a:pt x="1046" y="3257"/>
                    <a:pt x="1046" y="3138"/>
                  </a:cubicBezTo>
                  <a:cubicBezTo>
                    <a:pt x="1046" y="3048"/>
                    <a:pt x="957" y="2958"/>
                    <a:pt x="867" y="2958"/>
                  </a:cubicBezTo>
                  <a:cubicBezTo>
                    <a:pt x="748" y="2958"/>
                    <a:pt x="658" y="2869"/>
                    <a:pt x="658" y="2749"/>
                  </a:cubicBezTo>
                  <a:lnTo>
                    <a:pt x="658" y="1226"/>
                  </a:lnTo>
                  <a:cubicBezTo>
                    <a:pt x="658" y="1106"/>
                    <a:pt x="748" y="1017"/>
                    <a:pt x="867" y="1017"/>
                  </a:cubicBezTo>
                  <a:cubicBezTo>
                    <a:pt x="957" y="1017"/>
                    <a:pt x="1046" y="942"/>
                    <a:pt x="1046" y="837"/>
                  </a:cubicBezTo>
                  <a:cubicBezTo>
                    <a:pt x="1046" y="718"/>
                    <a:pt x="1136" y="628"/>
                    <a:pt x="1256" y="628"/>
                  </a:cubicBezTo>
                  <a:close/>
                  <a:moveTo>
                    <a:pt x="210" y="1"/>
                  </a:moveTo>
                  <a:cubicBezTo>
                    <a:pt x="91" y="1"/>
                    <a:pt x="1" y="91"/>
                    <a:pt x="1" y="210"/>
                  </a:cubicBezTo>
                  <a:lnTo>
                    <a:pt x="1" y="3765"/>
                  </a:lnTo>
                  <a:cubicBezTo>
                    <a:pt x="1" y="3884"/>
                    <a:pt x="91" y="3974"/>
                    <a:pt x="210" y="3974"/>
                  </a:cubicBezTo>
                  <a:lnTo>
                    <a:pt x="7499" y="3974"/>
                  </a:lnTo>
                  <a:cubicBezTo>
                    <a:pt x="7618" y="3974"/>
                    <a:pt x="7708" y="3884"/>
                    <a:pt x="7708" y="3765"/>
                  </a:cubicBezTo>
                  <a:lnTo>
                    <a:pt x="7708" y="210"/>
                  </a:lnTo>
                  <a:cubicBezTo>
                    <a:pt x="7708" y="91"/>
                    <a:pt x="7618" y="1"/>
                    <a:pt x="74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81"/>
            <p:cNvSpPr/>
            <p:nvPr/>
          </p:nvSpPr>
          <p:spPr>
            <a:xfrm>
              <a:off x="362927" y="2102791"/>
              <a:ext cx="46995" cy="76439"/>
            </a:xfrm>
            <a:custGeom>
              <a:rect b="b" l="l" r="r" t="t"/>
              <a:pathLst>
                <a:path extrusionOk="0" h="1703" w="1047">
                  <a:moveTo>
                    <a:pt x="523" y="0"/>
                  </a:moveTo>
                  <a:cubicBezTo>
                    <a:pt x="240" y="0"/>
                    <a:pt x="1" y="388"/>
                    <a:pt x="1" y="851"/>
                  </a:cubicBezTo>
                  <a:cubicBezTo>
                    <a:pt x="1" y="1314"/>
                    <a:pt x="240" y="1703"/>
                    <a:pt x="523" y="1703"/>
                  </a:cubicBezTo>
                  <a:cubicBezTo>
                    <a:pt x="807" y="1703"/>
                    <a:pt x="1046" y="1314"/>
                    <a:pt x="1046" y="851"/>
                  </a:cubicBezTo>
                  <a:cubicBezTo>
                    <a:pt x="1046" y="388"/>
                    <a:pt x="807" y="0"/>
                    <a:pt x="5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0" name="Google Shape;1160;p81"/>
          <p:cNvSpPr/>
          <p:nvPr/>
        </p:nvSpPr>
        <p:spPr>
          <a:xfrm>
            <a:off x="2137237" y="3288266"/>
            <a:ext cx="226827" cy="292945"/>
          </a:xfrm>
          <a:custGeom>
            <a:rect b="b" l="l" r="r" t="t"/>
            <a:pathLst>
              <a:path extrusionOk="0" h="6194" w="4796">
                <a:moveTo>
                  <a:pt x="3472" y="0"/>
                </a:moveTo>
                <a:cubicBezTo>
                  <a:pt x="3295" y="0"/>
                  <a:pt x="3040" y="503"/>
                  <a:pt x="2847" y="503"/>
                </a:cubicBezTo>
                <a:cubicBezTo>
                  <a:pt x="2844" y="503"/>
                  <a:pt x="2841" y="503"/>
                  <a:pt x="2839" y="502"/>
                </a:cubicBezTo>
                <a:cubicBezTo>
                  <a:pt x="2689" y="488"/>
                  <a:pt x="2555" y="54"/>
                  <a:pt x="2406" y="54"/>
                </a:cubicBezTo>
                <a:cubicBezTo>
                  <a:pt x="2241" y="54"/>
                  <a:pt x="2107" y="502"/>
                  <a:pt x="1943" y="517"/>
                </a:cubicBezTo>
                <a:cubicBezTo>
                  <a:pt x="1940" y="518"/>
                  <a:pt x="1938" y="518"/>
                  <a:pt x="1935" y="518"/>
                </a:cubicBezTo>
                <a:cubicBezTo>
                  <a:pt x="1742" y="518"/>
                  <a:pt x="1512" y="1"/>
                  <a:pt x="1338" y="1"/>
                </a:cubicBezTo>
                <a:cubicBezTo>
                  <a:pt x="1325" y="1"/>
                  <a:pt x="1313" y="3"/>
                  <a:pt x="1300" y="10"/>
                </a:cubicBezTo>
                <a:cubicBezTo>
                  <a:pt x="1091" y="114"/>
                  <a:pt x="1271" y="697"/>
                  <a:pt x="1300" y="921"/>
                </a:cubicBezTo>
                <a:cubicBezTo>
                  <a:pt x="1315" y="1025"/>
                  <a:pt x="1345" y="1145"/>
                  <a:pt x="1420" y="1219"/>
                </a:cubicBezTo>
                <a:lnTo>
                  <a:pt x="3391" y="1219"/>
                </a:lnTo>
                <a:cubicBezTo>
                  <a:pt x="3451" y="1145"/>
                  <a:pt x="3496" y="1025"/>
                  <a:pt x="3511" y="921"/>
                </a:cubicBezTo>
                <a:cubicBezTo>
                  <a:pt x="3541" y="697"/>
                  <a:pt x="3705" y="114"/>
                  <a:pt x="3511" y="10"/>
                </a:cubicBezTo>
                <a:cubicBezTo>
                  <a:pt x="3498" y="3"/>
                  <a:pt x="3485" y="0"/>
                  <a:pt x="3472" y="0"/>
                </a:cubicBezTo>
                <a:close/>
                <a:moveTo>
                  <a:pt x="1360" y="1324"/>
                </a:moveTo>
                <a:cubicBezTo>
                  <a:pt x="1226" y="1324"/>
                  <a:pt x="1121" y="1429"/>
                  <a:pt x="1121" y="1563"/>
                </a:cubicBezTo>
                <a:cubicBezTo>
                  <a:pt x="1121" y="1682"/>
                  <a:pt x="1226" y="1787"/>
                  <a:pt x="1360" y="1787"/>
                </a:cubicBezTo>
                <a:lnTo>
                  <a:pt x="3451" y="1787"/>
                </a:lnTo>
                <a:cubicBezTo>
                  <a:pt x="3571" y="1787"/>
                  <a:pt x="3675" y="1682"/>
                  <a:pt x="3675" y="1563"/>
                </a:cubicBezTo>
                <a:cubicBezTo>
                  <a:pt x="3675" y="1429"/>
                  <a:pt x="3571" y="1324"/>
                  <a:pt x="3451" y="1324"/>
                </a:cubicBezTo>
                <a:close/>
                <a:moveTo>
                  <a:pt x="2256" y="3176"/>
                </a:moveTo>
                <a:cubicBezTo>
                  <a:pt x="2226" y="3176"/>
                  <a:pt x="2182" y="3191"/>
                  <a:pt x="2137" y="3191"/>
                </a:cubicBezTo>
                <a:lnTo>
                  <a:pt x="2017" y="3191"/>
                </a:lnTo>
                <a:cubicBezTo>
                  <a:pt x="1987" y="3191"/>
                  <a:pt x="1943" y="3206"/>
                  <a:pt x="1913" y="3206"/>
                </a:cubicBezTo>
                <a:cubicBezTo>
                  <a:pt x="1883" y="3221"/>
                  <a:pt x="1853" y="3236"/>
                  <a:pt x="1823" y="3251"/>
                </a:cubicBezTo>
                <a:cubicBezTo>
                  <a:pt x="1748" y="3281"/>
                  <a:pt x="1704" y="3385"/>
                  <a:pt x="1704" y="3564"/>
                </a:cubicBezTo>
                <a:cubicBezTo>
                  <a:pt x="1704" y="3684"/>
                  <a:pt x="1734" y="3758"/>
                  <a:pt x="1793" y="3818"/>
                </a:cubicBezTo>
                <a:cubicBezTo>
                  <a:pt x="1838" y="3848"/>
                  <a:pt x="1898" y="3878"/>
                  <a:pt x="1972" y="3893"/>
                </a:cubicBezTo>
                <a:cubicBezTo>
                  <a:pt x="2032" y="3908"/>
                  <a:pt x="2137" y="3908"/>
                  <a:pt x="2256" y="3923"/>
                </a:cubicBezTo>
                <a:lnTo>
                  <a:pt x="2256" y="3176"/>
                </a:lnTo>
                <a:close/>
                <a:moveTo>
                  <a:pt x="2540" y="4356"/>
                </a:moveTo>
                <a:lnTo>
                  <a:pt x="2540" y="5118"/>
                </a:lnTo>
                <a:cubicBezTo>
                  <a:pt x="2749" y="5118"/>
                  <a:pt x="2899" y="5103"/>
                  <a:pt x="2973" y="5058"/>
                </a:cubicBezTo>
                <a:cubicBezTo>
                  <a:pt x="3003" y="5028"/>
                  <a:pt x="3033" y="4998"/>
                  <a:pt x="3063" y="4953"/>
                </a:cubicBezTo>
                <a:cubicBezTo>
                  <a:pt x="3093" y="4909"/>
                  <a:pt x="3108" y="4849"/>
                  <a:pt x="3108" y="4744"/>
                </a:cubicBezTo>
                <a:cubicBezTo>
                  <a:pt x="3108" y="4625"/>
                  <a:pt x="3078" y="4535"/>
                  <a:pt x="3048" y="4490"/>
                </a:cubicBezTo>
                <a:cubicBezTo>
                  <a:pt x="3018" y="4431"/>
                  <a:pt x="2958" y="4401"/>
                  <a:pt x="2884" y="4386"/>
                </a:cubicBezTo>
                <a:cubicBezTo>
                  <a:pt x="2809" y="4371"/>
                  <a:pt x="2704" y="4356"/>
                  <a:pt x="2540" y="4356"/>
                </a:cubicBezTo>
                <a:close/>
                <a:moveTo>
                  <a:pt x="2540" y="2489"/>
                </a:moveTo>
                <a:lnTo>
                  <a:pt x="2540" y="2758"/>
                </a:lnTo>
                <a:cubicBezTo>
                  <a:pt x="2734" y="2758"/>
                  <a:pt x="2884" y="2773"/>
                  <a:pt x="3003" y="2788"/>
                </a:cubicBezTo>
                <a:cubicBezTo>
                  <a:pt x="3108" y="2803"/>
                  <a:pt x="3197" y="2847"/>
                  <a:pt x="3287" y="2892"/>
                </a:cubicBezTo>
                <a:cubicBezTo>
                  <a:pt x="3362" y="2952"/>
                  <a:pt x="3421" y="3027"/>
                  <a:pt x="3451" y="3131"/>
                </a:cubicBezTo>
                <a:cubicBezTo>
                  <a:pt x="3481" y="3236"/>
                  <a:pt x="3511" y="3385"/>
                  <a:pt x="3511" y="3564"/>
                </a:cubicBezTo>
                <a:lnTo>
                  <a:pt x="3048" y="3564"/>
                </a:lnTo>
                <a:cubicBezTo>
                  <a:pt x="3048" y="3460"/>
                  <a:pt x="3048" y="3400"/>
                  <a:pt x="3018" y="3340"/>
                </a:cubicBezTo>
                <a:cubicBezTo>
                  <a:pt x="3018" y="3295"/>
                  <a:pt x="2988" y="3266"/>
                  <a:pt x="2943" y="3236"/>
                </a:cubicBezTo>
                <a:cubicBezTo>
                  <a:pt x="2913" y="3221"/>
                  <a:pt x="2869" y="3206"/>
                  <a:pt x="2839" y="3191"/>
                </a:cubicBezTo>
                <a:lnTo>
                  <a:pt x="2674" y="3191"/>
                </a:lnTo>
                <a:cubicBezTo>
                  <a:pt x="2615" y="3191"/>
                  <a:pt x="2570" y="3191"/>
                  <a:pt x="2540" y="3176"/>
                </a:cubicBezTo>
                <a:lnTo>
                  <a:pt x="2540" y="3923"/>
                </a:lnTo>
                <a:cubicBezTo>
                  <a:pt x="2779" y="3923"/>
                  <a:pt x="2958" y="3953"/>
                  <a:pt x="3093" y="3968"/>
                </a:cubicBezTo>
                <a:cubicBezTo>
                  <a:pt x="3227" y="3997"/>
                  <a:pt x="3347" y="4042"/>
                  <a:pt x="3421" y="4117"/>
                </a:cubicBezTo>
                <a:cubicBezTo>
                  <a:pt x="3541" y="4236"/>
                  <a:pt x="3600" y="4446"/>
                  <a:pt x="3600" y="4729"/>
                </a:cubicBezTo>
                <a:cubicBezTo>
                  <a:pt x="3600" y="5088"/>
                  <a:pt x="3496" y="5312"/>
                  <a:pt x="3272" y="5416"/>
                </a:cubicBezTo>
                <a:cubicBezTo>
                  <a:pt x="3108" y="5506"/>
                  <a:pt x="2854" y="5551"/>
                  <a:pt x="2540" y="5551"/>
                </a:cubicBezTo>
                <a:lnTo>
                  <a:pt x="2540" y="5835"/>
                </a:lnTo>
                <a:lnTo>
                  <a:pt x="2241" y="5835"/>
                </a:lnTo>
                <a:lnTo>
                  <a:pt x="2241" y="5551"/>
                </a:lnTo>
                <a:cubicBezTo>
                  <a:pt x="2062" y="5551"/>
                  <a:pt x="1898" y="5536"/>
                  <a:pt x="1748" y="5506"/>
                </a:cubicBezTo>
                <a:cubicBezTo>
                  <a:pt x="1614" y="5476"/>
                  <a:pt x="1509" y="5431"/>
                  <a:pt x="1420" y="5357"/>
                </a:cubicBezTo>
                <a:cubicBezTo>
                  <a:pt x="1315" y="5267"/>
                  <a:pt x="1256" y="5177"/>
                  <a:pt x="1241" y="5073"/>
                </a:cubicBezTo>
                <a:cubicBezTo>
                  <a:pt x="1211" y="4968"/>
                  <a:pt x="1196" y="4819"/>
                  <a:pt x="1196" y="4625"/>
                </a:cubicBezTo>
                <a:lnTo>
                  <a:pt x="1659" y="4625"/>
                </a:lnTo>
                <a:cubicBezTo>
                  <a:pt x="1659" y="4789"/>
                  <a:pt x="1659" y="4879"/>
                  <a:pt x="1689" y="4938"/>
                </a:cubicBezTo>
                <a:cubicBezTo>
                  <a:pt x="1719" y="4998"/>
                  <a:pt x="1748" y="5028"/>
                  <a:pt x="1778" y="5058"/>
                </a:cubicBezTo>
                <a:cubicBezTo>
                  <a:pt x="1823" y="5088"/>
                  <a:pt x="1883" y="5103"/>
                  <a:pt x="1943" y="5103"/>
                </a:cubicBezTo>
                <a:cubicBezTo>
                  <a:pt x="2047" y="5118"/>
                  <a:pt x="2152" y="5118"/>
                  <a:pt x="2256" y="5118"/>
                </a:cubicBezTo>
                <a:lnTo>
                  <a:pt x="2256" y="4356"/>
                </a:lnTo>
                <a:cubicBezTo>
                  <a:pt x="2152" y="4341"/>
                  <a:pt x="2062" y="4326"/>
                  <a:pt x="1958" y="4326"/>
                </a:cubicBezTo>
                <a:cubicBezTo>
                  <a:pt x="1853" y="4311"/>
                  <a:pt x="1763" y="4296"/>
                  <a:pt x="1689" y="4266"/>
                </a:cubicBezTo>
                <a:cubicBezTo>
                  <a:pt x="1614" y="4251"/>
                  <a:pt x="1539" y="4222"/>
                  <a:pt x="1480" y="4192"/>
                </a:cubicBezTo>
                <a:cubicBezTo>
                  <a:pt x="1420" y="4147"/>
                  <a:pt x="1360" y="4087"/>
                  <a:pt x="1315" y="4027"/>
                </a:cubicBezTo>
                <a:cubicBezTo>
                  <a:pt x="1241" y="3923"/>
                  <a:pt x="1211" y="3773"/>
                  <a:pt x="1211" y="3564"/>
                </a:cubicBezTo>
                <a:cubicBezTo>
                  <a:pt x="1211" y="3310"/>
                  <a:pt x="1256" y="3116"/>
                  <a:pt x="1360" y="2997"/>
                </a:cubicBezTo>
                <a:cubicBezTo>
                  <a:pt x="1450" y="2892"/>
                  <a:pt x="1569" y="2818"/>
                  <a:pt x="1704" y="2788"/>
                </a:cubicBezTo>
                <a:cubicBezTo>
                  <a:pt x="1853" y="2758"/>
                  <a:pt x="2032" y="2758"/>
                  <a:pt x="2241" y="2758"/>
                </a:cubicBezTo>
                <a:lnTo>
                  <a:pt x="2241" y="2489"/>
                </a:lnTo>
                <a:close/>
                <a:moveTo>
                  <a:pt x="1271" y="1892"/>
                </a:moveTo>
                <a:lnTo>
                  <a:pt x="524" y="2369"/>
                </a:lnTo>
                <a:cubicBezTo>
                  <a:pt x="359" y="2474"/>
                  <a:pt x="210" y="2713"/>
                  <a:pt x="210" y="2907"/>
                </a:cubicBezTo>
                <a:lnTo>
                  <a:pt x="210" y="5596"/>
                </a:lnTo>
                <a:cubicBezTo>
                  <a:pt x="180" y="5611"/>
                  <a:pt x="150" y="5640"/>
                  <a:pt x="120" y="5670"/>
                </a:cubicBezTo>
                <a:cubicBezTo>
                  <a:pt x="1" y="5790"/>
                  <a:pt x="16" y="5999"/>
                  <a:pt x="135" y="6118"/>
                </a:cubicBezTo>
                <a:cubicBezTo>
                  <a:pt x="191" y="6167"/>
                  <a:pt x="267" y="6193"/>
                  <a:pt x="344" y="6193"/>
                </a:cubicBezTo>
                <a:cubicBezTo>
                  <a:pt x="431" y="6193"/>
                  <a:pt x="520" y="6160"/>
                  <a:pt x="583" y="6088"/>
                </a:cubicBezTo>
                <a:cubicBezTo>
                  <a:pt x="583" y="6088"/>
                  <a:pt x="583" y="6074"/>
                  <a:pt x="598" y="6074"/>
                </a:cubicBezTo>
                <a:lnTo>
                  <a:pt x="4213" y="6074"/>
                </a:lnTo>
                <a:cubicBezTo>
                  <a:pt x="4213" y="6088"/>
                  <a:pt x="4228" y="6088"/>
                  <a:pt x="4243" y="6103"/>
                </a:cubicBezTo>
                <a:cubicBezTo>
                  <a:pt x="4302" y="6163"/>
                  <a:pt x="4385" y="6193"/>
                  <a:pt x="4467" y="6193"/>
                </a:cubicBezTo>
                <a:cubicBezTo>
                  <a:pt x="4549" y="6193"/>
                  <a:pt x="4631" y="6163"/>
                  <a:pt x="4691" y="6103"/>
                </a:cubicBezTo>
                <a:cubicBezTo>
                  <a:pt x="4795" y="5969"/>
                  <a:pt x="4795" y="5775"/>
                  <a:pt x="4661" y="5655"/>
                </a:cubicBezTo>
                <a:cubicBezTo>
                  <a:pt x="4631" y="5625"/>
                  <a:pt x="4616" y="5611"/>
                  <a:pt x="4586" y="5596"/>
                </a:cubicBezTo>
                <a:lnTo>
                  <a:pt x="4586" y="2907"/>
                </a:lnTo>
                <a:cubicBezTo>
                  <a:pt x="4586" y="2713"/>
                  <a:pt x="4452" y="2474"/>
                  <a:pt x="4288" y="2369"/>
                </a:cubicBezTo>
                <a:lnTo>
                  <a:pt x="3526" y="1892"/>
                </a:lnTo>
                <a:cubicBezTo>
                  <a:pt x="3511" y="1892"/>
                  <a:pt x="3481" y="1906"/>
                  <a:pt x="3466" y="1906"/>
                </a:cubicBezTo>
                <a:lnTo>
                  <a:pt x="1345" y="1906"/>
                </a:lnTo>
                <a:cubicBezTo>
                  <a:pt x="1315" y="1906"/>
                  <a:pt x="1300" y="1892"/>
                  <a:pt x="1271" y="18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1" name="Google Shape;1161;p81"/>
          <p:cNvGrpSpPr/>
          <p:nvPr/>
        </p:nvGrpSpPr>
        <p:grpSpPr>
          <a:xfrm flipH="1">
            <a:off x="4967656" y="1636917"/>
            <a:ext cx="406246" cy="404235"/>
            <a:chOff x="-63679950" y="3360375"/>
            <a:chExt cx="318225" cy="316650"/>
          </a:xfrm>
        </p:grpSpPr>
        <p:sp>
          <p:nvSpPr>
            <p:cNvPr id="1162" name="Google Shape;1162;p81"/>
            <p:cNvSpPr/>
            <p:nvPr/>
          </p:nvSpPr>
          <p:spPr>
            <a:xfrm>
              <a:off x="-63497200" y="34234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81"/>
            <p:cNvSpPr/>
            <p:nvPr/>
          </p:nvSpPr>
          <p:spPr>
            <a:xfrm>
              <a:off x="-63516900" y="3485625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81"/>
            <p:cNvSpPr/>
            <p:nvPr/>
          </p:nvSpPr>
          <p:spPr>
            <a:xfrm>
              <a:off x="-63618500" y="3360375"/>
              <a:ext cx="256775" cy="256600"/>
            </a:xfrm>
            <a:custGeom>
              <a:rect b="b" l="l" r="r" t="t"/>
              <a:pathLst>
                <a:path extrusionOk="0" h="10264" w="10271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81"/>
            <p:cNvSpPr/>
            <p:nvPr/>
          </p:nvSpPr>
          <p:spPr>
            <a:xfrm>
              <a:off x="-63679950" y="3576200"/>
              <a:ext cx="102425" cy="100825"/>
            </a:xfrm>
            <a:custGeom>
              <a:rect b="b" l="l" r="r" t="t"/>
              <a:pathLst>
                <a:path extrusionOk="0" h="4033" w="4097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6" name="Google Shape;1166;p81"/>
          <p:cNvSpPr/>
          <p:nvPr/>
        </p:nvSpPr>
        <p:spPr>
          <a:xfrm>
            <a:off x="5577168" y="1644927"/>
            <a:ext cx="406246" cy="388217"/>
          </a:xfrm>
          <a:custGeom>
            <a:rect b="b" l="l" r="r" t="t"/>
            <a:pathLst>
              <a:path extrusionOk="0" h="6024" w="6304">
                <a:moveTo>
                  <a:pt x="2579" y="598"/>
                </a:moveTo>
                <a:cubicBezTo>
                  <a:pt x="3029" y="598"/>
                  <a:pt x="3481" y="770"/>
                  <a:pt x="3824" y="1114"/>
                </a:cubicBezTo>
                <a:cubicBezTo>
                  <a:pt x="4511" y="1801"/>
                  <a:pt x="4511" y="2921"/>
                  <a:pt x="3824" y="3608"/>
                </a:cubicBezTo>
                <a:cubicBezTo>
                  <a:pt x="3481" y="3952"/>
                  <a:pt x="3029" y="4123"/>
                  <a:pt x="2579" y="4123"/>
                </a:cubicBezTo>
                <a:cubicBezTo>
                  <a:pt x="2129" y="4123"/>
                  <a:pt x="1681" y="3952"/>
                  <a:pt x="1345" y="3608"/>
                </a:cubicBezTo>
                <a:cubicBezTo>
                  <a:pt x="658" y="2921"/>
                  <a:pt x="658" y="1801"/>
                  <a:pt x="1345" y="1114"/>
                </a:cubicBezTo>
                <a:cubicBezTo>
                  <a:pt x="1681" y="770"/>
                  <a:pt x="2129" y="598"/>
                  <a:pt x="2579" y="598"/>
                </a:cubicBezTo>
                <a:close/>
                <a:moveTo>
                  <a:pt x="2583" y="1"/>
                </a:moveTo>
                <a:cubicBezTo>
                  <a:pt x="1980" y="1"/>
                  <a:pt x="1375" y="232"/>
                  <a:pt x="912" y="695"/>
                </a:cubicBezTo>
                <a:cubicBezTo>
                  <a:pt x="1" y="1622"/>
                  <a:pt x="1" y="3115"/>
                  <a:pt x="912" y="4026"/>
                </a:cubicBezTo>
                <a:cubicBezTo>
                  <a:pt x="1373" y="4487"/>
                  <a:pt x="1975" y="4718"/>
                  <a:pt x="2578" y="4718"/>
                </a:cubicBezTo>
                <a:cubicBezTo>
                  <a:pt x="3050" y="4718"/>
                  <a:pt x="3522" y="4577"/>
                  <a:pt x="3929" y="4295"/>
                </a:cubicBezTo>
                <a:cubicBezTo>
                  <a:pt x="3944" y="4385"/>
                  <a:pt x="3989" y="4474"/>
                  <a:pt x="4063" y="4549"/>
                </a:cubicBezTo>
                <a:lnTo>
                  <a:pt x="5392" y="5878"/>
                </a:lnTo>
                <a:cubicBezTo>
                  <a:pt x="5490" y="5975"/>
                  <a:pt x="5617" y="6024"/>
                  <a:pt x="5743" y="6024"/>
                </a:cubicBezTo>
                <a:cubicBezTo>
                  <a:pt x="5870" y="6024"/>
                  <a:pt x="5997" y="5975"/>
                  <a:pt x="6094" y="5878"/>
                </a:cubicBezTo>
                <a:cubicBezTo>
                  <a:pt x="6304" y="5684"/>
                  <a:pt x="6304" y="5370"/>
                  <a:pt x="6094" y="5176"/>
                </a:cubicBezTo>
                <a:lnTo>
                  <a:pt x="4765" y="3847"/>
                </a:lnTo>
                <a:cubicBezTo>
                  <a:pt x="4691" y="3772"/>
                  <a:pt x="4601" y="3727"/>
                  <a:pt x="4511" y="3713"/>
                </a:cubicBezTo>
                <a:cubicBezTo>
                  <a:pt x="5154" y="2787"/>
                  <a:pt x="5064" y="1517"/>
                  <a:pt x="4242" y="695"/>
                </a:cubicBezTo>
                <a:cubicBezTo>
                  <a:pt x="3787" y="232"/>
                  <a:pt x="3186" y="1"/>
                  <a:pt x="25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81"/>
          <p:cNvSpPr/>
          <p:nvPr/>
        </p:nvSpPr>
        <p:spPr>
          <a:xfrm>
            <a:off x="6174538" y="1637119"/>
            <a:ext cx="422522" cy="403834"/>
          </a:xfrm>
          <a:custGeom>
            <a:rect b="b" l="l" r="r" t="t"/>
            <a:pathLst>
              <a:path extrusionOk="0" h="6024" w="6303">
                <a:moveTo>
                  <a:pt x="2582" y="0"/>
                </a:moveTo>
                <a:cubicBezTo>
                  <a:pt x="1979" y="0"/>
                  <a:pt x="1374" y="232"/>
                  <a:pt x="911" y="695"/>
                </a:cubicBezTo>
                <a:cubicBezTo>
                  <a:pt x="0" y="1606"/>
                  <a:pt x="0" y="3099"/>
                  <a:pt x="911" y="4026"/>
                </a:cubicBezTo>
                <a:cubicBezTo>
                  <a:pt x="1372" y="4487"/>
                  <a:pt x="1974" y="4717"/>
                  <a:pt x="2578" y="4717"/>
                </a:cubicBezTo>
                <a:cubicBezTo>
                  <a:pt x="3049" y="4717"/>
                  <a:pt x="3522" y="4576"/>
                  <a:pt x="3928" y="4294"/>
                </a:cubicBezTo>
                <a:cubicBezTo>
                  <a:pt x="3943" y="4384"/>
                  <a:pt x="3988" y="4474"/>
                  <a:pt x="4063" y="4548"/>
                </a:cubicBezTo>
                <a:lnTo>
                  <a:pt x="5392" y="5878"/>
                </a:lnTo>
                <a:cubicBezTo>
                  <a:pt x="5489" y="5975"/>
                  <a:pt x="5620" y="6023"/>
                  <a:pt x="5750" y="6023"/>
                </a:cubicBezTo>
                <a:cubicBezTo>
                  <a:pt x="5881" y="6023"/>
                  <a:pt x="6012" y="5975"/>
                  <a:pt x="6109" y="5878"/>
                </a:cubicBezTo>
                <a:cubicBezTo>
                  <a:pt x="6303" y="5683"/>
                  <a:pt x="6303" y="5370"/>
                  <a:pt x="6094" y="5176"/>
                </a:cubicBezTo>
                <a:lnTo>
                  <a:pt x="4765" y="3831"/>
                </a:lnTo>
                <a:cubicBezTo>
                  <a:pt x="4690" y="3772"/>
                  <a:pt x="4600" y="3727"/>
                  <a:pt x="4511" y="3697"/>
                </a:cubicBezTo>
                <a:cubicBezTo>
                  <a:pt x="4884" y="3159"/>
                  <a:pt x="5018" y="2487"/>
                  <a:pt x="4884" y="1875"/>
                </a:cubicBezTo>
                <a:lnTo>
                  <a:pt x="4884" y="1875"/>
                </a:lnTo>
                <a:lnTo>
                  <a:pt x="4331" y="2412"/>
                </a:lnTo>
                <a:cubicBezTo>
                  <a:pt x="4331" y="2846"/>
                  <a:pt x="4152" y="3279"/>
                  <a:pt x="3824" y="3607"/>
                </a:cubicBezTo>
                <a:cubicBezTo>
                  <a:pt x="3480" y="3951"/>
                  <a:pt x="3028" y="4123"/>
                  <a:pt x="2578" y="4123"/>
                </a:cubicBezTo>
                <a:cubicBezTo>
                  <a:pt x="2128" y="4123"/>
                  <a:pt x="1680" y="3951"/>
                  <a:pt x="1344" y="3607"/>
                </a:cubicBezTo>
                <a:cubicBezTo>
                  <a:pt x="657" y="2920"/>
                  <a:pt x="657" y="1800"/>
                  <a:pt x="1344" y="1113"/>
                </a:cubicBezTo>
                <a:cubicBezTo>
                  <a:pt x="1680" y="769"/>
                  <a:pt x="2128" y="598"/>
                  <a:pt x="2578" y="598"/>
                </a:cubicBezTo>
                <a:cubicBezTo>
                  <a:pt x="3028" y="598"/>
                  <a:pt x="3480" y="769"/>
                  <a:pt x="3824" y="1113"/>
                </a:cubicBezTo>
                <a:cubicBezTo>
                  <a:pt x="3928" y="1218"/>
                  <a:pt x="4003" y="1322"/>
                  <a:pt x="4077" y="1427"/>
                </a:cubicBezTo>
                <a:lnTo>
                  <a:pt x="2808" y="2666"/>
                </a:lnTo>
                <a:lnTo>
                  <a:pt x="1792" y="1696"/>
                </a:lnTo>
                <a:cubicBezTo>
                  <a:pt x="1733" y="1636"/>
                  <a:pt x="1654" y="1606"/>
                  <a:pt x="1578" y="1606"/>
                </a:cubicBezTo>
                <a:cubicBezTo>
                  <a:pt x="1501" y="1606"/>
                  <a:pt x="1426" y="1636"/>
                  <a:pt x="1374" y="1696"/>
                </a:cubicBezTo>
                <a:cubicBezTo>
                  <a:pt x="1255" y="1815"/>
                  <a:pt x="1255" y="2009"/>
                  <a:pt x="1374" y="2129"/>
                </a:cubicBezTo>
                <a:lnTo>
                  <a:pt x="2599" y="3309"/>
                </a:lnTo>
                <a:cubicBezTo>
                  <a:pt x="2659" y="3353"/>
                  <a:pt x="2733" y="3383"/>
                  <a:pt x="2808" y="3383"/>
                </a:cubicBezTo>
                <a:cubicBezTo>
                  <a:pt x="2883" y="3383"/>
                  <a:pt x="2957" y="3353"/>
                  <a:pt x="3017" y="3294"/>
                </a:cubicBezTo>
                <a:lnTo>
                  <a:pt x="5481" y="889"/>
                </a:lnTo>
                <a:cubicBezTo>
                  <a:pt x="5601" y="784"/>
                  <a:pt x="5601" y="590"/>
                  <a:pt x="5481" y="471"/>
                </a:cubicBezTo>
                <a:cubicBezTo>
                  <a:pt x="5422" y="411"/>
                  <a:pt x="5347" y="381"/>
                  <a:pt x="5272" y="381"/>
                </a:cubicBezTo>
                <a:cubicBezTo>
                  <a:pt x="5198" y="381"/>
                  <a:pt x="5123" y="411"/>
                  <a:pt x="5063" y="471"/>
                </a:cubicBezTo>
                <a:lnTo>
                  <a:pt x="4511" y="1008"/>
                </a:lnTo>
                <a:cubicBezTo>
                  <a:pt x="4436" y="889"/>
                  <a:pt x="4346" y="784"/>
                  <a:pt x="4242" y="695"/>
                </a:cubicBezTo>
                <a:cubicBezTo>
                  <a:pt x="3786" y="232"/>
                  <a:pt x="3185" y="0"/>
                  <a:pt x="258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8" name="Google Shape;1168;p81"/>
          <p:cNvGrpSpPr/>
          <p:nvPr/>
        </p:nvGrpSpPr>
        <p:grpSpPr>
          <a:xfrm>
            <a:off x="6851286" y="2710341"/>
            <a:ext cx="366364" cy="367290"/>
            <a:chOff x="-61784125" y="3377700"/>
            <a:chExt cx="316650" cy="317450"/>
          </a:xfrm>
        </p:grpSpPr>
        <p:sp>
          <p:nvSpPr>
            <p:cNvPr id="1169" name="Google Shape;1169;p81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81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81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81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81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81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81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6" name="Google Shape;1176;p81"/>
          <p:cNvSpPr/>
          <p:nvPr/>
        </p:nvSpPr>
        <p:spPr>
          <a:xfrm>
            <a:off x="6233533" y="3267670"/>
            <a:ext cx="304533" cy="334139"/>
          </a:xfrm>
          <a:custGeom>
            <a:rect b="b" l="l" r="r" t="t"/>
            <a:pathLst>
              <a:path extrusionOk="0" h="7065" w="6439">
                <a:moveTo>
                  <a:pt x="1853" y="508"/>
                </a:moveTo>
                <a:cubicBezTo>
                  <a:pt x="2122" y="508"/>
                  <a:pt x="2331" y="657"/>
                  <a:pt x="2331" y="971"/>
                </a:cubicBezTo>
                <a:cubicBezTo>
                  <a:pt x="2331" y="1270"/>
                  <a:pt x="2122" y="1613"/>
                  <a:pt x="1853" y="1613"/>
                </a:cubicBezTo>
                <a:cubicBezTo>
                  <a:pt x="1584" y="1613"/>
                  <a:pt x="1360" y="1270"/>
                  <a:pt x="1360" y="971"/>
                </a:cubicBezTo>
                <a:cubicBezTo>
                  <a:pt x="1360" y="657"/>
                  <a:pt x="1584" y="508"/>
                  <a:pt x="1853" y="508"/>
                </a:cubicBezTo>
                <a:close/>
                <a:moveTo>
                  <a:pt x="927" y="0"/>
                </a:moveTo>
                <a:cubicBezTo>
                  <a:pt x="539" y="0"/>
                  <a:pt x="240" y="314"/>
                  <a:pt x="240" y="687"/>
                </a:cubicBezTo>
                <a:lnTo>
                  <a:pt x="240" y="3391"/>
                </a:lnTo>
                <a:cubicBezTo>
                  <a:pt x="240" y="3779"/>
                  <a:pt x="539" y="4078"/>
                  <a:pt x="927" y="4078"/>
                </a:cubicBezTo>
                <a:lnTo>
                  <a:pt x="1330" y="4078"/>
                </a:lnTo>
                <a:lnTo>
                  <a:pt x="1330" y="3555"/>
                </a:lnTo>
                <a:lnTo>
                  <a:pt x="1255" y="3555"/>
                </a:lnTo>
                <a:cubicBezTo>
                  <a:pt x="1136" y="3555"/>
                  <a:pt x="1046" y="3465"/>
                  <a:pt x="1046" y="3346"/>
                </a:cubicBezTo>
                <a:lnTo>
                  <a:pt x="1046" y="1957"/>
                </a:lnTo>
                <a:cubicBezTo>
                  <a:pt x="1046" y="1852"/>
                  <a:pt x="1136" y="1748"/>
                  <a:pt x="1255" y="1748"/>
                </a:cubicBezTo>
                <a:lnTo>
                  <a:pt x="1718" y="1748"/>
                </a:lnTo>
                <a:lnTo>
                  <a:pt x="1793" y="1852"/>
                </a:lnTo>
                <a:lnTo>
                  <a:pt x="1644" y="2689"/>
                </a:lnTo>
                <a:lnTo>
                  <a:pt x="1853" y="2883"/>
                </a:lnTo>
                <a:lnTo>
                  <a:pt x="2047" y="2689"/>
                </a:lnTo>
                <a:lnTo>
                  <a:pt x="1898" y="1852"/>
                </a:lnTo>
                <a:lnTo>
                  <a:pt x="1987" y="1748"/>
                </a:lnTo>
                <a:lnTo>
                  <a:pt x="2435" y="1748"/>
                </a:lnTo>
                <a:cubicBezTo>
                  <a:pt x="2510" y="1748"/>
                  <a:pt x="2570" y="1777"/>
                  <a:pt x="2615" y="1837"/>
                </a:cubicBezTo>
                <a:lnTo>
                  <a:pt x="2988" y="2360"/>
                </a:lnTo>
                <a:lnTo>
                  <a:pt x="3302" y="2166"/>
                </a:lnTo>
                <a:cubicBezTo>
                  <a:pt x="3334" y="2147"/>
                  <a:pt x="3370" y="2139"/>
                  <a:pt x="3406" y="2139"/>
                </a:cubicBezTo>
                <a:cubicBezTo>
                  <a:pt x="3483" y="2139"/>
                  <a:pt x="3559" y="2179"/>
                  <a:pt x="3600" y="2240"/>
                </a:cubicBezTo>
                <a:cubicBezTo>
                  <a:pt x="3660" y="2345"/>
                  <a:pt x="3615" y="2479"/>
                  <a:pt x="3526" y="2539"/>
                </a:cubicBezTo>
                <a:lnTo>
                  <a:pt x="3048" y="2823"/>
                </a:lnTo>
                <a:cubicBezTo>
                  <a:pt x="3016" y="2844"/>
                  <a:pt x="2981" y="2854"/>
                  <a:pt x="2945" y="2854"/>
                </a:cubicBezTo>
                <a:cubicBezTo>
                  <a:pt x="2879" y="2854"/>
                  <a:pt x="2812" y="2821"/>
                  <a:pt x="2764" y="2763"/>
                </a:cubicBezTo>
                <a:lnTo>
                  <a:pt x="2376" y="2226"/>
                </a:lnTo>
                <a:lnTo>
                  <a:pt x="2376" y="4078"/>
                </a:lnTo>
                <a:lnTo>
                  <a:pt x="5512" y="4078"/>
                </a:lnTo>
                <a:cubicBezTo>
                  <a:pt x="5886" y="4078"/>
                  <a:pt x="6199" y="3779"/>
                  <a:pt x="6199" y="3391"/>
                </a:cubicBezTo>
                <a:lnTo>
                  <a:pt x="6199" y="687"/>
                </a:lnTo>
                <a:cubicBezTo>
                  <a:pt x="6199" y="314"/>
                  <a:pt x="5900" y="0"/>
                  <a:pt x="5512" y="0"/>
                </a:cubicBezTo>
                <a:close/>
                <a:moveTo>
                  <a:pt x="1016" y="4496"/>
                </a:moveTo>
                <a:cubicBezTo>
                  <a:pt x="688" y="4496"/>
                  <a:pt x="404" y="4705"/>
                  <a:pt x="404" y="5093"/>
                </a:cubicBezTo>
                <a:cubicBezTo>
                  <a:pt x="404" y="5467"/>
                  <a:pt x="688" y="5900"/>
                  <a:pt x="1016" y="5900"/>
                </a:cubicBezTo>
                <a:cubicBezTo>
                  <a:pt x="1360" y="5900"/>
                  <a:pt x="1629" y="5467"/>
                  <a:pt x="1629" y="5093"/>
                </a:cubicBezTo>
                <a:cubicBezTo>
                  <a:pt x="1629" y="4705"/>
                  <a:pt x="1360" y="4496"/>
                  <a:pt x="1016" y="4496"/>
                </a:cubicBezTo>
                <a:close/>
                <a:moveTo>
                  <a:pt x="3212" y="4496"/>
                </a:moveTo>
                <a:cubicBezTo>
                  <a:pt x="2883" y="4496"/>
                  <a:pt x="2600" y="4705"/>
                  <a:pt x="2600" y="5093"/>
                </a:cubicBezTo>
                <a:cubicBezTo>
                  <a:pt x="2600" y="5467"/>
                  <a:pt x="2883" y="5900"/>
                  <a:pt x="3212" y="5900"/>
                </a:cubicBezTo>
                <a:cubicBezTo>
                  <a:pt x="3556" y="5900"/>
                  <a:pt x="3824" y="5467"/>
                  <a:pt x="3824" y="5093"/>
                </a:cubicBezTo>
                <a:cubicBezTo>
                  <a:pt x="3824" y="4705"/>
                  <a:pt x="3556" y="4496"/>
                  <a:pt x="3212" y="4496"/>
                </a:cubicBezTo>
                <a:close/>
                <a:moveTo>
                  <a:pt x="5408" y="4496"/>
                </a:moveTo>
                <a:cubicBezTo>
                  <a:pt x="5079" y="4496"/>
                  <a:pt x="4795" y="4705"/>
                  <a:pt x="4795" y="5093"/>
                </a:cubicBezTo>
                <a:cubicBezTo>
                  <a:pt x="4795" y="5467"/>
                  <a:pt x="5079" y="5900"/>
                  <a:pt x="5408" y="5900"/>
                </a:cubicBezTo>
                <a:cubicBezTo>
                  <a:pt x="5751" y="5900"/>
                  <a:pt x="6020" y="5467"/>
                  <a:pt x="6020" y="5093"/>
                </a:cubicBezTo>
                <a:cubicBezTo>
                  <a:pt x="6020" y="4705"/>
                  <a:pt x="5751" y="4496"/>
                  <a:pt x="5408" y="4496"/>
                </a:cubicBezTo>
                <a:close/>
                <a:moveTo>
                  <a:pt x="270" y="6079"/>
                </a:moveTo>
                <a:cubicBezTo>
                  <a:pt x="120" y="6079"/>
                  <a:pt x="1" y="6198"/>
                  <a:pt x="1" y="6348"/>
                </a:cubicBezTo>
                <a:lnTo>
                  <a:pt x="1" y="7065"/>
                </a:lnTo>
                <a:lnTo>
                  <a:pt x="2032" y="7065"/>
                </a:lnTo>
                <a:lnTo>
                  <a:pt x="2047" y="6348"/>
                </a:lnTo>
                <a:cubicBezTo>
                  <a:pt x="2047" y="6273"/>
                  <a:pt x="2017" y="6213"/>
                  <a:pt x="1957" y="6154"/>
                </a:cubicBezTo>
                <a:cubicBezTo>
                  <a:pt x="1913" y="6109"/>
                  <a:pt x="1838" y="6079"/>
                  <a:pt x="1778" y="6079"/>
                </a:cubicBezTo>
                <a:close/>
                <a:moveTo>
                  <a:pt x="2465" y="6079"/>
                </a:moveTo>
                <a:cubicBezTo>
                  <a:pt x="2316" y="6079"/>
                  <a:pt x="2196" y="6198"/>
                  <a:pt x="2196" y="6348"/>
                </a:cubicBezTo>
                <a:lnTo>
                  <a:pt x="2196" y="7065"/>
                </a:lnTo>
                <a:lnTo>
                  <a:pt x="4228" y="7065"/>
                </a:lnTo>
                <a:lnTo>
                  <a:pt x="4243" y="6348"/>
                </a:lnTo>
                <a:cubicBezTo>
                  <a:pt x="4243" y="6273"/>
                  <a:pt x="4213" y="6213"/>
                  <a:pt x="4153" y="6154"/>
                </a:cubicBezTo>
                <a:cubicBezTo>
                  <a:pt x="4108" y="6109"/>
                  <a:pt x="4034" y="6079"/>
                  <a:pt x="3974" y="6079"/>
                </a:cubicBezTo>
                <a:close/>
                <a:moveTo>
                  <a:pt x="4661" y="6079"/>
                </a:moveTo>
                <a:cubicBezTo>
                  <a:pt x="4511" y="6079"/>
                  <a:pt x="4392" y="6198"/>
                  <a:pt x="4392" y="6348"/>
                </a:cubicBezTo>
                <a:lnTo>
                  <a:pt x="4392" y="7065"/>
                </a:lnTo>
                <a:lnTo>
                  <a:pt x="6423" y="7065"/>
                </a:lnTo>
                <a:lnTo>
                  <a:pt x="6423" y="6348"/>
                </a:lnTo>
                <a:cubicBezTo>
                  <a:pt x="6438" y="6273"/>
                  <a:pt x="6408" y="6213"/>
                  <a:pt x="6349" y="6154"/>
                </a:cubicBezTo>
                <a:cubicBezTo>
                  <a:pt x="6304" y="6109"/>
                  <a:pt x="6229" y="6079"/>
                  <a:pt x="6154" y="60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81"/>
          <p:cNvSpPr/>
          <p:nvPr/>
        </p:nvSpPr>
        <p:spPr>
          <a:xfrm>
            <a:off x="6823694" y="3269088"/>
            <a:ext cx="358922" cy="331301"/>
          </a:xfrm>
          <a:custGeom>
            <a:rect b="b" l="l" r="r" t="t"/>
            <a:pathLst>
              <a:path extrusionOk="0" h="7005" w="7589">
                <a:moveTo>
                  <a:pt x="2570" y="0"/>
                </a:moveTo>
                <a:cubicBezTo>
                  <a:pt x="2480" y="0"/>
                  <a:pt x="2406" y="75"/>
                  <a:pt x="2406" y="164"/>
                </a:cubicBezTo>
                <a:cubicBezTo>
                  <a:pt x="2406" y="254"/>
                  <a:pt x="2480" y="329"/>
                  <a:pt x="2570" y="329"/>
                </a:cubicBezTo>
                <a:lnTo>
                  <a:pt x="7424" y="329"/>
                </a:lnTo>
                <a:cubicBezTo>
                  <a:pt x="7514" y="329"/>
                  <a:pt x="7588" y="254"/>
                  <a:pt x="7588" y="164"/>
                </a:cubicBezTo>
                <a:cubicBezTo>
                  <a:pt x="7588" y="75"/>
                  <a:pt x="7514" y="0"/>
                  <a:pt x="7424" y="0"/>
                </a:cubicBezTo>
                <a:close/>
                <a:moveTo>
                  <a:pt x="1121" y="134"/>
                </a:moveTo>
                <a:cubicBezTo>
                  <a:pt x="748" y="134"/>
                  <a:pt x="449" y="359"/>
                  <a:pt x="449" y="792"/>
                </a:cubicBezTo>
                <a:cubicBezTo>
                  <a:pt x="449" y="1210"/>
                  <a:pt x="748" y="1673"/>
                  <a:pt x="1121" y="1673"/>
                </a:cubicBezTo>
                <a:cubicBezTo>
                  <a:pt x="1495" y="1673"/>
                  <a:pt x="1808" y="1210"/>
                  <a:pt x="1808" y="792"/>
                </a:cubicBezTo>
                <a:cubicBezTo>
                  <a:pt x="1808" y="359"/>
                  <a:pt x="1495" y="134"/>
                  <a:pt x="1121" y="134"/>
                </a:cubicBezTo>
                <a:close/>
                <a:moveTo>
                  <a:pt x="2660" y="478"/>
                </a:moveTo>
                <a:cubicBezTo>
                  <a:pt x="2525" y="478"/>
                  <a:pt x="2406" y="597"/>
                  <a:pt x="2406" y="732"/>
                </a:cubicBezTo>
                <a:lnTo>
                  <a:pt x="2406" y="1957"/>
                </a:lnTo>
                <a:lnTo>
                  <a:pt x="2779" y="2464"/>
                </a:lnTo>
                <a:lnTo>
                  <a:pt x="3063" y="2300"/>
                </a:lnTo>
                <a:cubicBezTo>
                  <a:pt x="3137" y="2255"/>
                  <a:pt x="3227" y="2225"/>
                  <a:pt x="3317" y="2225"/>
                </a:cubicBezTo>
                <a:cubicBezTo>
                  <a:pt x="3496" y="2225"/>
                  <a:pt x="3660" y="2330"/>
                  <a:pt x="3750" y="2479"/>
                </a:cubicBezTo>
                <a:cubicBezTo>
                  <a:pt x="3810" y="2584"/>
                  <a:pt x="3825" y="2718"/>
                  <a:pt x="3795" y="2853"/>
                </a:cubicBezTo>
                <a:cubicBezTo>
                  <a:pt x="3765" y="2987"/>
                  <a:pt x="3690" y="3092"/>
                  <a:pt x="3571" y="3152"/>
                </a:cubicBezTo>
                <a:lnTo>
                  <a:pt x="2913" y="3555"/>
                </a:lnTo>
                <a:cubicBezTo>
                  <a:pt x="2824" y="3600"/>
                  <a:pt x="2749" y="3629"/>
                  <a:pt x="2660" y="3629"/>
                </a:cubicBezTo>
                <a:cubicBezTo>
                  <a:pt x="2570" y="3629"/>
                  <a:pt x="2480" y="3600"/>
                  <a:pt x="2406" y="3555"/>
                </a:cubicBezTo>
                <a:lnTo>
                  <a:pt x="2406" y="4302"/>
                </a:lnTo>
                <a:cubicBezTo>
                  <a:pt x="2406" y="4436"/>
                  <a:pt x="2525" y="4555"/>
                  <a:pt x="2660" y="4555"/>
                </a:cubicBezTo>
                <a:lnTo>
                  <a:pt x="7319" y="4555"/>
                </a:lnTo>
                <a:cubicBezTo>
                  <a:pt x="7469" y="4555"/>
                  <a:pt x="7573" y="4436"/>
                  <a:pt x="7573" y="4302"/>
                </a:cubicBezTo>
                <a:lnTo>
                  <a:pt x="7573" y="732"/>
                </a:lnTo>
                <a:cubicBezTo>
                  <a:pt x="7573" y="597"/>
                  <a:pt x="7469" y="478"/>
                  <a:pt x="7319" y="478"/>
                </a:cubicBezTo>
                <a:close/>
                <a:moveTo>
                  <a:pt x="3869" y="4675"/>
                </a:moveTo>
                <a:cubicBezTo>
                  <a:pt x="3780" y="4675"/>
                  <a:pt x="3705" y="4750"/>
                  <a:pt x="3705" y="4839"/>
                </a:cubicBezTo>
                <a:cubicBezTo>
                  <a:pt x="3705" y="4929"/>
                  <a:pt x="3780" y="5004"/>
                  <a:pt x="3869" y="5004"/>
                </a:cubicBezTo>
                <a:lnTo>
                  <a:pt x="4825" y="5004"/>
                </a:lnTo>
                <a:lnTo>
                  <a:pt x="4825" y="6124"/>
                </a:lnTo>
                <a:lnTo>
                  <a:pt x="4422" y="6124"/>
                </a:lnTo>
                <a:cubicBezTo>
                  <a:pt x="4317" y="6124"/>
                  <a:pt x="4243" y="6198"/>
                  <a:pt x="4243" y="6288"/>
                </a:cubicBezTo>
                <a:cubicBezTo>
                  <a:pt x="4243" y="6378"/>
                  <a:pt x="4317" y="6452"/>
                  <a:pt x="4422" y="6452"/>
                </a:cubicBezTo>
                <a:lnTo>
                  <a:pt x="5572" y="6452"/>
                </a:lnTo>
                <a:cubicBezTo>
                  <a:pt x="5662" y="6452"/>
                  <a:pt x="5736" y="6378"/>
                  <a:pt x="5736" y="6288"/>
                </a:cubicBezTo>
                <a:cubicBezTo>
                  <a:pt x="5736" y="6198"/>
                  <a:pt x="5662" y="6124"/>
                  <a:pt x="5572" y="6124"/>
                </a:cubicBezTo>
                <a:lnTo>
                  <a:pt x="5154" y="6124"/>
                </a:lnTo>
                <a:lnTo>
                  <a:pt x="5154" y="5004"/>
                </a:lnTo>
                <a:lnTo>
                  <a:pt x="6110" y="5004"/>
                </a:lnTo>
                <a:cubicBezTo>
                  <a:pt x="6199" y="5004"/>
                  <a:pt x="6274" y="4929"/>
                  <a:pt x="6274" y="4839"/>
                </a:cubicBezTo>
                <a:cubicBezTo>
                  <a:pt x="6274" y="4750"/>
                  <a:pt x="6199" y="4675"/>
                  <a:pt x="6110" y="4675"/>
                </a:cubicBezTo>
                <a:close/>
                <a:moveTo>
                  <a:pt x="300" y="1882"/>
                </a:moveTo>
                <a:cubicBezTo>
                  <a:pt x="135" y="1882"/>
                  <a:pt x="1" y="2016"/>
                  <a:pt x="1" y="2181"/>
                </a:cubicBezTo>
                <a:lnTo>
                  <a:pt x="1" y="4122"/>
                </a:lnTo>
                <a:cubicBezTo>
                  <a:pt x="1" y="4287"/>
                  <a:pt x="135" y="4421"/>
                  <a:pt x="300" y="4421"/>
                </a:cubicBezTo>
                <a:cubicBezTo>
                  <a:pt x="330" y="4421"/>
                  <a:pt x="359" y="4421"/>
                  <a:pt x="389" y="4406"/>
                </a:cubicBezTo>
                <a:lnTo>
                  <a:pt x="389" y="6617"/>
                </a:lnTo>
                <a:cubicBezTo>
                  <a:pt x="389" y="6826"/>
                  <a:pt x="569" y="7005"/>
                  <a:pt x="793" y="7005"/>
                </a:cubicBezTo>
                <a:cubicBezTo>
                  <a:pt x="927" y="7005"/>
                  <a:pt x="1061" y="6945"/>
                  <a:pt x="1121" y="6826"/>
                </a:cubicBezTo>
                <a:cubicBezTo>
                  <a:pt x="1196" y="6945"/>
                  <a:pt x="1315" y="7005"/>
                  <a:pt x="1465" y="7005"/>
                </a:cubicBezTo>
                <a:cubicBezTo>
                  <a:pt x="1674" y="7005"/>
                  <a:pt x="1853" y="6826"/>
                  <a:pt x="1853" y="6617"/>
                </a:cubicBezTo>
                <a:lnTo>
                  <a:pt x="1853" y="2554"/>
                </a:lnTo>
                <a:lnTo>
                  <a:pt x="2406" y="3301"/>
                </a:lnTo>
                <a:cubicBezTo>
                  <a:pt x="2473" y="3387"/>
                  <a:pt x="2565" y="3430"/>
                  <a:pt x="2658" y="3430"/>
                </a:cubicBezTo>
                <a:cubicBezTo>
                  <a:pt x="2709" y="3430"/>
                  <a:pt x="2761" y="3417"/>
                  <a:pt x="2809" y="3390"/>
                </a:cubicBezTo>
                <a:lnTo>
                  <a:pt x="3466" y="2987"/>
                </a:lnTo>
                <a:cubicBezTo>
                  <a:pt x="3615" y="2898"/>
                  <a:pt x="3660" y="2718"/>
                  <a:pt x="3571" y="2569"/>
                </a:cubicBezTo>
                <a:cubicBezTo>
                  <a:pt x="3513" y="2482"/>
                  <a:pt x="3417" y="2433"/>
                  <a:pt x="3321" y="2433"/>
                </a:cubicBezTo>
                <a:cubicBezTo>
                  <a:pt x="3268" y="2433"/>
                  <a:pt x="3215" y="2448"/>
                  <a:pt x="3167" y="2479"/>
                </a:cubicBezTo>
                <a:lnTo>
                  <a:pt x="2734" y="2733"/>
                </a:lnTo>
                <a:lnTo>
                  <a:pt x="2197" y="2001"/>
                </a:lnTo>
                <a:cubicBezTo>
                  <a:pt x="2137" y="1927"/>
                  <a:pt x="2047" y="1882"/>
                  <a:pt x="1958" y="1882"/>
                </a:cubicBezTo>
                <a:lnTo>
                  <a:pt x="1315" y="1882"/>
                </a:lnTo>
                <a:lnTo>
                  <a:pt x="1196" y="2031"/>
                </a:lnTo>
                <a:lnTo>
                  <a:pt x="1405" y="3211"/>
                </a:lnTo>
                <a:lnTo>
                  <a:pt x="1121" y="3465"/>
                </a:lnTo>
                <a:lnTo>
                  <a:pt x="852" y="3211"/>
                </a:lnTo>
                <a:lnTo>
                  <a:pt x="1046" y="2031"/>
                </a:lnTo>
                <a:lnTo>
                  <a:pt x="942" y="18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81"/>
          <p:cNvSpPr/>
          <p:nvPr/>
        </p:nvSpPr>
        <p:spPr>
          <a:xfrm>
            <a:off x="7956113" y="3289898"/>
            <a:ext cx="363131" cy="289682"/>
          </a:xfrm>
          <a:custGeom>
            <a:rect b="b" l="l" r="r" t="t"/>
            <a:pathLst>
              <a:path extrusionOk="0" h="6125" w="7678">
                <a:moveTo>
                  <a:pt x="5631" y="1823"/>
                </a:moveTo>
                <a:cubicBezTo>
                  <a:pt x="5034" y="1823"/>
                  <a:pt x="4571" y="2181"/>
                  <a:pt x="4571" y="2853"/>
                </a:cubicBezTo>
                <a:cubicBezTo>
                  <a:pt x="4571" y="3525"/>
                  <a:pt x="5034" y="4257"/>
                  <a:pt x="5631" y="4257"/>
                </a:cubicBezTo>
                <a:cubicBezTo>
                  <a:pt x="6214" y="4257"/>
                  <a:pt x="6692" y="3525"/>
                  <a:pt x="6692" y="2853"/>
                </a:cubicBezTo>
                <a:cubicBezTo>
                  <a:pt x="6692" y="2181"/>
                  <a:pt x="6214" y="1823"/>
                  <a:pt x="5631" y="1823"/>
                </a:cubicBezTo>
                <a:close/>
                <a:moveTo>
                  <a:pt x="4227" y="1240"/>
                </a:moveTo>
                <a:lnTo>
                  <a:pt x="4227" y="4302"/>
                </a:lnTo>
                <a:lnTo>
                  <a:pt x="4810" y="4033"/>
                </a:lnTo>
                <a:cubicBezTo>
                  <a:pt x="4526" y="3719"/>
                  <a:pt x="4362" y="3271"/>
                  <a:pt x="4362" y="2853"/>
                </a:cubicBezTo>
                <a:cubicBezTo>
                  <a:pt x="4362" y="2286"/>
                  <a:pt x="4661" y="1867"/>
                  <a:pt x="5153" y="1703"/>
                </a:cubicBezTo>
                <a:lnTo>
                  <a:pt x="5153" y="1240"/>
                </a:lnTo>
                <a:close/>
                <a:moveTo>
                  <a:pt x="1300" y="3032"/>
                </a:moveTo>
                <a:lnTo>
                  <a:pt x="1300" y="4406"/>
                </a:lnTo>
                <a:lnTo>
                  <a:pt x="2226" y="4406"/>
                </a:lnTo>
                <a:lnTo>
                  <a:pt x="2226" y="3032"/>
                </a:lnTo>
                <a:close/>
                <a:moveTo>
                  <a:pt x="2764" y="2106"/>
                </a:moveTo>
                <a:lnTo>
                  <a:pt x="2764" y="4406"/>
                </a:lnTo>
                <a:lnTo>
                  <a:pt x="3690" y="4406"/>
                </a:lnTo>
                <a:lnTo>
                  <a:pt x="3690" y="2106"/>
                </a:lnTo>
                <a:close/>
                <a:moveTo>
                  <a:pt x="299" y="0"/>
                </a:moveTo>
                <a:cubicBezTo>
                  <a:pt x="135" y="0"/>
                  <a:pt x="1" y="135"/>
                  <a:pt x="1" y="299"/>
                </a:cubicBezTo>
                <a:lnTo>
                  <a:pt x="1" y="5347"/>
                </a:lnTo>
                <a:cubicBezTo>
                  <a:pt x="1" y="5512"/>
                  <a:pt x="135" y="5646"/>
                  <a:pt x="299" y="5646"/>
                </a:cubicBezTo>
                <a:lnTo>
                  <a:pt x="3376" y="5646"/>
                </a:lnTo>
                <a:lnTo>
                  <a:pt x="3376" y="5362"/>
                </a:lnTo>
                <a:cubicBezTo>
                  <a:pt x="3376" y="5258"/>
                  <a:pt x="3391" y="5153"/>
                  <a:pt x="3436" y="5049"/>
                </a:cubicBezTo>
                <a:lnTo>
                  <a:pt x="598" y="5049"/>
                </a:lnTo>
                <a:lnTo>
                  <a:pt x="598" y="598"/>
                </a:lnTo>
                <a:lnTo>
                  <a:pt x="5840" y="598"/>
                </a:lnTo>
                <a:lnTo>
                  <a:pt x="5840" y="1643"/>
                </a:lnTo>
                <a:cubicBezTo>
                  <a:pt x="6079" y="1673"/>
                  <a:pt x="6289" y="1763"/>
                  <a:pt x="6438" y="1882"/>
                </a:cubicBezTo>
                <a:lnTo>
                  <a:pt x="6438" y="299"/>
                </a:lnTo>
                <a:cubicBezTo>
                  <a:pt x="6438" y="135"/>
                  <a:pt x="6303" y="0"/>
                  <a:pt x="6139" y="0"/>
                </a:cubicBezTo>
                <a:close/>
                <a:moveTo>
                  <a:pt x="4780" y="4257"/>
                </a:moveTo>
                <a:lnTo>
                  <a:pt x="4123" y="4586"/>
                </a:lnTo>
                <a:cubicBezTo>
                  <a:pt x="3824" y="4720"/>
                  <a:pt x="3570" y="5079"/>
                  <a:pt x="3570" y="5362"/>
                </a:cubicBezTo>
                <a:lnTo>
                  <a:pt x="3570" y="6124"/>
                </a:lnTo>
                <a:lnTo>
                  <a:pt x="7678" y="6124"/>
                </a:lnTo>
                <a:lnTo>
                  <a:pt x="7678" y="5362"/>
                </a:lnTo>
                <a:cubicBezTo>
                  <a:pt x="7678" y="5079"/>
                  <a:pt x="7439" y="4720"/>
                  <a:pt x="7140" y="4586"/>
                </a:cubicBezTo>
                <a:lnTo>
                  <a:pt x="6453" y="4257"/>
                </a:lnTo>
                <a:lnTo>
                  <a:pt x="5990" y="5198"/>
                </a:lnTo>
                <a:lnTo>
                  <a:pt x="5766" y="4586"/>
                </a:lnTo>
                <a:cubicBezTo>
                  <a:pt x="5721" y="4586"/>
                  <a:pt x="5676" y="4601"/>
                  <a:pt x="5631" y="4601"/>
                </a:cubicBezTo>
                <a:cubicBezTo>
                  <a:pt x="5587" y="4601"/>
                  <a:pt x="5527" y="4586"/>
                  <a:pt x="5482" y="4586"/>
                </a:cubicBezTo>
                <a:lnTo>
                  <a:pt x="5243" y="5228"/>
                </a:lnTo>
                <a:lnTo>
                  <a:pt x="4780" y="42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81"/>
          <p:cNvSpPr/>
          <p:nvPr/>
        </p:nvSpPr>
        <p:spPr>
          <a:xfrm>
            <a:off x="6246988" y="2710290"/>
            <a:ext cx="277622" cy="367388"/>
          </a:xfrm>
          <a:custGeom>
            <a:rect b="b" l="l" r="r" t="t"/>
            <a:pathLst>
              <a:path extrusionOk="0" h="7768" w="5870">
                <a:moveTo>
                  <a:pt x="2704" y="1"/>
                </a:moveTo>
                <a:cubicBezTo>
                  <a:pt x="2629" y="16"/>
                  <a:pt x="2569" y="46"/>
                  <a:pt x="2524" y="105"/>
                </a:cubicBezTo>
                <a:cubicBezTo>
                  <a:pt x="2465" y="165"/>
                  <a:pt x="2405" y="255"/>
                  <a:pt x="2330" y="389"/>
                </a:cubicBezTo>
                <a:lnTo>
                  <a:pt x="2629" y="538"/>
                </a:lnTo>
                <a:lnTo>
                  <a:pt x="2659" y="464"/>
                </a:lnTo>
                <a:cubicBezTo>
                  <a:pt x="2659" y="449"/>
                  <a:pt x="2674" y="449"/>
                  <a:pt x="2674" y="434"/>
                </a:cubicBezTo>
                <a:cubicBezTo>
                  <a:pt x="2704" y="374"/>
                  <a:pt x="2733" y="329"/>
                  <a:pt x="2763" y="314"/>
                </a:cubicBezTo>
                <a:cubicBezTo>
                  <a:pt x="2778" y="307"/>
                  <a:pt x="2797" y="303"/>
                  <a:pt x="2816" y="303"/>
                </a:cubicBezTo>
                <a:cubicBezTo>
                  <a:pt x="2834" y="303"/>
                  <a:pt x="2853" y="307"/>
                  <a:pt x="2868" y="314"/>
                </a:cubicBezTo>
                <a:cubicBezTo>
                  <a:pt x="2913" y="314"/>
                  <a:pt x="2958" y="344"/>
                  <a:pt x="3047" y="374"/>
                </a:cubicBezTo>
                <a:cubicBezTo>
                  <a:pt x="3107" y="404"/>
                  <a:pt x="3152" y="434"/>
                  <a:pt x="3182" y="464"/>
                </a:cubicBezTo>
                <a:cubicBezTo>
                  <a:pt x="3226" y="479"/>
                  <a:pt x="3241" y="509"/>
                  <a:pt x="3241" y="538"/>
                </a:cubicBezTo>
                <a:cubicBezTo>
                  <a:pt x="3256" y="583"/>
                  <a:pt x="3241" y="658"/>
                  <a:pt x="3196" y="748"/>
                </a:cubicBezTo>
                <a:cubicBezTo>
                  <a:pt x="3167" y="822"/>
                  <a:pt x="3122" y="867"/>
                  <a:pt x="3077" y="897"/>
                </a:cubicBezTo>
                <a:cubicBezTo>
                  <a:pt x="3047" y="912"/>
                  <a:pt x="3032" y="912"/>
                  <a:pt x="3002" y="912"/>
                </a:cubicBezTo>
                <a:lnTo>
                  <a:pt x="2928" y="912"/>
                </a:lnTo>
                <a:cubicBezTo>
                  <a:pt x="2898" y="912"/>
                  <a:pt x="2853" y="912"/>
                  <a:pt x="2808" y="897"/>
                </a:cubicBezTo>
                <a:cubicBezTo>
                  <a:pt x="2719" y="897"/>
                  <a:pt x="2644" y="912"/>
                  <a:pt x="2584" y="927"/>
                </a:cubicBezTo>
                <a:cubicBezTo>
                  <a:pt x="2539" y="942"/>
                  <a:pt x="2495" y="972"/>
                  <a:pt x="2465" y="1016"/>
                </a:cubicBezTo>
                <a:cubicBezTo>
                  <a:pt x="2435" y="1061"/>
                  <a:pt x="2405" y="1121"/>
                  <a:pt x="2360" y="1211"/>
                </a:cubicBezTo>
                <a:lnTo>
                  <a:pt x="2644" y="1345"/>
                </a:lnTo>
                <a:cubicBezTo>
                  <a:pt x="2674" y="1285"/>
                  <a:pt x="2704" y="1255"/>
                  <a:pt x="2719" y="1240"/>
                </a:cubicBezTo>
                <a:cubicBezTo>
                  <a:pt x="2733" y="1211"/>
                  <a:pt x="2763" y="1196"/>
                  <a:pt x="2793" y="1196"/>
                </a:cubicBezTo>
                <a:cubicBezTo>
                  <a:pt x="2823" y="1196"/>
                  <a:pt x="2853" y="1181"/>
                  <a:pt x="2883" y="1181"/>
                </a:cubicBezTo>
                <a:cubicBezTo>
                  <a:pt x="2913" y="1181"/>
                  <a:pt x="2943" y="1181"/>
                  <a:pt x="3002" y="1196"/>
                </a:cubicBezTo>
                <a:lnTo>
                  <a:pt x="3122" y="1196"/>
                </a:lnTo>
                <a:cubicBezTo>
                  <a:pt x="3196" y="1196"/>
                  <a:pt x="3256" y="1166"/>
                  <a:pt x="3316" y="1136"/>
                </a:cubicBezTo>
                <a:cubicBezTo>
                  <a:pt x="3376" y="1091"/>
                  <a:pt x="3421" y="1016"/>
                  <a:pt x="3480" y="897"/>
                </a:cubicBezTo>
                <a:cubicBezTo>
                  <a:pt x="3570" y="733"/>
                  <a:pt x="3585" y="598"/>
                  <a:pt x="3555" y="494"/>
                </a:cubicBezTo>
                <a:cubicBezTo>
                  <a:pt x="3525" y="374"/>
                  <a:pt x="3406" y="255"/>
                  <a:pt x="3182" y="135"/>
                </a:cubicBezTo>
                <a:cubicBezTo>
                  <a:pt x="3077" y="90"/>
                  <a:pt x="2987" y="60"/>
                  <a:pt x="2913" y="31"/>
                </a:cubicBezTo>
                <a:cubicBezTo>
                  <a:pt x="2838" y="1"/>
                  <a:pt x="2778" y="1"/>
                  <a:pt x="2704" y="1"/>
                </a:cubicBezTo>
                <a:close/>
                <a:moveTo>
                  <a:pt x="2241" y="1435"/>
                </a:moveTo>
                <a:lnTo>
                  <a:pt x="2091" y="1748"/>
                </a:lnTo>
                <a:lnTo>
                  <a:pt x="2390" y="1898"/>
                </a:lnTo>
                <a:lnTo>
                  <a:pt x="2539" y="1584"/>
                </a:lnTo>
                <a:lnTo>
                  <a:pt x="2241" y="1435"/>
                </a:lnTo>
                <a:close/>
                <a:moveTo>
                  <a:pt x="5026" y="1677"/>
                </a:moveTo>
                <a:cubicBezTo>
                  <a:pt x="4989" y="1677"/>
                  <a:pt x="4951" y="1681"/>
                  <a:pt x="4914" y="1688"/>
                </a:cubicBezTo>
                <a:cubicBezTo>
                  <a:pt x="4854" y="1703"/>
                  <a:pt x="4795" y="1748"/>
                  <a:pt x="4750" y="1808"/>
                </a:cubicBezTo>
                <a:cubicBezTo>
                  <a:pt x="4690" y="1883"/>
                  <a:pt x="4645" y="1987"/>
                  <a:pt x="4600" y="2122"/>
                </a:cubicBezTo>
                <a:lnTo>
                  <a:pt x="4899" y="2226"/>
                </a:lnTo>
                <a:lnTo>
                  <a:pt x="4929" y="2152"/>
                </a:lnTo>
                <a:cubicBezTo>
                  <a:pt x="4929" y="2137"/>
                  <a:pt x="4944" y="2122"/>
                  <a:pt x="4929" y="2122"/>
                </a:cubicBezTo>
                <a:cubicBezTo>
                  <a:pt x="4959" y="2047"/>
                  <a:pt x="4989" y="2002"/>
                  <a:pt x="5019" y="1987"/>
                </a:cubicBezTo>
                <a:cubicBezTo>
                  <a:pt x="5040" y="1977"/>
                  <a:pt x="5061" y="1966"/>
                  <a:pt x="5087" y="1966"/>
                </a:cubicBezTo>
                <a:cubicBezTo>
                  <a:pt x="5098" y="1966"/>
                  <a:pt x="5110" y="1968"/>
                  <a:pt x="5123" y="1972"/>
                </a:cubicBezTo>
                <a:cubicBezTo>
                  <a:pt x="5153" y="1972"/>
                  <a:pt x="5213" y="1987"/>
                  <a:pt x="5302" y="2017"/>
                </a:cubicBezTo>
                <a:cubicBezTo>
                  <a:pt x="5362" y="2032"/>
                  <a:pt x="5422" y="2062"/>
                  <a:pt x="5452" y="2077"/>
                </a:cubicBezTo>
                <a:cubicBezTo>
                  <a:pt x="5482" y="2092"/>
                  <a:pt x="5512" y="2122"/>
                  <a:pt x="5526" y="2152"/>
                </a:cubicBezTo>
                <a:cubicBezTo>
                  <a:pt x="5541" y="2196"/>
                  <a:pt x="5541" y="2271"/>
                  <a:pt x="5497" y="2361"/>
                </a:cubicBezTo>
                <a:cubicBezTo>
                  <a:pt x="5467" y="2450"/>
                  <a:pt x="5437" y="2495"/>
                  <a:pt x="5392" y="2525"/>
                </a:cubicBezTo>
                <a:cubicBezTo>
                  <a:pt x="5377" y="2540"/>
                  <a:pt x="5347" y="2555"/>
                  <a:pt x="5332" y="2555"/>
                </a:cubicBezTo>
                <a:lnTo>
                  <a:pt x="5243" y="2555"/>
                </a:lnTo>
                <a:cubicBezTo>
                  <a:pt x="5213" y="2570"/>
                  <a:pt x="5183" y="2570"/>
                  <a:pt x="5138" y="2570"/>
                </a:cubicBezTo>
                <a:cubicBezTo>
                  <a:pt x="5034" y="2570"/>
                  <a:pt x="4974" y="2585"/>
                  <a:pt x="4914" y="2615"/>
                </a:cubicBezTo>
                <a:cubicBezTo>
                  <a:pt x="4869" y="2644"/>
                  <a:pt x="4839" y="2674"/>
                  <a:pt x="4810" y="2719"/>
                </a:cubicBezTo>
                <a:cubicBezTo>
                  <a:pt x="4780" y="2764"/>
                  <a:pt x="4750" y="2824"/>
                  <a:pt x="4720" y="2928"/>
                </a:cubicBezTo>
                <a:lnTo>
                  <a:pt x="5034" y="3033"/>
                </a:lnTo>
                <a:cubicBezTo>
                  <a:pt x="5049" y="2958"/>
                  <a:pt x="5063" y="2928"/>
                  <a:pt x="5078" y="2898"/>
                </a:cubicBezTo>
                <a:cubicBezTo>
                  <a:pt x="5093" y="2883"/>
                  <a:pt x="5123" y="2868"/>
                  <a:pt x="5153" y="2853"/>
                </a:cubicBezTo>
                <a:cubicBezTo>
                  <a:pt x="5183" y="2839"/>
                  <a:pt x="5213" y="2839"/>
                  <a:pt x="5243" y="2839"/>
                </a:cubicBezTo>
                <a:cubicBezTo>
                  <a:pt x="5258" y="2824"/>
                  <a:pt x="5302" y="2824"/>
                  <a:pt x="5362" y="2824"/>
                </a:cubicBezTo>
                <a:cubicBezTo>
                  <a:pt x="5407" y="2824"/>
                  <a:pt x="5452" y="2824"/>
                  <a:pt x="5482" y="2809"/>
                </a:cubicBezTo>
                <a:cubicBezTo>
                  <a:pt x="5556" y="2794"/>
                  <a:pt x="5616" y="2764"/>
                  <a:pt x="5661" y="2719"/>
                </a:cubicBezTo>
                <a:cubicBezTo>
                  <a:pt x="5706" y="2674"/>
                  <a:pt x="5751" y="2600"/>
                  <a:pt x="5795" y="2480"/>
                </a:cubicBezTo>
                <a:cubicBezTo>
                  <a:pt x="5855" y="2301"/>
                  <a:pt x="5870" y="2166"/>
                  <a:pt x="5825" y="2062"/>
                </a:cubicBezTo>
                <a:cubicBezTo>
                  <a:pt x="5780" y="1942"/>
                  <a:pt x="5631" y="1853"/>
                  <a:pt x="5407" y="1763"/>
                </a:cubicBezTo>
                <a:cubicBezTo>
                  <a:pt x="5302" y="1733"/>
                  <a:pt x="5213" y="1703"/>
                  <a:pt x="5138" y="1688"/>
                </a:cubicBezTo>
                <a:cubicBezTo>
                  <a:pt x="5101" y="1681"/>
                  <a:pt x="5063" y="1677"/>
                  <a:pt x="5026" y="1677"/>
                </a:cubicBezTo>
                <a:close/>
                <a:moveTo>
                  <a:pt x="732" y="1843"/>
                </a:moveTo>
                <a:cubicBezTo>
                  <a:pt x="647" y="1843"/>
                  <a:pt x="538" y="1870"/>
                  <a:pt x="404" y="1927"/>
                </a:cubicBezTo>
                <a:cubicBezTo>
                  <a:pt x="314" y="1972"/>
                  <a:pt x="254" y="2002"/>
                  <a:pt x="194" y="2047"/>
                </a:cubicBezTo>
                <a:cubicBezTo>
                  <a:pt x="135" y="2077"/>
                  <a:pt x="90" y="2122"/>
                  <a:pt x="45" y="2181"/>
                </a:cubicBezTo>
                <a:cubicBezTo>
                  <a:pt x="15" y="2226"/>
                  <a:pt x="0" y="2286"/>
                  <a:pt x="15" y="2346"/>
                </a:cubicBezTo>
                <a:cubicBezTo>
                  <a:pt x="15" y="2420"/>
                  <a:pt x="45" y="2525"/>
                  <a:pt x="105" y="2644"/>
                </a:cubicBezTo>
                <a:lnTo>
                  <a:pt x="359" y="2525"/>
                </a:lnTo>
                <a:lnTo>
                  <a:pt x="329" y="2465"/>
                </a:lnTo>
                <a:cubicBezTo>
                  <a:pt x="329" y="2450"/>
                  <a:pt x="329" y="2435"/>
                  <a:pt x="314" y="2435"/>
                </a:cubicBezTo>
                <a:cubicBezTo>
                  <a:pt x="299" y="2376"/>
                  <a:pt x="284" y="2331"/>
                  <a:pt x="299" y="2301"/>
                </a:cubicBezTo>
                <a:cubicBezTo>
                  <a:pt x="299" y="2271"/>
                  <a:pt x="314" y="2256"/>
                  <a:pt x="344" y="2226"/>
                </a:cubicBezTo>
                <a:cubicBezTo>
                  <a:pt x="374" y="2211"/>
                  <a:pt x="418" y="2181"/>
                  <a:pt x="493" y="2152"/>
                </a:cubicBezTo>
                <a:cubicBezTo>
                  <a:pt x="553" y="2122"/>
                  <a:pt x="598" y="2107"/>
                  <a:pt x="628" y="2107"/>
                </a:cubicBezTo>
                <a:cubicBezTo>
                  <a:pt x="642" y="2099"/>
                  <a:pt x="657" y="2096"/>
                  <a:pt x="672" y="2096"/>
                </a:cubicBezTo>
                <a:cubicBezTo>
                  <a:pt x="687" y="2096"/>
                  <a:pt x="702" y="2099"/>
                  <a:pt x="717" y="2107"/>
                </a:cubicBezTo>
                <a:cubicBezTo>
                  <a:pt x="747" y="2122"/>
                  <a:pt x="792" y="2181"/>
                  <a:pt x="822" y="2256"/>
                </a:cubicBezTo>
                <a:cubicBezTo>
                  <a:pt x="852" y="2331"/>
                  <a:pt x="867" y="2376"/>
                  <a:pt x="852" y="2435"/>
                </a:cubicBezTo>
                <a:cubicBezTo>
                  <a:pt x="852" y="2450"/>
                  <a:pt x="837" y="2465"/>
                  <a:pt x="822" y="2480"/>
                </a:cubicBezTo>
                <a:cubicBezTo>
                  <a:pt x="807" y="2495"/>
                  <a:pt x="792" y="2510"/>
                  <a:pt x="777" y="2540"/>
                </a:cubicBezTo>
                <a:cubicBezTo>
                  <a:pt x="762" y="2555"/>
                  <a:pt x="732" y="2585"/>
                  <a:pt x="702" y="2600"/>
                </a:cubicBezTo>
                <a:cubicBezTo>
                  <a:pt x="657" y="2659"/>
                  <a:pt x="613" y="2719"/>
                  <a:pt x="598" y="2764"/>
                </a:cubicBezTo>
                <a:cubicBezTo>
                  <a:pt x="583" y="2809"/>
                  <a:pt x="583" y="2853"/>
                  <a:pt x="598" y="2898"/>
                </a:cubicBezTo>
                <a:cubicBezTo>
                  <a:pt x="598" y="2943"/>
                  <a:pt x="628" y="3003"/>
                  <a:pt x="657" y="3078"/>
                </a:cubicBezTo>
                <a:lnTo>
                  <a:pt x="911" y="2958"/>
                </a:lnTo>
                <a:cubicBezTo>
                  <a:pt x="896" y="2913"/>
                  <a:pt x="881" y="2868"/>
                  <a:pt x="881" y="2853"/>
                </a:cubicBezTo>
                <a:cubicBezTo>
                  <a:pt x="867" y="2839"/>
                  <a:pt x="881" y="2809"/>
                  <a:pt x="896" y="2779"/>
                </a:cubicBezTo>
                <a:cubicBezTo>
                  <a:pt x="911" y="2749"/>
                  <a:pt x="926" y="2734"/>
                  <a:pt x="941" y="2719"/>
                </a:cubicBezTo>
                <a:cubicBezTo>
                  <a:pt x="956" y="2704"/>
                  <a:pt x="971" y="2674"/>
                  <a:pt x="1016" y="2644"/>
                </a:cubicBezTo>
                <a:cubicBezTo>
                  <a:pt x="1046" y="2600"/>
                  <a:pt x="1061" y="2585"/>
                  <a:pt x="1076" y="2555"/>
                </a:cubicBezTo>
                <a:cubicBezTo>
                  <a:pt x="1120" y="2510"/>
                  <a:pt x="1135" y="2450"/>
                  <a:pt x="1150" y="2390"/>
                </a:cubicBezTo>
                <a:cubicBezTo>
                  <a:pt x="1150" y="2331"/>
                  <a:pt x="1135" y="2256"/>
                  <a:pt x="1091" y="2152"/>
                </a:cubicBezTo>
                <a:cubicBezTo>
                  <a:pt x="1016" y="2002"/>
                  <a:pt x="941" y="1913"/>
                  <a:pt x="852" y="1868"/>
                </a:cubicBezTo>
                <a:cubicBezTo>
                  <a:pt x="819" y="1852"/>
                  <a:pt x="780" y="1843"/>
                  <a:pt x="732" y="1843"/>
                </a:cubicBezTo>
                <a:close/>
                <a:moveTo>
                  <a:pt x="1001" y="3167"/>
                </a:moveTo>
                <a:lnTo>
                  <a:pt x="747" y="3287"/>
                </a:lnTo>
                <a:lnTo>
                  <a:pt x="867" y="3555"/>
                </a:lnTo>
                <a:lnTo>
                  <a:pt x="1135" y="3451"/>
                </a:lnTo>
                <a:lnTo>
                  <a:pt x="1001" y="3167"/>
                </a:lnTo>
                <a:close/>
                <a:moveTo>
                  <a:pt x="4645" y="3167"/>
                </a:moveTo>
                <a:lnTo>
                  <a:pt x="4526" y="3496"/>
                </a:lnTo>
                <a:lnTo>
                  <a:pt x="4839" y="3600"/>
                </a:lnTo>
                <a:lnTo>
                  <a:pt x="4944" y="3272"/>
                </a:lnTo>
                <a:lnTo>
                  <a:pt x="4645" y="3167"/>
                </a:lnTo>
                <a:close/>
                <a:moveTo>
                  <a:pt x="2913" y="2062"/>
                </a:moveTo>
                <a:cubicBezTo>
                  <a:pt x="2136" y="2062"/>
                  <a:pt x="1509" y="2525"/>
                  <a:pt x="1509" y="3421"/>
                </a:cubicBezTo>
                <a:cubicBezTo>
                  <a:pt x="1509" y="4317"/>
                  <a:pt x="2136" y="5288"/>
                  <a:pt x="2913" y="5288"/>
                </a:cubicBezTo>
                <a:cubicBezTo>
                  <a:pt x="3704" y="5288"/>
                  <a:pt x="4332" y="4317"/>
                  <a:pt x="4332" y="3421"/>
                </a:cubicBezTo>
                <a:cubicBezTo>
                  <a:pt x="4332" y="2525"/>
                  <a:pt x="3704" y="2062"/>
                  <a:pt x="2913" y="2062"/>
                </a:cubicBezTo>
                <a:close/>
                <a:moveTo>
                  <a:pt x="1793" y="5288"/>
                </a:moveTo>
                <a:lnTo>
                  <a:pt x="911" y="5721"/>
                </a:lnTo>
                <a:cubicBezTo>
                  <a:pt x="508" y="5900"/>
                  <a:pt x="179" y="6378"/>
                  <a:pt x="179" y="6752"/>
                </a:cubicBezTo>
                <a:lnTo>
                  <a:pt x="179" y="7767"/>
                </a:lnTo>
                <a:lnTo>
                  <a:pt x="5661" y="7767"/>
                </a:lnTo>
                <a:lnTo>
                  <a:pt x="5661" y="6752"/>
                </a:lnTo>
                <a:cubicBezTo>
                  <a:pt x="5661" y="6378"/>
                  <a:pt x="5332" y="5900"/>
                  <a:pt x="4929" y="5721"/>
                </a:cubicBezTo>
                <a:lnTo>
                  <a:pt x="4018" y="5288"/>
                </a:lnTo>
                <a:lnTo>
                  <a:pt x="3406" y="6543"/>
                </a:lnTo>
                <a:lnTo>
                  <a:pt x="3107" y="5721"/>
                </a:lnTo>
                <a:cubicBezTo>
                  <a:pt x="3047" y="5736"/>
                  <a:pt x="2987" y="5751"/>
                  <a:pt x="2913" y="5751"/>
                </a:cubicBezTo>
                <a:cubicBezTo>
                  <a:pt x="2853" y="5751"/>
                  <a:pt x="2793" y="5736"/>
                  <a:pt x="2733" y="5721"/>
                </a:cubicBezTo>
                <a:lnTo>
                  <a:pt x="2420" y="6573"/>
                </a:lnTo>
                <a:lnTo>
                  <a:pt x="1793" y="52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81"/>
          <p:cNvSpPr/>
          <p:nvPr/>
        </p:nvSpPr>
        <p:spPr>
          <a:xfrm>
            <a:off x="7406891" y="3251400"/>
            <a:ext cx="322883" cy="366678"/>
          </a:xfrm>
          <a:custGeom>
            <a:rect b="b" l="l" r="r" t="t"/>
            <a:pathLst>
              <a:path extrusionOk="0" h="7753" w="6827">
                <a:moveTo>
                  <a:pt x="1270" y="0"/>
                </a:moveTo>
                <a:cubicBezTo>
                  <a:pt x="852" y="0"/>
                  <a:pt x="509" y="254"/>
                  <a:pt x="509" y="732"/>
                </a:cubicBezTo>
                <a:cubicBezTo>
                  <a:pt x="509" y="1225"/>
                  <a:pt x="852" y="1748"/>
                  <a:pt x="1270" y="1748"/>
                </a:cubicBezTo>
                <a:cubicBezTo>
                  <a:pt x="1689" y="1748"/>
                  <a:pt x="2032" y="1225"/>
                  <a:pt x="2032" y="732"/>
                </a:cubicBezTo>
                <a:cubicBezTo>
                  <a:pt x="2032" y="254"/>
                  <a:pt x="1689" y="0"/>
                  <a:pt x="1270" y="0"/>
                </a:cubicBezTo>
                <a:close/>
                <a:moveTo>
                  <a:pt x="5109" y="598"/>
                </a:moveTo>
                <a:cubicBezTo>
                  <a:pt x="5019" y="598"/>
                  <a:pt x="4930" y="672"/>
                  <a:pt x="4930" y="762"/>
                </a:cubicBezTo>
                <a:lnTo>
                  <a:pt x="4930" y="1285"/>
                </a:lnTo>
                <a:lnTo>
                  <a:pt x="3436" y="1285"/>
                </a:lnTo>
                <a:cubicBezTo>
                  <a:pt x="3287" y="1285"/>
                  <a:pt x="3167" y="1404"/>
                  <a:pt x="3167" y="1554"/>
                </a:cubicBezTo>
                <a:lnTo>
                  <a:pt x="3167" y="3615"/>
                </a:lnTo>
                <a:lnTo>
                  <a:pt x="2689" y="3615"/>
                </a:lnTo>
                <a:lnTo>
                  <a:pt x="2689" y="4138"/>
                </a:lnTo>
                <a:lnTo>
                  <a:pt x="3167" y="4138"/>
                </a:lnTo>
                <a:lnTo>
                  <a:pt x="3167" y="6199"/>
                </a:lnTo>
                <a:cubicBezTo>
                  <a:pt x="3167" y="6333"/>
                  <a:pt x="3287" y="6453"/>
                  <a:pt x="3436" y="6453"/>
                </a:cubicBezTo>
                <a:lnTo>
                  <a:pt x="4930" y="6453"/>
                </a:lnTo>
                <a:lnTo>
                  <a:pt x="4930" y="6975"/>
                </a:lnTo>
                <a:cubicBezTo>
                  <a:pt x="4930" y="7080"/>
                  <a:pt x="5019" y="7155"/>
                  <a:pt x="5109" y="7155"/>
                </a:cubicBezTo>
                <a:lnTo>
                  <a:pt x="6647" y="7155"/>
                </a:lnTo>
                <a:cubicBezTo>
                  <a:pt x="6737" y="7155"/>
                  <a:pt x="6827" y="7080"/>
                  <a:pt x="6827" y="6975"/>
                </a:cubicBezTo>
                <a:lnTo>
                  <a:pt x="6827" y="5452"/>
                </a:lnTo>
                <a:cubicBezTo>
                  <a:pt x="6827" y="5347"/>
                  <a:pt x="6737" y="5273"/>
                  <a:pt x="6647" y="5273"/>
                </a:cubicBezTo>
                <a:lnTo>
                  <a:pt x="5109" y="5273"/>
                </a:lnTo>
                <a:cubicBezTo>
                  <a:pt x="5019" y="5273"/>
                  <a:pt x="4930" y="5347"/>
                  <a:pt x="4930" y="5452"/>
                </a:cubicBezTo>
                <a:lnTo>
                  <a:pt x="4930" y="5930"/>
                </a:lnTo>
                <a:lnTo>
                  <a:pt x="3690" y="5930"/>
                </a:lnTo>
                <a:lnTo>
                  <a:pt x="3690" y="4138"/>
                </a:lnTo>
                <a:lnTo>
                  <a:pt x="4930" y="4138"/>
                </a:lnTo>
                <a:lnTo>
                  <a:pt x="4930" y="4630"/>
                </a:lnTo>
                <a:cubicBezTo>
                  <a:pt x="4930" y="4735"/>
                  <a:pt x="5019" y="4810"/>
                  <a:pt x="5109" y="4810"/>
                </a:cubicBezTo>
                <a:lnTo>
                  <a:pt x="6647" y="4810"/>
                </a:lnTo>
                <a:cubicBezTo>
                  <a:pt x="6737" y="4810"/>
                  <a:pt x="6827" y="4735"/>
                  <a:pt x="6827" y="4630"/>
                </a:cubicBezTo>
                <a:lnTo>
                  <a:pt x="6827" y="3107"/>
                </a:lnTo>
                <a:cubicBezTo>
                  <a:pt x="6827" y="3017"/>
                  <a:pt x="6737" y="2928"/>
                  <a:pt x="6647" y="2928"/>
                </a:cubicBezTo>
                <a:lnTo>
                  <a:pt x="5109" y="2928"/>
                </a:lnTo>
                <a:cubicBezTo>
                  <a:pt x="5019" y="2928"/>
                  <a:pt x="4930" y="3017"/>
                  <a:pt x="4930" y="3107"/>
                </a:cubicBezTo>
                <a:lnTo>
                  <a:pt x="4930" y="3615"/>
                </a:lnTo>
                <a:lnTo>
                  <a:pt x="3690" y="3615"/>
                </a:lnTo>
                <a:lnTo>
                  <a:pt x="3690" y="1822"/>
                </a:lnTo>
                <a:lnTo>
                  <a:pt x="4930" y="1822"/>
                </a:lnTo>
                <a:lnTo>
                  <a:pt x="4930" y="2300"/>
                </a:lnTo>
                <a:cubicBezTo>
                  <a:pt x="4930" y="2390"/>
                  <a:pt x="5019" y="2480"/>
                  <a:pt x="5109" y="2480"/>
                </a:cubicBezTo>
                <a:lnTo>
                  <a:pt x="6647" y="2480"/>
                </a:lnTo>
                <a:cubicBezTo>
                  <a:pt x="6737" y="2480"/>
                  <a:pt x="6827" y="2390"/>
                  <a:pt x="6827" y="2300"/>
                </a:cubicBezTo>
                <a:lnTo>
                  <a:pt x="6827" y="762"/>
                </a:lnTo>
                <a:cubicBezTo>
                  <a:pt x="6827" y="672"/>
                  <a:pt x="6737" y="598"/>
                  <a:pt x="6647" y="598"/>
                </a:cubicBezTo>
                <a:close/>
                <a:moveTo>
                  <a:pt x="344" y="1972"/>
                </a:moveTo>
                <a:cubicBezTo>
                  <a:pt x="150" y="1972"/>
                  <a:pt x="1" y="2121"/>
                  <a:pt x="1" y="2315"/>
                </a:cubicBezTo>
                <a:lnTo>
                  <a:pt x="1" y="4436"/>
                </a:lnTo>
                <a:cubicBezTo>
                  <a:pt x="1" y="4615"/>
                  <a:pt x="150" y="4765"/>
                  <a:pt x="344" y="4765"/>
                </a:cubicBezTo>
                <a:cubicBezTo>
                  <a:pt x="374" y="4765"/>
                  <a:pt x="419" y="4765"/>
                  <a:pt x="449" y="4750"/>
                </a:cubicBezTo>
                <a:lnTo>
                  <a:pt x="449" y="7304"/>
                </a:lnTo>
                <a:cubicBezTo>
                  <a:pt x="449" y="7543"/>
                  <a:pt x="658" y="7752"/>
                  <a:pt x="897" y="7752"/>
                </a:cubicBezTo>
                <a:cubicBezTo>
                  <a:pt x="1061" y="7752"/>
                  <a:pt x="1196" y="7662"/>
                  <a:pt x="1270" y="7543"/>
                </a:cubicBezTo>
                <a:cubicBezTo>
                  <a:pt x="1345" y="7662"/>
                  <a:pt x="1494" y="7752"/>
                  <a:pt x="1644" y="7752"/>
                </a:cubicBezTo>
                <a:cubicBezTo>
                  <a:pt x="1898" y="7752"/>
                  <a:pt x="2092" y="7543"/>
                  <a:pt x="2092" y="7304"/>
                </a:cubicBezTo>
                <a:lnTo>
                  <a:pt x="2092" y="4735"/>
                </a:lnTo>
                <a:cubicBezTo>
                  <a:pt x="2122" y="4735"/>
                  <a:pt x="2152" y="4750"/>
                  <a:pt x="2181" y="4750"/>
                </a:cubicBezTo>
                <a:cubicBezTo>
                  <a:pt x="2376" y="4750"/>
                  <a:pt x="2525" y="4601"/>
                  <a:pt x="2525" y="4406"/>
                </a:cubicBezTo>
                <a:lnTo>
                  <a:pt x="2540" y="2315"/>
                </a:lnTo>
                <a:cubicBezTo>
                  <a:pt x="2540" y="2226"/>
                  <a:pt x="2510" y="2136"/>
                  <a:pt x="2450" y="2076"/>
                </a:cubicBezTo>
                <a:cubicBezTo>
                  <a:pt x="2376" y="2017"/>
                  <a:pt x="2301" y="1972"/>
                  <a:pt x="2211" y="1972"/>
                </a:cubicBezTo>
                <a:lnTo>
                  <a:pt x="1479" y="1972"/>
                </a:lnTo>
                <a:lnTo>
                  <a:pt x="1360" y="2136"/>
                </a:lnTo>
                <a:lnTo>
                  <a:pt x="1584" y="3465"/>
                </a:lnTo>
                <a:lnTo>
                  <a:pt x="1270" y="3764"/>
                </a:lnTo>
                <a:lnTo>
                  <a:pt x="957" y="3465"/>
                </a:lnTo>
                <a:lnTo>
                  <a:pt x="1196" y="2136"/>
                </a:lnTo>
                <a:lnTo>
                  <a:pt x="1061" y="19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1" name="Google Shape;1181;p81"/>
          <p:cNvGrpSpPr/>
          <p:nvPr/>
        </p:nvGrpSpPr>
        <p:grpSpPr>
          <a:xfrm>
            <a:off x="7395004" y="2774298"/>
            <a:ext cx="346635" cy="239367"/>
            <a:chOff x="4510555" y="651678"/>
            <a:chExt cx="346635" cy="239367"/>
          </a:xfrm>
        </p:grpSpPr>
        <p:sp>
          <p:nvSpPr>
            <p:cNvPr id="1182" name="Google Shape;1182;p81"/>
            <p:cNvSpPr/>
            <p:nvPr/>
          </p:nvSpPr>
          <p:spPr>
            <a:xfrm>
              <a:off x="4554137" y="688527"/>
              <a:ext cx="69078" cy="83845"/>
            </a:xfrm>
            <a:custGeom>
              <a:rect b="b" l="l" r="r" t="t"/>
              <a:pathLst>
                <a:path extrusionOk="0" h="1868" w="1539">
                  <a:moveTo>
                    <a:pt x="762" y="0"/>
                  </a:moveTo>
                  <a:cubicBezTo>
                    <a:pt x="299" y="0"/>
                    <a:pt x="0" y="299"/>
                    <a:pt x="0" y="777"/>
                  </a:cubicBezTo>
                  <a:cubicBezTo>
                    <a:pt x="0" y="1330"/>
                    <a:pt x="374" y="1867"/>
                    <a:pt x="762" y="1867"/>
                  </a:cubicBezTo>
                  <a:cubicBezTo>
                    <a:pt x="1150" y="1867"/>
                    <a:pt x="1539" y="1330"/>
                    <a:pt x="1539" y="777"/>
                  </a:cubicBezTo>
                  <a:cubicBezTo>
                    <a:pt x="1539" y="299"/>
                    <a:pt x="1240" y="0"/>
                    <a:pt x="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81"/>
            <p:cNvSpPr/>
            <p:nvPr/>
          </p:nvSpPr>
          <p:spPr>
            <a:xfrm>
              <a:off x="4745159" y="688527"/>
              <a:ext cx="69123" cy="83845"/>
            </a:xfrm>
            <a:custGeom>
              <a:rect b="b" l="l" r="r" t="t"/>
              <a:pathLst>
                <a:path extrusionOk="0" h="1868" w="1540">
                  <a:moveTo>
                    <a:pt x="763" y="0"/>
                  </a:moveTo>
                  <a:cubicBezTo>
                    <a:pt x="300" y="0"/>
                    <a:pt x="1" y="299"/>
                    <a:pt x="1" y="777"/>
                  </a:cubicBezTo>
                  <a:cubicBezTo>
                    <a:pt x="1" y="1330"/>
                    <a:pt x="374" y="1867"/>
                    <a:pt x="763" y="1867"/>
                  </a:cubicBezTo>
                  <a:cubicBezTo>
                    <a:pt x="1166" y="1867"/>
                    <a:pt x="1539" y="1330"/>
                    <a:pt x="1539" y="777"/>
                  </a:cubicBezTo>
                  <a:cubicBezTo>
                    <a:pt x="1539" y="299"/>
                    <a:pt x="1241" y="0"/>
                    <a:pt x="7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81"/>
            <p:cNvSpPr/>
            <p:nvPr/>
          </p:nvSpPr>
          <p:spPr>
            <a:xfrm>
              <a:off x="4796102" y="781705"/>
              <a:ext cx="61088" cy="75811"/>
            </a:xfrm>
            <a:custGeom>
              <a:rect b="b" l="l" r="r" t="t"/>
              <a:pathLst>
                <a:path extrusionOk="0" h="1689" w="1361">
                  <a:moveTo>
                    <a:pt x="374" y="1"/>
                  </a:moveTo>
                  <a:cubicBezTo>
                    <a:pt x="330" y="210"/>
                    <a:pt x="195" y="389"/>
                    <a:pt x="1" y="493"/>
                  </a:cubicBezTo>
                  <a:cubicBezTo>
                    <a:pt x="91" y="628"/>
                    <a:pt x="135" y="777"/>
                    <a:pt x="165" y="942"/>
                  </a:cubicBezTo>
                  <a:cubicBezTo>
                    <a:pt x="180" y="1106"/>
                    <a:pt x="225" y="1360"/>
                    <a:pt x="255" y="1688"/>
                  </a:cubicBezTo>
                  <a:lnTo>
                    <a:pt x="1121" y="1688"/>
                  </a:lnTo>
                  <a:cubicBezTo>
                    <a:pt x="1181" y="1688"/>
                    <a:pt x="1256" y="1658"/>
                    <a:pt x="1300" y="1614"/>
                  </a:cubicBezTo>
                  <a:cubicBezTo>
                    <a:pt x="1345" y="1554"/>
                    <a:pt x="1360" y="1494"/>
                    <a:pt x="1360" y="1419"/>
                  </a:cubicBezTo>
                  <a:cubicBezTo>
                    <a:pt x="1315" y="1091"/>
                    <a:pt x="1285" y="837"/>
                    <a:pt x="1256" y="688"/>
                  </a:cubicBezTo>
                  <a:cubicBezTo>
                    <a:pt x="1211" y="404"/>
                    <a:pt x="972" y="150"/>
                    <a:pt x="673" y="75"/>
                  </a:cubicBezTo>
                  <a:lnTo>
                    <a:pt x="3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81"/>
            <p:cNvSpPr/>
            <p:nvPr/>
          </p:nvSpPr>
          <p:spPr>
            <a:xfrm>
              <a:off x="4510555" y="781705"/>
              <a:ext cx="61044" cy="75811"/>
            </a:xfrm>
            <a:custGeom>
              <a:rect b="b" l="l" r="r" t="t"/>
              <a:pathLst>
                <a:path extrusionOk="0" h="1689" w="1360">
                  <a:moveTo>
                    <a:pt x="986" y="1"/>
                  </a:moveTo>
                  <a:lnTo>
                    <a:pt x="702" y="75"/>
                  </a:lnTo>
                  <a:cubicBezTo>
                    <a:pt x="389" y="150"/>
                    <a:pt x="150" y="404"/>
                    <a:pt x="105" y="688"/>
                  </a:cubicBezTo>
                  <a:cubicBezTo>
                    <a:pt x="90" y="837"/>
                    <a:pt x="60" y="1091"/>
                    <a:pt x="15" y="1419"/>
                  </a:cubicBezTo>
                  <a:cubicBezTo>
                    <a:pt x="0" y="1494"/>
                    <a:pt x="30" y="1554"/>
                    <a:pt x="75" y="1614"/>
                  </a:cubicBezTo>
                  <a:cubicBezTo>
                    <a:pt x="120" y="1658"/>
                    <a:pt x="180" y="1688"/>
                    <a:pt x="254" y="1688"/>
                  </a:cubicBezTo>
                  <a:lnTo>
                    <a:pt x="1106" y="1688"/>
                  </a:lnTo>
                  <a:cubicBezTo>
                    <a:pt x="1150" y="1360"/>
                    <a:pt x="1180" y="1106"/>
                    <a:pt x="1210" y="942"/>
                  </a:cubicBezTo>
                  <a:cubicBezTo>
                    <a:pt x="1240" y="777"/>
                    <a:pt x="1285" y="628"/>
                    <a:pt x="1359" y="493"/>
                  </a:cubicBezTo>
                  <a:cubicBezTo>
                    <a:pt x="1180" y="389"/>
                    <a:pt x="1046" y="210"/>
                    <a:pt x="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81"/>
            <p:cNvSpPr/>
            <p:nvPr/>
          </p:nvSpPr>
          <p:spPr>
            <a:xfrm>
              <a:off x="4574917" y="780359"/>
              <a:ext cx="218590" cy="110686"/>
            </a:xfrm>
            <a:custGeom>
              <a:rect b="b" l="l" r="r" t="t"/>
              <a:pathLst>
                <a:path extrusionOk="0" h="2466" w="4870">
                  <a:moveTo>
                    <a:pt x="1464" y="1"/>
                  </a:moveTo>
                  <a:lnTo>
                    <a:pt x="1001" y="120"/>
                  </a:lnTo>
                  <a:cubicBezTo>
                    <a:pt x="553" y="240"/>
                    <a:pt x="194" y="598"/>
                    <a:pt x="135" y="1016"/>
                  </a:cubicBezTo>
                  <a:cubicBezTo>
                    <a:pt x="105" y="1225"/>
                    <a:pt x="60" y="1569"/>
                    <a:pt x="0" y="2017"/>
                  </a:cubicBezTo>
                  <a:cubicBezTo>
                    <a:pt x="0" y="2137"/>
                    <a:pt x="30" y="2241"/>
                    <a:pt x="105" y="2331"/>
                  </a:cubicBezTo>
                  <a:cubicBezTo>
                    <a:pt x="179" y="2420"/>
                    <a:pt x="284" y="2465"/>
                    <a:pt x="403" y="2465"/>
                  </a:cubicBezTo>
                  <a:lnTo>
                    <a:pt x="4466" y="2465"/>
                  </a:lnTo>
                  <a:cubicBezTo>
                    <a:pt x="4571" y="2465"/>
                    <a:pt x="4690" y="2420"/>
                    <a:pt x="4765" y="2331"/>
                  </a:cubicBezTo>
                  <a:cubicBezTo>
                    <a:pt x="4839" y="2241"/>
                    <a:pt x="4869" y="2137"/>
                    <a:pt x="4854" y="2017"/>
                  </a:cubicBezTo>
                  <a:cubicBezTo>
                    <a:pt x="4809" y="1569"/>
                    <a:pt x="4765" y="1225"/>
                    <a:pt x="4735" y="1016"/>
                  </a:cubicBezTo>
                  <a:cubicBezTo>
                    <a:pt x="4660" y="598"/>
                    <a:pt x="4317" y="240"/>
                    <a:pt x="3869" y="120"/>
                  </a:cubicBezTo>
                  <a:lnTo>
                    <a:pt x="3406" y="1"/>
                  </a:lnTo>
                  <a:cubicBezTo>
                    <a:pt x="3316" y="464"/>
                    <a:pt x="2913" y="822"/>
                    <a:pt x="2435" y="822"/>
                  </a:cubicBezTo>
                  <a:cubicBezTo>
                    <a:pt x="1942" y="822"/>
                    <a:pt x="1539" y="464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81"/>
            <p:cNvSpPr/>
            <p:nvPr/>
          </p:nvSpPr>
          <p:spPr>
            <a:xfrm>
              <a:off x="4633221" y="651678"/>
              <a:ext cx="101261" cy="120696"/>
            </a:xfrm>
            <a:custGeom>
              <a:rect b="b" l="l" r="r" t="t"/>
              <a:pathLst>
                <a:path extrusionOk="0" h="2689" w="2256">
                  <a:moveTo>
                    <a:pt x="1136" y="0"/>
                  </a:moveTo>
                  <a:cubicBezTo>
                    <a:pt x="449" y="0"/>
                    <a:pt x="1" y="448"/>
                    <a:pt x="1" y="1135"/>
                  </a:cubicBezTo>
                  <a:cubicBezTo>
                    <a:pt x="1" y="1852"/>
                    <a:pt x="493" y="2688"/>
                    <a:pt x="1136" y="2688"/>
                  </a:cubicBezTo>
                  <a:cubicBezTo>
                    <a:pt x="1763" y="2688"/>
                    <a:pt x="2256" y="1852"/>
                    <a:pt x="2256" y="1135"/>
                  </a:cubicBezTo>
                  <a:cubicBezTo>
                    <a:pt x="2256" y="448"/>
                    <a:pt x="1823" y="0"/>
                    <a:pt x="1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8" name="Google Shape;1188;p81"/>
          <p:cNvGrpSpPr/>
          <p:nvPr/>
        </p:nvGrpSpPr>
        <p:grpSpPr>
          <a:xfrm>
            <a:off x="3788745" y="2720997"/>
            <a:ext cx="345974" cy="345974"/>
            <a:chOff x="1937609" y="649425"/>
            <a:chExt cx="345974" cy="345974"/>
          </a:xfrm>
        </p:grpSpPr>
        <p:sp>
          <p:nvSpPr>
            <p:cNvPr id="1189" name="Google Shape;1189;p81"/>
            <p:cNvSpPr/>
            <p:nvPr/>
          </p:nvSpPr>
          <p:spPr>
            <a:xfrm>
              <a:off x="1983211" y="694981"/>
              <a:ext cx="254812" cy="254812"/>
            </a:xfrm>
            <a:custGeom>
              <a:rect b="b" l="l" r="r" t="t"/>
              <a:pathLst>
                <a:path extrusionOk="0" h="5677" w="5677">
                  <a:moveTo>
                    <a:pt x="2838" y="852"/>
                  </a:moveTo>
                  <a:cubicBezTo>
                    <a:pt x="2943" y="852"/>
                    <a:pt x="3032" y="927"/>
                    <a:pt x="3032" y="1031"/>
                  </a:cubicBezTo>
                  <a:lnTo>
                    <a:pt x="3032" y="2644"/>
                  </a:lnTo>
                  <a:lnTo>
                    <a:pt x="4093" y="2644"/>
                  </a:lnTo>
                  <a:cubicBezTo>
                    <a:pt x="4197" y="2644"/>
                    <a:pt x="4287" y="2734"/>
                    <a:pt x="4287" y="2839"/>
                  </a:cubicBezTo>
                  <a:cubicBezTo>
                    <a:pt x="4287" y="2943"/>
                    <a:pt x="4197" y="3018"/>
                    <a:pt x="4093" y="3018"/>
                  </a:cubicBezTo>
                  <a:lnTo>
                    <a:pt x="2838" y="3018"/>
                  </a:lnTo>
                  <a:cubicBezTo>
                    <a:pt x="2734" y="3018"/>
                    <a:pt x="2659" y="2943"/>
                    <a:pt x="2659" y="2839"/>
                  </a:cubicBezTo>
                  <a:lnTo>
                    <a:pt x="2659" y="1031"/>
                  </a:lnTo>
                  <a:cubicBezTo>
                    <a:pt x="2659" y="927"/>
                    <a:pt x="2734" y="852"/>
                    <a:pt x="2838" y="852"/>
                  </a:cubicBezTo>
                  <a:close/>
                  <a:moveTo>
                    <a:pt x="2659" y="1"/>
                  </a:moveTo>
                  <a:cubicBezTo>
                    <a:pt x="2017" y="46"/>
                    <a:pt x="1434" y="300"/>
                    <a:pt x="971" y="703"/>
                  </a:cubicBezTo>
                  <a:lnTo>
                    <a:pt x="1121" y="837"/>
                  </a:lnTo>
                  <a:cubicBezTo>
                    <a:pt x="1195" y="912"/>
                    <a:pt x="1195" y="1031"/>
                    <a:pt x="1121" y="1106"/>
                  </a:cubicBezTo>
                  <a:cubicBezTo>
                    <a:pt x="1076" y="1151"/>
                    <a:pt x="1031" y="1166"/>
                    <a:pt x="986" y="1166"/>
                  </a:cubicBezTo>
                  <a:cubicBezTo>
                    <a:pt x="941" y="1166"/>
                    <a:pt x="897" y="1151"/>
                    <a:pt x="852" y="1106"/>
                  </a:cubicBezTo>
                  <a:lnTo>
                    <a:pt x="702" y="957"/>
                  </a:lnTo>
                  <a:cubicBezTo>
                    <a:pt x="299" y="1420"/>
                    <a:pt x="45" y="2002"/>
                    <a:pt x="0" y="2644"/>
                  </a:cubicBezTo>
                  <a:lnTo>
                    <a:pt x="224" y="2644"/>
                  </a:lnTo>
                  <a:cubicBezTo>
                    <a:pt x="329" y="2644"/>
                    <a:pt x="419" y="2734"/>
                    <a:pt x="419" y="2839"/>
                  </a:cubicBezTo>
                  <a:cubicBezTo>
                    <a:pt x="419" y="2943"/>
                    <a:pt x="329" y="3018"/>
                    <a:pt x="224" y="3018"/>
                  </a:cubicBezTo>
                  <a:lnTo>
                    <a:pt x="0" y="3018"/>
                  </a:lnTo>
                  <a:cubicBezTo>
                    <a:pt x="45" y="3660"/>
                    <a:pt x="299" y="4243"/>
                    <a:pt x="702" y="4706"/>
                  </a:cubicBezTo>
                  <a:lnTo>
                    <a:pt x="852" y="4541"/>
                  </a:lnTo>
                  <a:cubicBezTo>
                    <a:pt x="889" y="4504"/>
                    <a:pt x="938" y="4485"/>
                    <a:pt x="986" y="4485"/>
                  </a:cubicBezTo>
                  <a:cubicBezTo>
                    <a:pt x="1035" y="4485"/>
                    <a:pt x="1083" y="4504"/>
                    <a:pt x="1121" y="4541"/>
                  </a:cubicBezTo>
                  <a:cubicBezTo>
                    <a:pt x="1195" y="4616"/>
                    <a:pt x="1195" y="4735"/>
                    <a:pt x="1121" y="4810"/>
                  </a:cubicBezTo>
                  <a:lnTo>
                    <a:pt x="956" y="4960"/>
                  </a:lnTo>
                  <a:cubicBezTo>
                    <a:pt x="1419" y="5378"/>
                    <a:pt x="2002" y="5632"/>
                    <a:pt x="2659" y="5676"/>
                  </a:cubicBezTo>
                  <a:lnTo>
                    <a:pt x="2659" y="5452"/>
                  </a:lnTo>
                  <a:cubicBezTo>
                    <a:pt x="2659" y="5348"/>
                    <a:pt x="2734" y="5273"/>
                    <a:pt x="2838" y="5273"/>
                  </a:cubicBezTo>
                  <a:cubicBezTo>
                    <a:pt x="2943" y="5273"/>
                    <a:pt x="3032" y="5348"/>
                    <a:pt x="3032" y="5452"/>
                  </a:cubicBezTo>
                  <a:lnTo>
                    <a:pt x="3032" y="5676"/>
                  </a:lnTo>
                  <a:cubicBezTo>
                    <a:pt x="3675" y="5632"/>
                    <a:pt x="4257" y="5378"/>
                    <a:pt x="4720" y="4974"/>
                  </a:cubicBezTo>
                  <a:lnTo>
                    <a:pt x="4571" y="4825"/>
                  </a:lnTo>
                  <a:cubicBezTo>
                    <a:pt x="4496" y="4750"/>
                    <a:pt x="4496" y="4631"/>
                    <a:pt x="4571" y="4556"/>
                  </a:cubicBezTo>
                  <a:cubicBezTo>
                    <a:pt x="4608" y="4519"/>
                    <a:pt x="4657" y="4500"/>
                    <a:pt x="4705" y="4500"/>
                  </a:cubicBezTo>
                  <a:cubicBezTo>
                    <a:pt x="4754" y="4500"/>
                    <a:pt x="4802" y="4519"/>
                    <a:pt x="4840" y="4556"/>
                  </a:cubicBezTo>
                  <a:lnTo>
                    <a:pt x="4989" y="4706"/>
                  </a:lnTo>
                  <a:cubicBezTo>
                    <a:pt x="5377" y="4258"/>
                    <a:pt x="5631" y="3660"/>
                    <a:pt x="5676" y="3018"/>
                  </a:cubicBezTo>
                  <a:lnTo>
                    <a:pt x="5482" y="3018"/>
                  </a:lnTo>
                  <a:cubicBezTo>
                    <a:pt x="5377" y="3018"/>
                    <a:pt x="5288" y="2943"/>
                    <a:pt x="5288" y="2839"/>
                  </a:cubicBezTo>
                  <a:cubicBezTo>
                    <a:pt x="5288" y="2734"/>
                    <a:pt x="5377" y="2644"/>
                    <a:pt x="5482" y="2644"/>
                  </a:cubicBezTo>
                  <a:lnTo>
                    <a:pt x="5676" y="2644"/>
                  </a:lnTo>
                  <a:cubicBezTo>
                    <a:pt x="5631" y="2002"/>
                    <a:pt x="5377" y="1420"/>
                    <a:pt x="4974" y="957"/>
                  </a:cubicBezTo>
                  <a:lnTo>
                    <a:pt x="4840" y="1091"/>
                  </a:lnTo>
                  <a:cubicBezTo>
                    <a:pt x="4795" y="1121"/>
                    <a:pt x="4750" y="1151"/>
                    <a:pt x="4705" y="1151"/>
                  </a:cubicBezTo>
                  <a:cubicBezTo>
                    <a:pt x="4660" y="1151"/>
                    <a:pt x="4616" y="1121"/>
                    <a:pt x="4571" y="1091"/>
                  </a:cubicBezTo>
                  <a:cubicBezTo>
                    <a:pt x="4496" y="1016"/>
                    <a:pt x="4496" y="897"/>
                    <a:pt x="4571" y="822"/>
                  </a:cubicBezTo>
                  <a:lnTo>
                    <a:pt x="4705" y="688"/>
                  </a:lnTo>
                  <a:cubicBezTo>
                    <a:pt x="4257" y="300"/>
                    <a:pt x="3675" y="46"/>
                    <a:pt x="3032" y="1"/>
                  </a:cubicBezTo>
                  <a:lnTo>
                    <a:pt x="3032" y="195"/>
                  </a:lnTo>
                  <a:cubicBezTo>
                    <a:pt x="3032" y="300"/>
                    <a:pt x="2943" y="389"/>
                    <a:pt x="2838" y="389"/>
                  </a:cubicBezTo>
                  <a:cubicBezTo>
                    <a:pt x="2734" y="389"/>
                    <a:pt x="2659" y="300"/>
                    <a:pt x="2659" y="195"/>
                  </a:cubicBezTo>
                  <a:lnTo>
                    <a:pt x="26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81"/>
            <p:cNvSpPr/>
            <p:nvPr/>
          </p:nvSpPr>
          <p:spPr>
            <a:xfrm>
              <a:off x="1937609" y="649425"/>
              <a:ext cx="345974" cy="345974"/>
            </a:xfrm>
            <a:custGeom>
              <a:rect b="b" l="l" r="r" t="t"/>
              <a:pathLst>
                <a:path extrusionOk="0" h="7708" w="7708">
                  <a:moveTo>
                    <a:pt x="3854" y="642"/>
                  </a:moveTo>
                  <a:cubicBezTo>
                    <a:pt x="5632" y="642"/>
                    <a:pt x="7080" y="2076"/>
                    <a:pt x="7080" y="3854"/>
                  </a:cubicBezTo>
                  <a:cubicBezTo>
                    <a:pt x="7080" y="5631"/>
                    <a:pt x="5632" y="7065"/>
                    <a:pt x="3854" y="7065"/>
                  </a:cubicBezTo>
                  <a:cubicBezTo>
                    <a:pt x="2092" y="7065"/>
                    <a:pt x="643" y="5631"/>
                    <a:pt x="643" y="3854"/>
                  </a:cubicBezTo>
                  <a:cubicBezTo>
                    <a:pt x="643" y="2076"/>
                    <a:pt x="2092" y="642"/>
                    <a:pt x="3854" y="642"/>
                  </a:cubicBezTo>
                  <a:close/>
                  <a:moveTo>
                    <a:pt x="3854" y="0"/>
                  </a:moveTo>
                  <a:cubicBezTo>
                    <a:pt x="1733" y="0"/>
                    <a:pt x="1" y="1733"/>
                    <a:pt x="1" y="3854"/>
                  </a:cubicBezTo>
                  <a:cubicBezTo>
                    <a:pt x="1" y="5975"/>
                    <a:pt x="1733" y="7707"/>
                    <a:pt x="3854" y="7707"/>
                  </a:cubicBezTo>
                  <a:cubicBezTo>
                    <a:pt x="5990" y="7707"/>
                    <a:pt x="7708" y="5975"/>
                    <a:pt x="7708" y="3854"/>
                  </a:cubicBezTo>
                  <a:cubicBezTo>
                    <a:pt x="7708" y="1733"/>
                    <a:pt x="5990" y="0"/>
                    <a:pt x="38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1" name="Google Shape;1191;p81"/>
          <p:cNvGrpSpPr/>
          <p:nvPr/>
        </p:nvGrpSpPr>
        <p:grpSpPr>
          <a:xfrm>
            <a:off x="4377043" y="2743124"/>
            <a:ext cx="347320" cy="301715"/>
            <a:chOff x="212748" y="1193096"/>
            <a:chExt cx="347320" cy="301715"/>
          </a:xfrm>
        </p:grpSpPr>
        <p:sp>
          <p:nvSpPr>
            <p:cNvPr id="1192" name="Google Shape;1192;p81"/>
            <p:cNvSpPr/>
            <p:nvPr/>
          </p:nvSpPr>
          <p:spPr>
            <a:xfrm>
              <a:off x="212748" y="1193096"/>
              <a:ext cx="347320" cy="166972"/>
            </a:xfrm>
            <a:custGeom>
              <a:rect b="b" l="l" r="r" t="t"/>
              <a:pathLst>
                <a:path extrusionOk="0" h="3720" w="7738">
                  <a:moveTo>
                    <a:pt x="3869" y="0"/>
                  </a:moveTo>
                  <a:cubicBezTo>
                    <a:pt x="1973" y="0"/>
                    <a:pt x="345" y="1359"/>
                    <a:pt x="16" y="3211"/>
                  </a:cubicBezTo>
                  <a:cubicBezTo>
                    <a:pt x="1" y="3346"/>
                    <a:pt x="31" y="3465"/>
                    <a:pt x="106" y="3570"/>
                  </a:cubicBezTo>
                  <a:cubicBezTo>
                    <a:pt x="195" y="3659"/>
                    <a:pt x="315" y="3719"/>
                    <a:pt x="434" y="3719"/>
                  </a:cubicBezTo>
                  <a:lnTo>
                    <a:pt x="673" y="3719"/>
                  </a:lnTo>
                  <a:cubicBezTo>
                    <a:pt x="763" y="2061"/>
                    <a:pt x="2137" y="717"/>
                    <a:pt x="3825" y="687"/>
                  </a:cubicBezTo>
                  <a:cubicBezTo>
                    <a:pt x="3844" y="687"/>
                    <a:pt x="3864" y="687"/>
                    <a:pt x="3884" y="687"/>
                  </a:cubicBezTo>
                  <a:cubicBezTo>
                    <a:pt x="4654" y="687"/>
                    <a:pt x="5393" y="969"/>
                    <a:pt x="5975" y="1479"/>
                  </a:cubicBezTo>
                  <a:lnTo>
                    <a:pt x="6184" y="1329"/>
                  </a:lnTo>
                  <a:cubicBezTo>
                    <a:pt x="6220" y="1301"/>
                    <a:pt x="6262" y="1286"/>
                    <a:pt x="6304" y="1286"/>
                  </a:cubicBezTo>
                  <a:cubicBezTo>
                    <a:pt x="6351" y="1286"/>
                    <a:pt x="6399" y="1305"/>
                    <a:pt x="6438" y="1344"/>
                  </a:cubicBezTo>
                  <a:cubicBezTo>
                    <a:pt x="6498" y="1404"/>
                    <a:pt x="6513" y="1509"/>
                    <a:pt x="6453" y="1583"/>
                  </a:cubicBezTo>
                  <a:lnTo>
                    <a:pt x="6289" y="1807"/>
                  </a:lnTo>
                  <a:cubicBezTo>
                    <a:pt x="6752" y="2345"/>
                    <a:pt x="7021" y="3002"/>
                    <a:pt x="7051" y="3719"/>
                  </a:cubicBezTo>
                  <a:lnTo>
                    <a:pt x="7290" y="3719"/>
                  </a:lnTo>
                  <a:cubicBezTo>
                    <a:pt x="7424" y="3719"/>
                    <a:pt x="7544" y="3659"/>
                    <a:pt x="7618" y="3570"/>
                  </a:cubicBezTo>
                  <a:cubicBezTo>
                    <a:pt x="7693" y="3465"/>
                    <a:pt x="7738" y="3346"/>
                    <a:pt x="7708" y="3211"/>
                  </a:cubicBezTo>
                  <a:cubicBezTo>
                    <a:pt x="7379" y="1359"/>
                    <a:pt x="5766" y="0"/>
                    <a:pt x="3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81"/>
            <p:cNvSpPr/>
            <p:nvPr/>
          </p:nvSpPr>
          <p:spPr>
            <a:xfrm>
              <a:off x="259696" y="1241346"/>
              <a:ext cx="252792" cy="219263"/>
            </a:xfrm>
            <a:custGeom>
              <a:rect b="b" l="l" r="r" t="t"/>
              <a:pathLst>
                <a:path extrusionOk="0" h="4885" w="5632">
                  <a:moveTo>
                    <a:pt x="2793" y="1"/>
                  </a:moveTo>
                  <a:cubicBezTo>
                    <a:pt x="1270" y="15"/>
                    <a:pt x="0" y="1270"/>
                    <a:pt x="0" y="2808"/>
                  </a:cubicBezTo>
                  <a:cubicBezTo>
                    <a:pt x="0" y="3122"/>
                    <a:pt x="60" y="3436"/>
                    <a:pt x="165" y="3734"/>
                  </a:cubicBezTo>
                  <a:cubicBezTo>
                    <a:pt x="165" y="3749"/>
                    <a:pt x="165" y="3749"/>
                    <a:pt x="165" y="3764"/>
                  </a:cubicBezTo>
                  <a:cubicBezTo>
                    <a:pt x="299" y="4123"/>
                    <a:pt x="508" y="4466"/>
                    <a:pt x="792" y="4750"/>
                  </a:cubicBezTo>
                  <a:cubicBezTo>
                    <a:pt x="867" y="4840"/>
                    <a:pt x="971" y="4885"/>
                    <a:pt x="1091" y="4885"/>
                  </a:cubicBezTo>
                  <a:lnTo>
                    <a:pt x="4556" y="4885"/>
                  </a:lnTo>
                  <a:cubicBezTo>
                    <a:pt x="4660" y="4885"/>
                    <a:pt x="4780" y="4840"/>
                    <a:pt x="4855" y="4750"/>
                  </a:cubicBezTo>
                  <a:cubicBezTo>
                    <a:pt x="5362" y="4227"/>
                    <a:pt x="5631" y="3540"/>
                    <a:pt x="5631" y="2823"/>
                  </a:cubicBezTo>
                  <a:lnTo>
                    <a:pt x="5631" y="2808"/>
                  </a:lnTo>
                  <a:cubicBezTo>
                    <a:pt x="5631" y="2151"/>
                    <a:pt x="5422" y="1539"/>
                    <a:pt x="5019" y="1046"/>
                  </a:cubicBezTo>
                  <a:lnTo>
                    <a:pt x="5004" y="1061"/>
                  </a:lnTo>
                  <a:lnTo>
                    <a:pt x="3884" y="2570"/>
                  </a:lnTo>
                  <a:cubicBezTo>
                    <a:pt x="3973" y="2928"/>
                    <a:pt x="3884" y="3331"/>
                    <a:pt x="3600" y="3615"/>
                  </a:cubicBezTo>
                  <a:cubicBezTo>
                    <a:pt x="3391" y="3824"/>
                    <a:pt x="3107" y="3929"/>
                    <a:pt x="2823" y="3929"/>
                  </a:cubicBezTo>
                  <a:cubicBezTo>
                    <a:pt x="2540" y="3929"/>
                    <a:pt x="2256" y="3824"/>
                    <a:pt x="2047" y="3615"/>
                  </a:cubicBezTo>
                  <a:cubicBezTo>
                    <a:pt x="1614" y="3182"/>
                    <a:pt x="1614" y="2480"/>
                    <a:pt x="2047" y="2047"/>
                  </a:cubicBezTo>
                  <a:cubicBezTo>
                    <a:pt x="2252" y="1841"/>
                    <a:pt x="2537" y="1732"/>
                    <a:pt x="2819" y="1732"/>
                  </a:cubicBezTo>
                  <a:cubicBezTo>
                    <a:pt x="2906" y="1732"/>
                    <a:pt x="2993" y="1742"/>
                    <a:pt x="3077" y="1763"/>
                  </a:cubicBezTo>
                  <a:lnTo>
                    <a:pt x="4601" y="643"/>
                  </a:lnTo>
                  <a:lnTo>
                    <a:pt x="4616" y="643"/>
                  </a:lnTo>
                  <a:cubicBezTo>
                    <a:pt x="4108" y="225"/>
                    <a:pt x="3466" y="1"/>
                    <a:pt x="27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81"/>
            <p:cNvSpPr/>
            <p:nvPr/>
          </p:nvSpPr>
          <p:spPr>
            <a:xfrm>
              <a:off x="350854" y="1335870"/>
              <a:ext cx="71098" cy="64724"/>
            </a:xfrm>
            <a:custGeom>
              <a:rect b="b" l="l" r="r" t="t"/>
              <a:pathLst>
                <a:path extrusionOk="0" h="1442" w="1584">
                  <a:moveTo>
                    <a:pt x="792" y="0"/>
                  </a:moveTo>
                  <a:cubicBezTo>
                    <a:pt x="598" y="0"/>
                    <a:pt x="419" y="75"/>
                    <a:pt x="285" y="210"/>
                  </a:cubicBezTo>
                  <a:cubicBezTo>
                    <a:pt x="1" y="493"/>
                    <a:pt x="1" y="956"/>
                    <a:pt x="285" y="1240"/>
                  </a:cubicBezTo>
                  <a:cubicBezTo>
                    <a:pt x="419" y="1375"/>
                    <a:pt x="602" y="1442"/>
                    <a:pt x="787" y="1442"/>
                  </a:cubicBezTo>
                  <a:cubicBezTo>
                    <a:pt x="972" y="1442"/>
                    <a:pt x="1158" y="1375"/>
                    <a:pt x="1300" y="1240"/>
                  </a:cubicBezTo>
                  <a:cubicBezTo>
                    <a:pt x="1584" y="956"/>
                    <a:pt x="1584" y="493"/>
                    <a:pt x="1300" y="210"/>
                  </a:cubicBezTo>
                  <a:cubicBezTo>
                    <a:pt x="1151" y="75"/>
                    <a:pt x="972" y="0"/>
                    <a:pt x="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81"/>
            <p:cNvSpPr/>
            <p:nvPr/>
          </p:nvSpPr>
          <p:spPr>
            <a:xfrm>
              <a:off x="350854" y="1335870"/>
              <a:ext cx="71098" cy="64724"/>
            </a:xfrm>
            <a:custGeom>
              <a:rect b="b" l="l" r="r" t="t"/>
              <a:pathLst>
                <a:path extrusionOk="0" h="1442" w="1584">
                  <a:moveTo>
                    <a:pt x="792" y="0"/>
                  </a:moveTo>
                  <a:cubicBezTo>
                    <a:pt x="598" y="0"/>
                    <a:pt x="419" y="75"/>
                    <a:pt x="285" y="210"/>
                  </a:cubicBezTo>
                  <a:cubicBezTo>
                    <a:pt x="1" y="493"/>
                    <a:pt x="1" y="956"/>
                    <a:pt x="285" y="1240"/>
                  </a:cubicBezTo>
                  <a:cubicBezTo>
                    <a:pt x="419" y="1375"/>
                    <a:pt x="602" y="1442"/>
                    <a:pt x="787" y="1442"/>
                  </a:cubicBezTo>
                  <a:cubicBezTo>
                    <a:pt x="972" y="1442"/>
                    <a:pt x="1158" y="1375"/>
                    <a:pt x="1300" y="1240"/>
                  </a:cubicBezTo>
                  <a:cubicBezTo>
                    <a:pt x="1584" y="956"/>
                    <a:pt x="1584" y="493"/>
                    <a:pt x="1300" y="210"/>
                  </a:cubicBezTo>
                  <a:cubicBezTo>
                    <a:pt x="1151" y="75"/>
                    <a:pt x="972" y="0"/>
                    <a:pt x="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81"/>
            <p:cNvSpPr/>
            <p:nvPr/>
          </p:nvSpPr>
          <p:spPr>
            <a:xfrm>
              <a:off x="260369" y="1242019"/>
              <a:ext cx="252119" cy="252792"/>
            </a:xfrm>
            <a:custGeom>
              <a:rect b="b" l="l" r="r" t="t"/>
              <a:pathLst>
                <a:path extrusionOk="0" h="5632" w="5617">
                  <a:moveTo>
                    <a:pt x="2808" y="0"/>
                  </a:moveTo>
                  <a:cubicBezTo>
                    <a:pt x="1255" y="0"/>
                    <a:pt x="0" y="1270"/>
                    <a:pt x="0" y="2823"/>
                  </a:cubicBezTo>
                  <a:cubicBezTo>
                    <a:pt x="0" y="3137"/>
                    <a:pt x="45" y="3436"/>
                    <a:pt x="150" y="3719"/>
                  </a:cubicBezTo>
                  <a:cubicBezTo>
                    <a:pt x="150" y="3734"/>
                    <a:pt x="150" y="3734"/>
                    <a:pt x="150" y="3749"/>
                  </a:cubicBezTo>
                  <a:cubicBezTo>
                    <a:pt x="538" y="4840"/>
                    <a:pt x="1584" y="5631"/>
                    <a:pt x="2808" y="5631"/>
                  </a:cubicBezTo>
                  <a:cubicBezTo>
                    <a:pt x="4362" y="5631"/>
                    <a:pt x="5616" y="4362"/>
                    <a:pt x="5616" y="2823"/>
                  </a:cubicBezTo>
                  <a:lnTo>
                    <a:pt x="5616" y="2808"/>
                  </a:lnTo>
                  <a:cubicBezTo>
                    <a:pt x="5616" y="2136"/>
                    <a:pt x="5377" y="1524"/>
                    <a:pt x="4989" y="1046"/>
                  </a:cubicBezTo>
                  <a:lnTo>
                    <a:pt x="3869" y="2555"/>
                  </a:lnTo>
                  <a:cubicBezTo>
                    <a:pt x="3958" y="2913"/>
                    <a:pt x="3869" y="3316"/>
                    <a:pt x="3585" y="3600"/>
                  </a:cubicBezTo>
                  <a:cubicBezTo>
                    <a:pt x="3376" y="3809"/>
                    <a:pt x="3092" y="3914"/>
                    <a:pt x="2808" y="3914"/>
                  </a:cubicBezTo>
                  <a:cubicBezTo>
                    <a:pt x="2525" y="3914"/>
                    <a:pt x="2241" y="3809"/>
                    <a:pt x="2032" y="3600"/>
                  </a:cubicBezTo>
                  <a:cubicBezTo>
                    <a:pt x="1599" y="3167"/>
                    <a:pt x="1599" y="2465"/>
                    <a:pt x="2032" y="2032"/>
                  </a:cubicBezTo>
                  <a:cubicBezTo>
                    <a:pt x="2237" y="1826"/>
                    <a:pt x="2522" y="1717"/>
                    <a:pt x="2804" y="1717"/>
                  </a:cubicBezTo>
                  <a:cubicBezTo>
                    <a:pt x="2891" y="1717"/>
                    <a:pt x="2978" y="1727"/>
                    <a:pt x="3062" y="1748"/>
                  </a:cubicBezTo>
                  <a:lnTo>
                    <a:pt x="4586" y="628"/>
                  </a:lnTo>
                  <a:cubicBezTo>
                    <a:pt x="4093" y="239"/>
                    <a:pt x="3480" y="0"/>
                    <a:pt x="2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7" name="Google Shape;1197;p81"/>
          <p:cNvSpPr/>
          <p:nvPr/>
        </p:nvSpPr>
        <p:spPr>
          <a:xfrm>
            <a:off x="3288395" y="2718779"/>
            <a:ext cx="235293" cy="350409"/>
          </a:xfrm>
          <a:custGeom>
            <a:rect b="b" l="l" r="r" t="t"/>
            <a:pathLst>
              <a:path extrusionOk="0" h="7409" w="4975">
                <a:moveTo>
                  <a:pt x="4034" y="1539"/>
                </a:moveTo>
                <a:lnTo>
                  <a:pt x="4034" y="1539"/>
                </a:lnTo>
                <a:cubicBezTo>
                  <a:pt x="3601" y="2136"/>
                  <a:pt x="2794" y="2599"/>
                  <a:pt x="1808" y="2823"/>
                </a:cubicBezTo>
                <a:cubicBezTo>
                  <a:pt x="2167" y="3211"/>
                  <a:pt x="2480" y="3450"/>
                  <a:pt x="2480" y="3450"/>
                </a:cubicBezTo>
                <a:cubicBezTo>
                  <a:pt x="2480" y="3450"/>
                  <a:pt x="3571" y="2599"/>
                  <a:pt x="4034" y="1539"/>
                </a:cubicBezTo>
                <a:close/>
                <a:moveTo>
                  <a:pt x="539" y="837"/>
                </a:moveTo>
                <a:lnTo>
                  <a:pt x="539" y="837"/>
                </a:lnTo>
                <a:cubicBezTo>
                  <a:pt x="1002" y="956"/>
                  <a:pt x="1704" y="1031"/>
                  <a:pt x="2480" y="1031"/>
                </a:cubicBezTo>
                <a:cubicBezTo>
                  <a:pt x="3272" y="1031"/>
                  <a:pt x="3974" y="956"/>
                  <a:pt x="4437" y="837"/>
                </a:cubicBezTo>
                <a:lnTo>
                  <a:pt x="4437" y="837"/>
                </a:lnTo>
                <a:cubicBezTo>
                  <a:pt x="4347" y="2121"/>
                  <a:pt x="3765" y="3197"/>
                  <a:pt x="2958" y="3510"/>
                </a:cubicBezTo>
                <a:cubicBezTo>
                  <a:pt x="2884" y="3540"/>
                  <a:pt x="2839" y="3615"/>
                  <a:pt x="2839" y="3704"/>
                </a:cubicBezTo>
                <a:cubicBezTo>
                  <a:pt x="2839" y="3794"/>
                  <a:pt x="2884" y="3869"/>
                  <a:pt x="2958" y="3884"/>
                </a:cubicBezTo>
                <a:cubicBezTo>
                  <a:pt x="3765" y="4212"/>
                  <a:pt x="4347" y="5288"/>
                  <a:pt x="4437" y="6572"/>
                </a:cubicBezTo>
                <a:cubicBezTo>
                  <a:pt x="4362" y="6542"/>
                  <a:pt x="4288" y="6527"/>
                  <a:pt x="4198" y="6512"/>
                </a:cubicBezTo>
                <a:cubicBezTo>
                  <a:pt x="3929" y="5452"/>
                  <a:pt x="2480" y="4511"/>
                  <a:pt x="2480" y="4511"/>
                </a:cubicBezTo>
                <a:cubicBezTo>
                  <a:pt x="2480" y="4511"/>
                  <a:pt x="1046" y="5452"/>
                  <a:pt x="778" y="6512"/>
                </a:cubicBezTo>
                <a:cubicBezTo>
                  <a:pt x="688" y="6527"/>
                  <a:pt x="613" y="6542"/>
                  <a:pt x="539" y="6572"/>
                </a:cubicBezTo>
                <a:cubicBezTo>
                  <a:pt x="628" y="5288"/>
                  <a:pt x="1211" y="4212"/>
                  <a:pt x="2017" y="3884"/>
                </a:cubicBezTo>
                <a:cubicBezTo>
                  <a:pt x="2092" y="3869"/>
                  <a:pt x="2137" y="3794"/>
                  <a:pt x="2137" y="3704"/>
                </a:cubicBezTo>
                <a:cubicBezTo>
                  <a:pt x="2137" y="3615"/>
                  <a:pt x="2092" y="3540"/>
                  <a:pt x="2017" y="3510"/>
                </a:cubicBezTo>
                <a:cubicBezTo>
                  <a:pt x="1211" y="3197"/>
                  <a:pt x="628" y="2121"/>
                  <a:pt x="539" y="837"/>
                </a:cubicBezTo>
                <a:close/>
                <a:moveTo>
                  <a:pt x="2480" y="0"/>
                </a:moveTo>
                <a:cubicBezTo>
                  <a:pt x="1106" y="0"/>
                  <a:pt x="1" y="224"/>
                  <a:pt x="1" y="523"/>
                </a:cubicBezTo>
                <a:cubicBezTo>
                  <a:pt x="1" y="583"/>
                  <a:pt x="61" y="657"/>
                  <a:pt x="195" y="717"/>
                </a:cubicBezTo>
                <a:cubicBezTo>
                  <a:pt x="255" y="2032"/>
                  <a:pt x="778" y="3182"/>
                  <a:pt x="1554" y="3704"/>
                </a:cubicBezTo>
                <a:cubicBezTo>
                  <a:pt x="778" y="4227"/>
                  <a:pt x="255" y="5377"/>
                  <a:pt x="195" y="6692"/>
                </a:cubicBezTo>
                <a:cubicBezTo>
                  <a:pt x="61" y="6751"/>
                  <a:pt x="1" y="6811"/>
                  <a:pt x="1" y="6886"/>
                </a:cubicBezTo>
                <a:cubicBezTo>
                  <a:pt x="1" y="7169"/>
                  <a:pt x="1106" y="7408"/>
                  <a:pt x="2480" y="7408"/>
                </a:cubicBezTo>
                <a:cubicBezTo>
                  <a:pt x="3854" y="7408"/>
                  <a:pt x="4975" y="7169"/>
                  <a:pt x="4975" y="6886"/>
                </a:cubicBezTo>
                <a:cubicBezTo>
                  <a:pt x="4975" y="6811"/>
                  <a:pt x="4900" y="6751"/>
                  <a:pt x="4780" y="6692"/>
                </a:cubicBezTo>
                <a:cubicBezTo>
                  <a:pt x="4721" y="5377"/>
                  <a:pt x="4198" y="4227"/>
                  <a:pt x="3421" y="3704"/>
                </a:cubicBezTo>
                <a:cubicBezTo>
                  <a:pt x="4198" y="3182"/>
                  <a:pt x="4721" y="2032"/>
                  <a:pt x="4780" y="717"/>
                </a:cubicBezTo>
                <a:cubicBezTo>
                  <a:pt x="4900" y="657"/>
                  <a:pt x="4975" y="583"/>
                  <a:pt x="4975" y="523"/>
                </a:cubicBezTo>
                <a:cubicBezTo>
                  <a:pt x="4975" y="224"/>
                  <a:pt x="3854" y="0"/>
                  <a:pt x="248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81"/>
          <p:cNvSpPr/>
          <p:nvPr/>
        </p:nvSpPr>
        <p:spPr>
          <a:xfrm>
            <a:off x="3809133" y="3293677"/>
            <a:ext cx="305195" cy="282125"/>
          </a:xfrm>
          <a:custGeom>
            <a:rect b="b" l="l" r="r" t="t"/>
            <a:pathLst>
              <a:path extrusionOk="0" h="5543" w="6453">
                <a:moveTo>
                  <a:pt x="1852" y="1913"/>
                </a:moveTo>
                <a:lnTo>
                  <a:pt x="1180" y="2555"/>
                </a:lnTo>
                <a:lnTo>
                  <a:pt x="1404" y="2794"/>
                </a:lnTo>
                <a:lnTo>
                  <a:pt x="1957" y="2256"/>
                </a:lnTo>
                <a:lnTo>
                  <a:pt x="1957" y="4034"/>
                </a:lnTo>
                <a:lnTo>
                  <a:pt x="2345" y="4034"/>
                </a:lnTo>
                <a:lnTo>
                  <a:pt x="2345" y="1913"/>
                </a:lnTo>
                <a:close/>
                <a:moveTo>
                  <a:pt x="2793" y="1913"/>
                </a:moveTo>
                <a:lnTo>
                  <a:pt x="2793" y="3048"/>
                </a:lnTo>
                <a:lnTo>
                  <a:pt x="3152" y="3048"/>
                </a:lnTo>
                <a:cubicBezTo>
                  <a:pt x="3167" y="3003"/>
                  <a:pt x="3182" y="2973"/>
                  <a:pt x="3211" y="2958"/>
                </a:cubicBezTo>
                <a:cubicBezTo>
                  <a:pt x="3241" y="2928"/>
                  <a:pt x="3271" y="2928"/>
                  <a:pt x="3301" y="2913"/>
                </a:cubicBezTo>
                <a:cubicBezTo>
                  <a:pt x="3346" y="2913"/>
                  <a:pt x="3376" y="2899"/>
                  <a:pt x="3421" y="2899"/>
                </a:cubicBezTo>
                <a:lnTo>
                  <a:pt x="3540" y="2899"/>
                </a:lnTo>
                <a:cubicBezTo>
                  <a:pt x="3659" y="2899"/>
                  <a:pt x="3734" y="2913"/>
                  <a:pt x="3794" y="2928"/>
                </a:cubicBezTo>
                <a:cubicBezTo>
                  <a:pt x="3854" y="2943"/>
                  <a:pt x="3884" y="2958"/>
                  <a:pt x="3913" y="3003"/>
                </a:cubicBezTo>
                <a:cubicBezTo>
                  <a:pt x="3943" y="3048"/>
                  <a:pt x="3973" y="3152"/>
                  <a:pt x="3973" y="3332"/>
                </a:cubicBezTo>
                <a:cubicBezTo>
                  <a:pt x="3973" y="3421"/>
                  <a:pt x="3958" y="3481"/>
                  <a:pt x="3958" y="3541"/>
                </a:cubicBezTo>
                <a:cubicBezTo>
                  <a:pt x="3943" y="3586"/>
                  <a:pt x="3928" y="3630"/>
                  <a:pt x="3898" y="3645"/>
                </a:cubicBezTo>
                <a:cubicBezTo>
                  <a:pt x="3869" y="3675"/>
                  <a:pt x="3824" y="3690"/>
                  <a:pt x="3779" y="3705"/>
                </a:cubicBezTo>
                <a:cubicBezTo>
                  <a:pt x="3734" y="3720"/>
                  <a:pt x="3674" y="3720"/>
                  <a:pt x="3585" y="3720"/>
                </a:cubicBezTo>
                <a:lnTo>
                  <a:pt x="3525" y="3720"/>
                </a:lnTo>
                <a:cubicBezTo>
                  <a:pt x="3435" y="3720"/>
                  <a:pt x="3361" y="3720"/>
                  <a:pt x="3316" y="3705"/>
                </a:cubicBezTo>
                <a:cubicBezTo>
                  <a:pt x="3271" y="3705"/>
                  <a:pt x="3241" y="3690"/>
                  <a:pt x="3211" y="3660"/>
                </a:cubicBezTo>
                <a:cubicBezTo>
                  <a:pt x="3152" y="3615"/>
                  <a:pt x="3122" y="3541"/>
                  <a:pt x="3122" y="3421"/>
                </a:cubicBezTo>
                <a:lnTo>
                  <a:pt x="2748" y="3421"/>
                </a:lnTo>
                <a:cubicBezTo>
                  <a:pt x="2748" y="3690"/>
                  <a:pt x="2823" y="3869"/>
                  <a:pt x="2943" y="3944"/>
                </a:cubicBezTo>
                <a:cubicBezTo>
                  <a:pt x="3017" y="3989"/>
                  <a:pt x="3092" y="4019"/>
                  <a:pt x="3182" y="4034"/>
                </a:cubicBezTo>
                <a:cubicBezTo>
                  <a:pt x="3271" y="4049"/>
                  <a:pt x="3391" y="4049"/>
                  <a:pt x="3540" y="4049"/>
                </a:cubicBezTo>
                <a:cubicBezTo>
                  <a:pt x="3704" y="4049"/>
                  <a:pt x="3824" y="4034"/>
                  <a:pt x="3928" y="4019"/>
                </a:cubicBezTo>
                <a:cubicBezTo>
                  <a:pt x="4018" y="4004"/>
                  <a:pt x="4108" y="3974"/>
                  <a:pt x="4182" y="3914"/>
                </a:cubicBezTo>
                <a:cubicBezTo>
                  <a:pt x="4302" y="3825"/>
                  <a:pt x="4347" y="3615"/>
                  <a:pt x="4347" y="3302"/>
                </a:cubicBezTo>
                <a:cubicBezTo>
                  <a:pt x="4347" y="3167"/>
                  <a:pt x="4347" y="3063"/>
                  <a:pt x="4317" y="2973"/>
                </a:cubicBezTo>
                <a:cubicBezTo>
                  <a:pt x="4302" y="2884"/>
                  <a:pt x="4272" y="2809"/>
                  <a:pt x="4212" y="2734"/>
                </a:cubicBezTo>
                <a:cubicBezTo>
                  <a:pt x="4108" y="2630"/>
                  <a:pt x="3928" y="2570"/>
                  <a:pt x="3659" y="2570"/>
                </a:cubicBezTo>
                <a:cubicBezTo>
                  <a:pt x="3391" y="2570"/>
                  <a:pt x="3226" y="2630"/>
                  <a:pt x="3152" y="2749"/>
                </a:cubicBezTo>
                <a:lnTo>
                  <a:pt x="3152" y="2226"/>
                </a:lnTo>
                <a:lnTo>
                  <a:pt x="4272" y="2226"/>
                </a:lnTo>
                <a:lnTo>
                  <a:pt x="4272" y="1913"/>
                </a:lnTo>
                <a:close/>
                <a:moveTo>
                  <a:pt x="1344" y="1"/>
                </a:moveTo>
                <a:cubicBezTo>
                  <a:pt x="1180" y="1"/>
                  <a:pt x="1046" y="135"/>
                  <a:pt x="1046" y="300"/>
                </a:cubicBezTo>
                <a:lnTo>
                  <a:pt x="1046" y="344"/>
                </a:lnTo>
                <a:lnTo>
                  <a:pt x="299" y="344"/>
                </a:lnTo>
                <a:cubicBezTo>
                  <a:pt x="135" y="344"/>
                  <a:pt x="0" y="479"/>
                  <a:pt x="0" y="643"/>
                </a:cubicBezTo>
                <a:lnTo>
                  <a:pt x="0" y="4825"/>
                </a:lnTo>
                <a:cubicBezTo>
                  <a:pt x="0" y="4990"/>
                  <a:pt x="135" y="5124"/>
                  <a:pt x="299" y="5124"/>
                </a:cubicBezTo>
                <a:lnTo>
                  <a:pt x="4287" y="5124"/>
                </a:lnTo>
                <a:cubicBezTo>
                  <a:pt x="4182" y="4945"/>
                  <a:pt x="4122" y="4736"/>
                  <a:pt x="4122" y="4527"/>
                </a:cubicBezTo>
                <a:lnTo>
                  <a:pt x="598" y="4527"/>
                </a:lnTo>
                <a:lnTo>
                  <a:pt x="598" y="942"/>
                </a:lnTo>
                <a:lnTo>
                  <a:pt x="1046" y="942"/>
                </a:lnTo>
                <a:cubicBezTo>
                  <a:pt x="1046" y="1106"/>
                  <a:pt x="1180" y="1241"/>
                  <a:pt x="1344" y="1241"/>
                </a:cubicBezTo>
                <a:cubicBezTo>
                  <a:pt x="1509" y="1241"/>
                  <a:pt x="1643" y="1106"/>
                  <a:pt x="1643" y="942"/>
                </a:cubicBezTo>
                <a:lnTo>
                  <a:pt x="2121" y="942"/>
                </a:lnTo>
                <a:cubicBezTo>
                  <a:pt x="2121" y="1106"/>
                  <a:pt x="2256" y="1241"/>
                  <a:pt x="2420" y="1241"/>
                </a:cubicBezTo>
                <a:cubicBezTo>
                  <a:pt x="2584" y="1241"/>
                  <a:pt x="2719" y="1106"/>
                  <a:pt x="2719" y="942"/>
                </a:cubicBezTo>
                <a:lnTo>
                  <a:pt x="3196" y="942"/>
                </a:lnTo>
                <a:cubicBezTo>
                  <a:pt x="3196" y="1106"/>
                  <a:pt x="3331" y="1241"/>
                  <a:pt x="3495" y="1241"/>
                </a:cubicBezTo>
                <a:cubicBezTo>
                  <a:pt x="3659" y="1241"/>
                  <a:pt x="3794" y="1106"/>
                  <a:pt x="3794" y="942"/>
                </a:cubicBezTo>
                <a:lnTo>
                  <a:pt x="4272" y="942"/>
                </a:lnTo>
                <a:cubicBezTo>
                  <a:pt x="4272" y="1106"/>
                  <a:pt x="4406" y="1241"/>
                  <a:pt x="4571" y="1241"/>
                </a:cubicBezTo>
                <a:cubicBezTo>
                  <a:pt x="4735" y="1241"/>
                  <a:pt x="4869" y="1106"/>
                  <a:pt x="4869" y="942"/>
                </a:cubicBezTo>
                <a:lnTo>
                  <a:pt x="5317" y="942"/>
                </a:lnTo>
                <a:lnTo>
                  <a:pt x="5317" y="3197"/>
                </a:lnTo>
                <a:lnTo>
                  <a:pt x="5407" y="3197"/>
                </a:lnTo>
                <a:cubicBezTo>
                  <a:pt x="5586" y="3197"/>
                  <a:pt x="5751" y="3227"/>
                  <a:pt x="5915" y="3302"/>
                </a:cubicBezTo>
                <a:lnTo>
                  <a:pt x="5915" y="643"/>
                </a:lnTo>
                <a:cubicBezTo>
                  <a:pt x="5915" y="479"/>
                  <a:pt x="5780" y="344"/>
                  <a:pt x="5616" y="344"/>
                </a:cubicBezTo>
                <a:lnTo>
                  <a:pt x="4869" y="344"/>
                </a:lnTo>
                <a:lnTo>
                  <a:pt x="4869" y="300"/>
                </a:lnTo>
                <a:cubicBezTo>
                  <a:pt x="4869" y="135"/>
                  <a:pt x="4735" y="1"/>
                  <a:pt x="4571" y="1"/>
                </a:cubicBezTo>
                <a:cubicBezTo>
                  <a:pt x="4406" y="1"/>
                  <a:pt x="4272" y="135"/>
                  <a:pt x="4272" y="300"/>
                </a:cubicBezTo>
                <a:lnTo>
                  <a:pt x="4272" y="344"/>
                </a:lnTo>
                <a:lnTo>
                  <a:pt x="3794" y="344"/>
                </a:lnTo>
                <a:lnTo>
                  <a:pt x="3794" y="300"/>
                </a:lnTo>
                <a:cubicBezTo>
                  <a:pt x="3794" y="135"/>
                  <a:pt x="3659" y="1"/>
                  <a:pt x="3495" y="1"/>
                </a:cubicBezTo>
                <a:cubicBezTo>
                  <a:pt x="3331" y="1"/>
                  <a:pt x="3196" y="135"/>
                  <a:pt x="3196" y="300"/>
                </a:cubicBezTo>
                <a:lnTo>
                  <a:pt x="3196" y="344"/>
                </a:lnTo>
                <a:lnTo>
                  <a:pt x="2719" y="344"/>
                </a:lnTo>
                <a:lnTo>
                  <a:pt x="2719" y="300"/>
                </a:lnTo>
                <a:cubicBezTo>
                  <a:pt x="2719" y="135"/>
                  <a:pt x="2584" y="1"/>
                  <a:pt x="2420" y="1"/>
                </a:cubicBezTo>
                <a:cubicBezTo>
                  <a:pt x="2256" y="1"/>
                  <a:pt x="2121" y="135"/>
                  <a:pt x="2121" y="300"/>
                </a:cubicBezTo>
                <a:lnTo>
                  <a:pt x="2121" y="344"/>
                </a:lnTo>
                <a:lnTo>
                  <a:pt x="1643" y="344"/>
                </a:lnTo>
                <a:lnTo>
                  <a:pt x="1643" y="300"/>
                </a:lnTo>
                <a:cubicBezTo>
                  <a:pt x="1643" y="135"/>
                  <a:pt x="1509" y="1"/>
                  <a:pt x="1344" y="1"/>
                </a:cubicBezTo>
                <a:close/>
                <a:moveTo>
                  <a:pt x="5982" y="4108"/>
                </a:moveTo>
                <a:cubicBezTo>
                  <a:pt x="6023" y="4108"/>
                  <a:pt x="6064" y="4123"/>
                  <a:pt x="6094" y="4153"/>
                </a:cubicBezTo>
                <a:cubicBezTo>
                  <a:pt x="6139" y="4213"/>
                  <a:pt x="6139" y="4302"/>
                  <a:pt x="6094" y="4362"/>
                </a:cubicBezTo>
                <a:lnTo>
                  <a:pt x="5302" y="5154"/>
                </a:lnTo>
                <a:lnTo>
                  <a:pt x="4765" y="4631"/>
                </a:lnTo>
                <a:cubicBezTo>
                  <a:pt x="4720" y="4571"/>
                  <a:pt x="4720" y="4482"/>
                  <a:pt x="4765" y="4422"/>
                </a:cubicBezTo>
                <a:cubicBezTo>
                  <a:pt x="4795" y="4392"/>
                  <a:pt x="4836" y="4377"/>
                  <a:pt x="4875" y="4377"/>
                </a:cubicBezTo>
                <a:cubicBezTo>
                  <a:pt x="4914" y="4377"/>
                  <a:pt x="4951" y="4392"/>
                  <a:pt x="4974" y="4422"/>
                </a:cubicBezTo>
                <a:lnTo>
                  <a:pt x="5302" y="4736"/>
                </a:lnTo>
                <a:lnTo>
                  <a:pt x="5870" y="4153"/>
                </a:lnTo>
                <a:cubicBezTo>
                  <a:pt x="5900" y="4123"/>
                  <a:pt x="5941" y="4108"/>
                  <a:pt x="5982" y="4108"/>
                </a:cubicBezTo>
                <a:close/>
                <a:moveTo>
                  <a:pt x="5407" y="3451"/>
                </a:moveTo>
                <a:cubicBezTo>
                  <a:pt x="4839" y="3451"/>
                  <a:pt x="4361" y="3914"/>
                  <a:pt x="4361" y="4497"/>
                </a:cubicBezTo>
                <a:cubicBezTo>
                  <a:pt x="4361" y="5064"/>
                  <a:pt x="4839" y="5542"/>
                  <a:pt x="5407" y="5542"/>
                </a:cubicBezTo>
                <a:cubicBezTo>
                  <a:pt x="5989" y="5542"/>
                  <a:pt x="6452" y="5064"/>
                  <a:pt x="6452" y="4497"/>
                </a:cubicBezTo>
                <a:cubicBezTo>
                  <a:pt x="6452" y="3914"/>
                  <a:pt x="5989" y="3451"/>
                  <a:pt x="5407" y="3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9" name="Google Shape;1199;p81"/>
          <p:cNvGrpSpPr/>
          <p:nvPr/>
        </p:nvGrpSpPr>
        <p:grpSpPr>
          <a:xfrm>
            <a:off x="4990372" y="2710345"/>
            <a:ext cx="360868" cy="367261"/>
            <a:chOff x="-65144125" y="4094450"/>
            <a:chExt cx="311900" cy="317425"/>
          </a:xfrm>
        </p:grpSpPr>
        <p:sp>
          <p:nvSpPr>
            <p:cNvPr id="1200" name="Google Shape;1200;p81"/>
            <p:cNvSpPr/>
            <p:nvPr/>
          </p:nvSpPr>
          <p:spPr>
            <a:xfrm>
              <a:off x="-65079550" y="4183450"/>
              <a:ext cx="185900" cy="185900"/>
            </a:xfrm>
            <a:custGeom>
              <a:rect b="b" l="l" r="r" t="t"/>
              <a:pathLst>
                <a:path extrusionOk="0" h="7436" w="7436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81"/>
            <p:cNvSpPr/>
            <p:nvPr/>
          </p:nvSpPr>
          <p:spPr>
            <a:xfrm>
              <a:off x="-65039375" y="4094450"/>
              <a:ext cx="104775" cy="19700"/>
            </a:xfrm>
            <a:custGeom>
              <a:rect b="b" l="l" r="r" t="t"/>
              <a:pathLst>
                <a:path extrusionOk="0" h="788" w="4191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81"/>
            <p:cNvSpPr/>
            <p:nvPr/>
          </p:nvSpPr>
          <p:spPr>
            <a:xfrm>
              <a:off x="-65144125" y="4121025"/>
              <a:ext cx="311900" cy="290850"/>
            </a:xfrm>
            <a:custGeom>
              <a:rect b="b" l="l" r="r" t="t"/>
              <a:pathLst>
                <a:path extrusionOk="0" h="11634" w="12476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3" name="Google Shape;1203;p81"/>
          <p:cNvSpPr/>
          <p:nvPr/>
        </p:nvSpPr>
        <p:spPr>
          <a:xfrm>
            <a:off x="2083557" y="2716320"/>
            <a:ext cx="334186" cy="355327"/>
          </a:xfrm>
          <a:custGeom>
            <a:rect b="b" l="l" r="r" t="t"/>
            <a:pathLst>
              <a:path extrusionOk="0" h="7513" w="7066">
                <a:moveTo>
                  <a:pt x="1942" y="717"/>
                </a:moveTo>
                <a:lnTo>
                  <a:pt x="1942" y="1419"/>
                </a:lnTo>
                <a:lnTo>
                  <a:pt x="1868" y="1419"/>
                </a:lnTo>
                <a:cubicBezTo>
                  <a:pt x="1584" y="1419"/>
                  <a:pt x="1435" y="1299"/>
                  <a:pt x="1435" y="1061"/>
                </a:cubicBezTo>
                <a:cubicBezTo>
                  <a:pt x="1435" y="836"/>
                  <a:pt x="1584" y="717"/>
                  <a:pt x="1868" y="717"/>
                </a:cubicBezTo>
                <a:close/>
                <a:moveTo>
                  <a:pt x="2271" y="1852"/>
                </a:moveTo>
                <a:cubicBezTo>
                  <a:pt x="2480" y="1852"/>
                  <a:pt x="2630" y="1882"/>
                  <a:pt x="2704" y="1927"/>
                </a:cubicBezTo>
                <a:cubicBezTo>
                  <a:pt x="2764" y="1972"/>
                  <a:pt x="2809" y="2076"/>
                  <a:pt x="2809" y="2211"/>
                </a:cubicBezTo>
                <a:cubicBezTo>
                  <a:pt x="2809" y="2479"/>
                  <a:pt x="2644" y="2614"/>
                  <a:pt x="2331" y="2614"/>
                </a:cubicBezTo>
                <a:lnTo>
                  <a:pt x="2271" y="2614"/>
                </a:lnTo>
                <a:lnTo>
                  <a:pt x="2271" y="1852"/>
                </a:lnTo>
                <a:close/>
                <a:moveTo>
                  <a:pt x="1942" y="0"/>
                </a:moveTo>
                <a:lnTo>
                  <a:pt x="1942" y="284"/>
                </a:lnTo>
                <a:cubicBezTo>
                  <a:pt x="1554" y="284"/>
                  <a:pt x="1300" y="344"/>
                  <a:pt x="1151" y="448"/>
                </a:cubicBezTo>
                <a:cubicBezTo>
                  <a:pt x="1016" y="553"/>
                  <a:pt x="942" y="762"/>
                  <a:pt x="942" y="1061"/>
                </a:cubicBezTo>
                <a:cubicBezTo>
                  <a:pt x="942" y="1359"/>
                  <a:pt x="1016" y="1568"/>
                  <a:pt x="1151" y="1673"/>
                </a:cubicBezTo>
                <a:cubicBezTo>
                  <a:pt x="1300" y="1792"/>
                  <a:pt x="1554" y="1837"/>
                  <a:pt x="1942" y="1837"/>
                </a:cubicBezTo>
                <a:lnTo>
                  <a:pt x="1942" y="2614"/>
                </a:lnTo>
                <a:lnTo>
                  <a:pt x="1868" y="2614"/>
                </a:lnTo>
                <a:cubicBezTo>
                  <a:pt x="1674" y="2614"/>
                  <a:pt x="1539" y="2584"/>
                  <a:pt x="1494" y="2539"/>
                </a:cubicBezTo>
                <a:cubicBezTo>
                  <a:pt x="1435" y="2494"/>
                  <a:pt x="1405" y="2375"/>
                  <a:pt x="1405" y="2196"/>
                </a:cubicBezTo>
                <a:lnTo>
                  <a:pt x="1405" y="2151"/>
                </a:lnTo>
                <a:lnTo>
                  <a:pt x="912" y="2151"/>
                </a:lnTo>
                <a:lnTo>
                  <a:pt x="912" y="2240"/>
                </a:lnTo>
                <a:cubicBezTo>
                  <a:pt x="912" y="2539"/>
                  <a:pt x="987" y="2733"/>
                  <a:pt x="1121" y="2853"/>
                </a:cubicBezTo>
                <a:cubicBezTo>
                  <a:pt x="1270" y="2972"/>
                  <a:pt x="1509" y="3032"/>
                  <a:pt x="1853" y="3032"/>
                </a:cubicBezTo>
                <a:lnTo>
                  <a:pt x="1942" y="3032"/>
                </a:lnTo>
                <a:lnTo>
                  <a:pt x="1942" y="3361"/>
                </a:lnTo>
                <a:lnTo>
                  <a:pt x="2271" y="3361"/>
                </a:lnTo>
                <a:lnTo>
                  <a:pt x="2271" y="3032"/>
                </a:lnTo>
                <a:lnTo>
                  <a:pt x="2361" y="3032"/>
                </a:lnTo>
                <a:cubicBezTo>
                  <a:pt x="2704" y="3032"/>
                  <a:pt x="2958" y="2972"/>
                  <a:pt x="3093" y="2853"/>
                </a:cubicBezTo>
                <a:cubicBezTo>
                  <a:pt x="3227" y="2733"/>
                  <a:pt x="3302" y="2509"/>
                  <a:pt x="3302" y="2211"/>
                </a:cubicBezTo>
                <a:cubicBezTo>
                  <a:pt x="3302" y="1927"/>
                  <a:pt x="3227" y="1733"/>
                  <a:pt x="3107" y="1628"/>
                </a:cubicBezTo>
                <a:cubicBezTo>
                  <a:pt x="2973" y="1524"/>
                  <a:pt x="2734" y="1464"/>
                  <a:pt x="2376" y="1434"/>
                </a:cubicBezTo>
                <a:lnTo>
                  <a:pt x="2271" y="1434"/>
                </a:lnTo>
                <a:lnTo>
                  <a:pt x="2271" y="717"/>
                </a:lnTo>
                <a:lnTo>
                  <a:pt x="2346" y="717"/>
                </a:lnTo>
                <a:cubicBezTo>
                  <a:pt x="2615" y="717"/>
                  <a:pt x="2749" y="822"/>
                  <a:pt x="2749" y="1031"/>
                </a:cubicBezTo>
                <a:lnTo>
                  <a:pt x="2749" y="1090"/>
                </a:lnTo>
                <a:lnTo>
                  <a:pt x="3212" y="1090"/>
                </a:lnTo>
                <a:lnTo>
                  <a:pt x="3212" y="1016"/>
                </a:lnTo>
                <a:cubicBezTo>
                  <a:pt x="3212" y="732"/>
                  <a:pt x="3152" y="553"/>
                  <a:pt x="3018" y="448"/>
                </a:cubicBezTo>
                <a:cubicBezTo>
                  <a:pt x="2883" y="344"/>
                  <a:pt x="2630" y="284"/>
                  <a:pt x="2271" y="284"/>
                </a:cubicBezTo>
                <a:lnTo>
                  <a:pt x="2271" y="0"/>
                </a:lnTo>
                <a:close/>
                <a:moveTo>
                  <a:pt x="3780" y="2674"/>
                </a:moveTo>
                <a:cubicBezTo>
                  <a:pt x="3630" y="2674"/>
                  <a:pt x="3511" y="2808"/>
                  <a:pt x="3511" y="2957"/>
                </a:cubicBezTo>
                <a:lnTo>
                  <a:pt x="3511" y="4391"/>
                </a:lnTo>
                <a:lnTo>
                  <a:pt x="2719" y="5168"/>
                </a:lnTo>
                <a:cubicBezTo>
                  <a:pt x="2615" y="5272"/>
                  <a:pt x="2615" y="5452"/>
                  <a:pt x="2719" y="5556"/>
                </a:cubicBezTo>
                <a:cubicBezTo>
                  <a:pt x="2779" y="5616"/>
                  <a:pt x="2854" y="5631"/>
                  <a:pt x="2913" y="5631"/>
                </a:cubicBezTo>
                <a:cubicBezTo>
                  <a:pt x="2988" y="5631"/>
                  <a:pt x="3063" y="5616"/>
                  <a:pt x="3107" y="5556"/>
                </a:cubicBezTo>
                <a:lnTo>
                  <a:pt x="3974" y="4690"/>
                </a:lnTo>
                <a:cubicBezTo>
                  <a:pt x="4034" y="4645"/>
                  <a:pt x="4048" y="4570"/>
                  <a:pt x="4048" y="4496"/>
                </a:cubicBezTo>
                <a:lnTo>
                  <a:pt x="4048" y="2957"/>
                </a:lnTo>
                <a:cubicBezTo>
                  <a:pt x="4048" y="2808"/>
                  <a:pt x="3929" y="2674"/>
                  <a:pt x="3780" y="2674"/>
                </a:cubicBezTo>
                <a:close/>
                <a:moveTo>
                  <a:pt x="3780" y="941"/>
                </a:moveTo>
                <a:cubicBezTo>
                  <a:pt x="3630" y="941"/>
                  <a:pt x="3511" y="1061"/>
                  <a:pt x="3511" y="1210"/>
                </a:cubicBezTo>
                <a:cubicBezTo>
                  <a:pt x="3511" y="1359"/>
                  <a:pt x="3630" y="1479"/>
                  <a:pt x="3780" y="1479"/>
                </a:cubicBezTo>
                <a:cubicBezTo>
                  <a:pt x="5288" y="1479"/>
                  <a:pt x="6528" y="2718"/>
                  <a:pt x="6528" y="4227"/>
                </a:cubicBezTo>
                <a:cubicBezTo>
                  <a:pt x="6528" y="5735"/>
                  <a:pt x="5288" y="6960"/>
                  <a:pt x="3780" y="6960"/>
                </a:cubicBezTo>
                <a:cubicBezTo>
                  <a:pt x="2271" y="6960"/>
                  <a:pt x="1046" y="5735"/>
                  <a:pt x="1046" y="4242"/>
                </a:cubicBezTo>
                <a:lnTo>
                  <a:pt x="1465" y="4242"/>
                </a:lnTo>
                <a:lnTo>
                  <a:pt x="733" y="3137"/>
                </a:lnTo>
                <a:lnTo>
                  <a:pt x="1" y="4242"/>
                </a:lnTo>
                <a:lnTo>
                  <a:pt x="494" y="4242"/>
                </a:lnTo>
                <a:cubicBezTo>
                  <a:pt x="509" y="6049"/>
                  <a:pt x="1972" y="7513"/>
                  <a:pt x="3780" y="7513"/>
                </a:cubicBezTo>
                <a:cubicBezTo>
                  <a:pt x="5587" y="7513"/>
                  <a:pt x="7065" y="6034"/>
                  <a:pt x="7065" y="4227"/>
                </a:cubicBezTo>
                <a:cubicBezTo>
                  <a:pt x="7065" y="2405"/>
                  <a:pt x="5587" y="941"/>
                  <a:pt x="3780" y="9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4" name="Google Shape;1204;p81"/>
          <p:cNvGrpSpPr/>
          <p:nvPr/>
        </p:nvGrpSpPr>
        <p:grpSpPr>
          <a:xfrm>
            <a:off x="6878417" y="2202809"/>
            <a:ext cx="249522" cy="299742"/>
            <a:chOff x="5333156" y="4304886"/>
            <a:chExt cx="249522" cy="299742"/>
          </a:xfrm>
        </p:grpSpPr>
        <p:sp>
          <p:nvSpPr>
            <p:cNvPr id="1205" name="Google Shape;1205;p81"/>
            <p:cNvSpPr/>
            <p:nvPr/>
          </p:nvSpPr>
          <p:spPr>
            <a:xfrm>
              <a:off x="5358954" y="4304886"/>
              <a:ext cx="202325" cy="29385"/>
            </a:xfrm>
            <a:custGeom>
              <a:rect b="b" l="l" r="r" t="t"/>
              <a:pathLst>
                <a:path extrusionOk="0" h="599" w="4094">
                  <a:moveTo>
                    <a:pt x="300" y="1"/>
                  </a:moveTo>
                  <a:cubicBezTo>
                    <a:pt x="135" y="1"/>
                    <a:pt x="1" y="135"/>
                    <a:pt x="1" y="299"/>
                  </a:cubicBezTo>
                  <a:cubicBezTo>
                    <a:pt x="1" y="464"/>
                    <a:pt x="135" y="598"/>
                    <a:pt x="300" y="598"/>
                  </a:cubicBezTo>
                  <a:lnTo>
                    <a:pt x="4093" y="598"/>
                  </a:lnTo>
                  <a:lnTo>
                    <a:pt x="4093" y="314"/>
                  </a:lnTo>
                  <a:cubicBezTo>
                    <a:pt x="4093" y="225"/>
                    <a:pt x="4063" y="150"/>
                    <a:pt x="4019" y="90"/>
                  </a:cubicBezTo>
                  <a:cubicBezTo>
                    <a:pt x="3959" y="46"/>
                    <a:pt x="3884" y="1"/>
                    <a:pt x="37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81"/>
            <p:cNvSpPr/>
            <p:nvPr/>
          </p:nvSpPr>
          <p:spPr>
            <a:xfrm>
              <a:off x="5462292" y="4425813"/>
              <a:ext cx="22931" cy="22763"/>
            </a:xfrm>
            <a:custGeom>
              <a:rect b="b" l="l" r="r" t="t"/>
              <a:pathLst>
                <a:path extrusionOk="0" h="464" w="464">
                  <a:moveTo>
                    <a:pt x="240" y="0"/>
                  </a:moveTo>
                  <a:cubicBezTo>
                    <a:pt x="106" y="0"/>
                    <a:pt x="1" y="105"/>
                    <a:pt x="1" y="224"/>
                  </a:cubicBezTo>
                  <a:cubicBezTo>
                    <a:pt x="1" y="359"/>
                    <a:pt x="106" y="463"/>
                    <a:pt x="240" y="463"/>
                  </a:cubicBezTo>
                  <a:cubicBezTo>
                    <a:pt x="359" y="463"/>
                    <a:pt x="464" y="359"/>
                    <a:pt x="464" y="224"/>
                  </a:cubicBezTo>
                  <a:cubicBezTo>
                    <a:pt x="464" y="105"/>
                    <a:pt x="359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81"/>
            <p:cNvSpPr/>
            <p:nvPr/>
          </p:nvSpPr>
          <p:spPr>
            <a:xfrm>
              <a:off x="5444600" y="4466089"/>
              <a:ext cx="57624" cy="64511"/>
            </a:xfrm>
            <a:custGeom>
              <a:rect b="b" l="l" r="r" t="t"/>
              <a:pathLst>
                <a:path extrusionOk="0" h="1315" w="1166">
                  <a:moveTo>
                    <a:pt x="374" y="1"/>
                  </a:moveTo>
                  <a:cubicBezTo>
                    <a:pt x="254" y="1"/>
                    <a:pt x="165" y="75"/>
                    <a:pt x="150" y="195"/>
                  </a:cubicBezTo>
                  <a:lnTo>
                    <a:pt x="1" y="1315"/>
                  </a:lnTo>
                  <a:lnTo>
                    <a:pt x="1166" y="1315"/>
                  </a:lnTo>
                  <a:lnTo>
                    <a:pt x="1031" y="195"/>
                  </a:lnTo>
                  <a:cubicBezTo>
                    <a:pt x="1016" y="75"/>
                    <a:pt x="927" y="1"/>
                    <a:pt x="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81"/>
            <p:cNvSpPr/>
            <p:nvPr/>
          </p:nvSpPr>
          <p:spPr>
            <a:xfrm>
              <a:off x="5333156" y="4348106"/>
              <a:ext cx="249522" cy="256522"/>
            </a:xfrm>
            <a:custGeom>
              <a:rect b="b" l="l" r="r" t="t"/>
              <a:pathLst>
                <a:path extrusionOk="0" h="5229" w="5049">
                  <a:moveTo>
                    <a:pt x="2853" y="1226"/>
                  </a:moveTo>
                  <a:cubicBezTo>
                    <a:pt x="3182" y="1226"/>
                    <a:pt x="3435" y="1495"/>
                    <a:pt x="3435" y="1808"/>
                  </a:cubicBezTo>
                  <a:cubicBezTo>
                    <a:pt x="3435" y="1928"/>
                    <a:pt x="3406" y="2032"/>
                    <a:pt x="3346" y="2122"/>
                  </a:cubicBezTo>
                  <a:cubicBezTo>
                    <a:pt x="3510" y="2211"/>
                    <a:pt x="3615" y="2361"/>
                    <a:pt x="3645" y="2555"/>
                  </a:cubicBezTo>
                  <a:lnTo>
                    <a:pt x="3809" y="3884"/>
                  </a:lnTo>
                  <a:cubicBezTo>
                    <a:pt x="3809" y="3929"/>
                    <a:pt x="3794" y="3989"/>
                    <a:pt x="3764" y="4019"/>
                  </a:cubicBezTo>
                  <a:cubicBezTo>
                    <a:pt x="3734" y="4063"/>
                    <a:pt x="3674" y="4078"/>
                    <a:pt x="3630" y="4078"/>
                  </a:cubicBezTo>
                  <a:lnTo>
                    <a:pt x="2061" y="4078"/>
                  </a:lnTo>
                  <a:cubicBezTo>
                    <a:pt x="2002" y="4078"/>
                    <a:pt x="1957" y="4063"/>
                    <a:pt x="1927" y="4019"/>
                  </a:cubicBezTo>
                  <a:cubicBezTo>
                    <a:pt x="1897" y="3989"/>
                    <a:pt x="1882" y="3929"/>
                    <a:pt x="1882" y="3884"/>
                  </a:cubicBezTo>
                  <a:lnTo>
                    <a:pt x="2046" y="2555"/>
                  </a:lnTo>
                  <a:cubicBezTo>
                    <a:pt x="2061" y="2361"/>
                    <a:pt x="2181" y="2196"/>
                    <a:pt x="2345" y="2122"/>
                  </a:cubicBezTo>
                  <a:cubicBezTo>
                    <a:pt x="2285" y="2032"/>
                    <a:pt x="2256" y="1928"/>
                    <a:pt x="2256" y="1808"/>
                  </a:cubicBezTo>
                  <a:cubicBezTo>
                    <a:pt x="2256" y="1495"/>
                    <a:pt x="2524" y="1226"/>
                    <a:pt x="2853" y="1226"/>
                  </a:cubicBezTo>
                  <a:close/>
                  <a:moveTo>
                    <a:pt x="523" y="1"/>
                  </a:moveTo>
                  <a:lnTo>
                    <a:pt x="523" y="568"/>
                  </a:lnTo>
                  <a:lnTo>
                    <a:pt x="164" y="568"/>
                  </a:lnTo>
                  <a:cubicBezTo>
                    <a:pt x="75" y="583"/>
                    <a:pt x="0" y="658"/>
                    <a:pt x="0" y="748"/>
                  </a:cubicBezTo>
                  <a:cubicBezTo>
                    <a:pt x="0" y="837"/>
                    <a:pt x="75" y="912"/>
                    <a:pt x="164" y="927"/>
                  </a:cubicBezTo>
                  <a:lnTo>
                    <a:pt x="896" y="927"/>
                  </a:lnTo>
                  <a:cubicBezTo>
                    <a:pt x="986" y="927"/>
                    <a:pt x="1076" y="1002"/>
                    <a:pt x="1076" y="1106"/>
                  </a:cubicBezTo>
                  <a:cubicBezTo>
                    <a:pt x="1076" y="1211"/>
                    <a:pt x="986" y="1285"/>
                    <a:pt x="896" y="1285"/>
                  </a:cubicBezTo>
                  <a:lnTo>
                    <a:pt x="523" y="1285"/>
                  </a:lnTo>
                  <a:lnTo>
                    <a:pt x="523" y="1644"/>
                  </a:lnTo>
                  <a:lnTo>
                    <a:pt x="164" y="1644"/>
                  </a:lnTo>
                  <a:cubicBezTo>
                    <a:pt x="75" y="1644"/>
                    <a:pt x="0" y="1733"/>
                    <a:pt x="0" y="1823"/>
                  </a:cubicBezTo>
                  <a:cubicBezTo>
                    <a:pt x="0" y="1913"/>
                    <a:pt x="75" y="1987"/>
                    <a:pt x="164" y="2002"/>
                  </a:cubicBezTo>
                  <a:lnTo>
                    <a:pt x="896" y="2002"/>
                  </a:lnTo>
                  <a:cubicBezTo>
                    <a:pt x="986" y="2002"/>
                    <a:pt x="1076" y="2077"/>
                    <a:pt x="1076" y="2182"/>
                  </a:cubicBezTo>
                  <a:cubicBezTo>
                    <a:pt x="1076" y="2271"/>
                    <a:pt x="986" y="2361"/>
                    <a:pt x="896" y="2361"/>
                  </a:cubicBezTo>
                  <a:lnTo>
                    <a:pt x="523" y="2361"/>
                  </a:lnTo>
                  <a:lnTo>
                    <a:pt x="523" y="2719"/>
                  </a:lnTo>
                  <a:lnTo>
                    <a:pt x="164" y="2719"/>
                  </a:lnTo>
                  <a:cubicBezTo>
                    <a:pt x="75" y="2719"/>
                    <a:pt x="0" y="2794"/>
                    <a:pt x="0" y="2898"/>
                  </a:cubicBezTo>
                  <a:cubicBezTo>
                    <a:pt x="0" y="2988"/>
                    <a:pt x="75" y="3063"/>
                    <a:pt x="164" y="3063"/>
                  </a:cubicBezTo>
                  <a:cubicBezTo>
                    <a:pt x="164" y="3078"/>
                    <a:pt x="164" y="3078"/>
                    <a:pt x="179" y="3078"/>
                  </a:cubicBezTo>
                  <a:lnTo>
                    <a:pt x="896" y="3078"/>
                  </a:lnTo>
                  <a:cubicBezTo>
                    <a:pt x="986" y="3078"/>
                    <a:pt x="1076" y="3152"/>
                    <a:pt x="1076" y="3257"/>
                  </a:cubicBezTo>
                  <a:cubicBezTo>
                    <a:pt x="1076" y="3347"/>
                    <a:pt x="986" y="3421"/>
                    <a:pt x="896" y="3421"/>
                  </a:cubicBezTo>
                  <a:lnTo>
                    <a:pt x="523" y="3421"/>
                  </a:lnTo>
                  <a:lnTo>
                    <a:pt x="523" y="3780"/>
                  </a:lnTo>
                  <a:lnTo>
                    <a:pt x="164" y="3780"/>
                  </a:lnTo>
                  <a:cubicBezTo>
                    <a:pt x="75" y="3795"/>
                    <a:pt x="0" y="3869"/>
                    <a:pt x="0" y="3959"/>
                  </a:cubicBezTo>
                  <a:cubicBezTo>
                    <a:pt x="0" y="4063"/>
                    <a:pt x="75" y="4138"/>
                    <a:pt x="164" y="4138"/>
                  </a:cubicBezTo>
                  <a:lnTo>
                    <a:pt x="896" y="4138"/>
                  </a:lnTo>
                  <a:cubicBezTo>
                    <a:pt x="986" y="4138"/>
                    <a:pt x="1076" y="4228"/>
                    <a:pt x="1076" y="4317"/>
                  </a:cubicBezTo>
                  <a:cubicBezTo>
                    <a:pt x="1076" y="4422"/>
                    <a:pt x="986" y="4497"/>
                    <a:pt x="896" y="4497"/>
                  </a:cubicBezTo>
                  <a:lnTo>
                    <a:pt x="523" y="4497"/>
                  </a:lnTo>
                  <a:lnTo>
                    <a:pt x="523" y="4930"/>
                  </a:lnTo>
                  <a:cubicBezTo>
                    <a:pt x="523" y="5094"/>
                    <a:pt x="657" y="5228"/>
                    <a:pt x="822" y="5228"/>
                  </a:cubicBezTo>
                  <a:lnTo>
                    <a:pt x="4750" y="5228"/>
                  </a:lnTo>
                  <a:cubicBezTo>
                    <a:pt x="4914" y="5228"/>
                    <a:pt x="5049" y="5094"/>
                    <a:pt x="5049" y="4930"/>
                  </a:cubicBezTo>
                  <a:lnTo>
                    <a:pt x="5049" y="374"/>
                  </a:lnTo>
                  <a:cubicBezTo>
                    <a:pt x="5049" y="300"/>
                    <a:pt x="5019" y="225"/>
                    <a:pt x="4959" y="165"/>
                  </a:cubicBezTo>
                  <a:cubicBezTo>
                    <a:pt x="4914" y="105"/>
                    <a:pt x="4839" y="76"/>
                    <a:pt x="4750" y="76"/>
                  </a:cubicBezTo>
                  <a:lnTo>
                    <a:pt x="822" y="76"/>
                  </a:lnTo>
                  <a:cubicBezTo>
                    <a:pt x="702" y="76"/>
                    <a:pt x="613" y="61"/>
                    <a:pt x="5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9" name="Google Shape;1209;p81"/>
          <p:cNvSpPr/>
          <p:nvPr/>
        </p:nvSpPr>
        <p:spPr>
          <a:xfrm>
            <a:off x="7440607" y="2226752"/>
            <a:ext cx="255452" cy="251861"/>
          </a:xfrm>
          <a:custGeom>
            <a:rect b="b" l="l" r="r" t="t"/>
            <a:pathLst>
              <a:path extrusionOk="0" h="5134" w="5169">
                <a:moveTo>
                  <a:pt x="3510" y="1091"/>
                </a:moveTo>
                <a:cubicBezTo>
                  <a:pt x="3615" y="1091"/>
                  <a:pt x="3690" y="1181"/>
                  <a:pt x="3690" y="1285"/>
                </a:cubicBezTo>
                <a:cubicBezTo>
                  <a:pt x="3690" y="1390"/>
                  <a:pt x="3615" y="1465"/>
                  <a:pt x="3510" y="1465"/>
                </a:cubicBezTo>
                <a:lnTo>
                  <a:pt x="912" y="1465"/>
                </a:lnTo>
                <a:cubicBezTo>
                  <a:pt x="822" y="1465"/>
                  <a:pt x="732" y="1390"/>
                  <a:pt x="732" y="1285"/>
                </a:cubicBezTo>
                <a:cubicBezTo>
                  <a:pt x="732" y="1181"/>
                  <a:pt x="822" y="1091"/>
                  <a:pt x="912" y="1091"/>
                </a:cubicBezTo>
                <a:close/>
                <a:moveTo>
                  <a:pt x="4242" y="1838"/>
                </a:moveTo>
                <a:cubicBezTo>
                  <a:pt x="4347" y="1838"/>
                  <a:pt x="4422" y="1913"/>
                  <a:pt x="4422" y="2017"/>
                </a:cubicBezTo>
                <a:cubicBezTo>
                  <a:pt x="4422" y="2122"/>
                  <a:pt x="4347" y="2196"/>
                  <a:pt x="4242" y="2196"/>
                </a:cubicBezTo>
                <a:lnTo>
                  <a:pt x="912" y="2196"/>
                </a:lnTo>
                <a:cubicBezTo>
                  <a:pt x="822" y="2196"/>
                  <a:pt x="732" y="2122"/>
                  <a:pt x="732" y="2017"/>
                </a:cubicBezTo>
                <a:cubicBezTo>
                  <a:pt x="732" y="1913"/>
                  <a:pt x="822" y="1838"/>
                  <a:pt x="912" y="1838"/>
                </a:cubicBezTo>
                <a:close/>
                <a:moveTo>
                  <a:pt x="2779" y="2570"/>
                </a:moveTo>
                <a:cubicBezTo>
                  <a:pt x="2883" y="2570"/>
                  <a:pt x="2958" y="2645"/>
                  <a:pt x="2958" y="2749"/>
                </a:cubicBezTo>
                <a:cubicBezTo>
                  <a:pt x="2958" y="2854"/>
                  <a:pt x="2883" y="2928"/>
                  <a:pt x="2779" y="2928"/>
                </a:cubicBezTo>
                <a:lnTo>
                  <a:pt x="912" y="2928"/>
                </a:lnTo>
                <a:cubicBezTo>
                  <a:pt x="822" y="2928"/>
                  <a:pt x="732" y="2854"/>
                  <a:pt x="732" y="2749"/>
                </a:cubicBezTo>
                <a:cubicBezTo>
                  <a:pt x="732" y="2645"/>
                  <a:pt x="822" y="2570"/>
                  <a:pt x="912" y="2570"/>
                </a:cubicBezTo>
                <a:close/>
                <a:moveTo>
                  <a:pt x="553" y="1"/>
                </a:moveTo>
                <a:cubicBezTo>
                  <a:pt x="240" y="1"/>
                  <a:pt x="1" y="240"/>
                  <a:pt x="1" y="554"/>
                </a:cubicBezTo>
                <a:lnTo>
                  <a:pt x="1" y="3481"/>
                </a:lnTo>
                <a:cubicBezTo>
                  <a:pt x="1" y="3780"/>
                  <a:pt x="240" y="4034"/>
                  <a:pt x="553" y="4034"/>
                </a:cubicBezTo>
                <a:lnTo>
                  <a:pt x="1106" y="4034"/>
                </a:lnTo>
                <a:lnTo>
                  <a:pt x="1106" y="4945"/>
                </a:lnTo>
                <a:cubicBezTo>
                  <a:pt x="1106" y="5057"/>
                  <a:pt x="1196" y="5134"/>
                  <a:pt x="1291" y="5134"/>
                </a:cubicBezTo>
                <a:cubicBezTo>
                  <a:pt x="1336" y="5134"/>
                  <a:pt x="1381" y="5117"/>
                  <a:pt x="1419" y="5079"/>
                </a:cubicBezTo>
                <a:cubicBezTo>
                  <a:pt x="1927" y="4571"/>
                  <a:pt x="1569" y="4930"/>
                  <a:pt x="2405" y="4093"/>
                </a:cubicBezTo>
                <a:cubicBezTo>
                  <a:pt x="2435" y="4048"/>
                  <a:pt x="2495" y="4034"/>
                  <a:pt x="2540" y="4034"/>
                </a:cubicBezTo>
                <a:lnTo>
                  <a:pt x="4616" y="4034"/>
                </a:lnTo>
                <a:cubicBezTo>
                  <a:pt x="4914" y="4034"/>
                  <a:pt x="5168" y="3780"/>
                  <a:pt x="5168" y="3481"/>
                </a:cubicBezTo>
                <a:lnTo>
                  <a:pt x="5168" y="554"/>
                </a:lnTo>
                <a:cubicBezTo>
                  <a:pt x="5168" y="240"/>
                  <a:pt x="4914" y="1"/>
                  <a:pt x="461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81"/>
          <p:cNvSpPr/>
          <p:nvPr/>
        </p:nvSpPr>
        <p:spPr>
          <a:xfrm>
            <a:off x="7469023" y="2226654"/>
            <a:ext cx="198619" cy="252057"/>
          </a:xfrm>
          <a:custGeom>
            <a:rect b="b" l="l" r="r" t="t"/>
            <a:pathLst>
              <a:path extrusionOk="0" h="5138" w="4019">
                <a:moveTo>
                  <a:pt x="3287" y="1"/>
                </a:moveTo>
                <a:lnTo>
                  <a:pt x="3287" y="2749"/>
                </a:lnTo>
                <a:cubicBezTo>
                  <a:pt x="3287" y="3257"/>
                  <a:pt x="2884" y="3675"/>
                  <a:pt x="2376" y="3675"/>
                </a:cubicBezTo>
                <a:lnTo>
                  <a:pt x="404" y="3675"/>
                </a:lnTo>
                <a:lnTo>
                  <a:pt x="1" y="4033"/>
                </a:lnTo>
                <a:lnTo>
                  <a:pt x="1569" y="4033"/>
                </a:lnTo>
                <a:lnTo>
                  <a:pt x="2615" y="5079"/>
                </a:lnTo>
                <a:cubicBezTo>
                  <a:pt x="2650" y="5119"/>
                  <a:pt x="2697" y="5138"/>
                  <a:pt x="2745" y="5138"/>
                </a:cubicBezTo>
                <a:cubicBezTo>
                  <a:pt x="2837" y="5138"/>
                  <a:pt x="2928" y="5068"/>
                  <a:pt x="2928" y="4959"/>
                </a:cubicBezTo>
                <a:lnTo>
                  <a:pt x="2928" y="4033"/>
                </a:lnTo>
                <a:lnTo>
                  <a:pt x="3481" y="4033"/>
                </a:lnTo>
                <a:cubicBezTo>
                  <a:pt x="3780" y="4033"/>
                  <a:pt x="4019" y="3794"/>
                  <a:pt x="4019" y="3481"/>
                </a:cubicBezTo>
                <a:lnTo>
                  <a:pt x="4019" y="553"/>
                </a:lnTo>
                <a:cubicBezTo>
                  <a:pt x="4019" y="240"/>
                  <a:pt x="3780" y="1"/>
                  <a:pt x="34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1" name="Google Shape;1211;p81"/>
          <p:cNvGrpSpPr/>
          <p:nvPr/>
        </p:nvGrpSpPr>
        <p:grpSpPr>
          <a:xfrm>
            <a:off x="6249600" y="2199136"/>
            <a:ext cx="272404" cy="307100"/>
            <a:chOff x="5766270" y="1171705"/>
            <a:chExt cx="272404" cy="307100"/>
          </a:xfrm>
        </p:grpSpPr>
        <p:sp>
          <p:nvSpPr>
            <p:cNvPr id="1212" name="Google Shape;1212;p81"/>
            <p:cNvSpPr/>
            <p:nvPr/>
          </p:nvSpPr>
          <p:spPr>
            <a:xfrm>
              <a:off x="5766270" y="1171705"/>
              <a:ext cx="234053" cy="269718"/>
            </a:xfrm>
            <a:custGeom>
              <a:rect b="b" l="l" r="r" t="t"/>
              <a:pathLst>
                <a:path extrusionOk="0" h="5498" w="4736">
                  <a:moveTo>
                    <a:pt x="553" y="1"/>
                  </a:moveTo>
                  <a:cubicBezTo>
                    <a:pt x="255" y="1"/>
                    <a:pt x="1" y="240"/>
                    <a:pt x="1" y="554"/>
                  </a:cubicBezTo>
                  <a:lnTo>
                    <a:pt x="1" y="4975"/>
                  </a:lnTo>
                  <a:cubicBezTo>
                    <a:pt x="1" y="5214"/>
                    <a:pt x="150" y="5423"/>
                    <a:pt x="374" y="5497"/>
                  </a:cubicBezTo>
                  <a:lnTo>
                    <a:pt x="374" y="1793"/>
                  </a:lnTo>
                  <a:cubicBezTo>
                    <a:pt x="374" y="1554"/>
                    <a:pt x="464" y="1330"/>
                    <a:pt x="643" y="1151"/>
                  </a:cubicBezTo>
                  <a:lnTo>
                    <a:pt x="1151" y="628"/>
                  </a:lnTo>
                  <a:cubicBezTo>
                    <a:pt x="1330" y="464"/>
                    <a:pt x="1554" y="359"/>
                    <a:pt x="1808" y="359"/>
                  </a:cubicBezTo>
                  <a:lnTo>
                    <a:pt x="4735" y="359"/>
                  </a:lnTo>
                  <a:cubicBezTo>
                    <a:pt x="4661" y="150"/>
                    <a:pt x="4466" y="1"/>
                    <a:pt x="4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81"/>
            <p:cNvSpPr/>
            <p:nvPr/>
          </p:nvSpPr>
          <p:spPr>
            <a:xfrm>
              <a:off x="5802446" y="1207615"/>
              <a:ext cx="236228" cy="271190"/>
            </a:xfrm>
            <a:custGeom>
              <a:rect b="b" l="l" r="r" t="t"/>
              <a:pathLst>
                <a:path extrusionOk="0" h="5528" w="4780">
                  <a:moveTo>
                    <a:pt x="3854" y="1853"/>
                  </a:moveTo>
                  <a:cubicBezTo>
                    <a:pt x="3958" y="1853"/>
                    <a:pt x="4048" y="1942"/>
                    <a:pt x="4048" y="2047"/>
                  </a:cubicBezTo>
                  <a:cubicBezTo>
                    <a:pt x="4048" y="2137"/>
                    <a:pt x="3958" y="2226"/>
                    <a:pt x="3854" y="2226"/>
                  </a:cubicBezTo>
                  <a:lnTo>
                    <a:pt x="926" y="2226"/>
                  </a:lnTo>
                  <a:cubicBezTo>
                    <a:pt x="822" y="2226"/>
                    <a:pt x="732" y="2137"/>
                    <a:pt x="732" y="2047"/>
                  </a:cubicBezTo>
                  <a:cubicBezTo>
                    <a:pt x="732" y="1942"/>
                    <a:pt x="822" y="1853"/>
                    <a:pt x="926" y="1853"/>
                  </a:cubicBezTo>
                  <a:close/>
                  <a:moveTo>
                    <a:pt x="3854" y="2600"/>
                  </a:moveTo>
                  <a:cubicBezTo>
                    <a:pt x="3958" y="2600"/>
                    <a:pt x="4048" y="2674"/>
                    <a:pt x="4048" y="2779"/>
                  </a:cubicBezTo>
                  <a:cubicBezTo>
                    <a:pt x="4048" y="2883"/>
                    <a:pt x="3958" y="2958"/>
                    <a:pt x="3854" y="2958"/>
                  </a:cubicBezTo>
                  <a:lnTo>
                    <a:pt x="926" y="2958"/>
                  </a:lnTo>
                  <a:cubicBezTo>
                    <a:pt x="822" y="2958"/>
                    <a:pt x="732" y="2883"/>
                    <a:pt x="732" y="2779"/>
                  </a:cubicBezTo>
                  <a:cubicBezTo>
                    <a:pt x="732" y="2674"/>
                    <a:pt x="822" y="2600"/>
                    <a:pt x="926" y="2600"/>
                  </a:cubicBezTo>
                  <a:close/>
                  <a:moveTo>
                    <a:pt x="3854" y="3331"/>
                  </a:moveTo>
                  <a:cubicBezTo>
                    <a:pt x="3958" y="3331"/>
                    <a:pt x="4048" y="3406"/>
                    <a:pt x="4048" y="3511"/>
                  </a:cubicBezTo>
                  <a:cubicBezTo>
                    <a:pt x="4048" y="3615"/>
                    <a:pt x="3958" y="3690"/>
                    <a:pt x="3854" y="3690"/>
                  </a:cubicBezTo>
                  <a:lnTo>
                    <a:pt x="926" y="3690"/>
                  </a:lnTo>
                  <a:cubicBezTo>
                    <a:pt x="822" y="3690"/>
                    <a:pt x="732" y="3615"/>
                    <a:pt x="732" y="3511"/>
                  </a:cubicBezTo>
                  <a:cubicBezTo>
                    <a:pt x="732" y="3406"/>
                    <a:pt x="822" y="3331"/>
                    <a:pt x="926" y="3331"/>
                  </a:cubicBezTo>
                  <a:close/>
                  <a:moveTo>
                    <a:pt x="3854" y="4063"/>
                  </a:moveTo>
                  <a:cubicBezTo>
                    <a:pt x="3958" y="4063"/>
                    <a:pt x="4048" y="4138"/>
                    <a:pt x="4048" y="4243"/>
                  </a:cubicBezTo>
                  <a:cubicBezTo>
                    <a:pt x="4048" y="4347"/>
                    <a:pt x="3958" y="4422"/>
                    <a:pt x="3854" y="4422"/>
                  </a:cubicBezTo>
                  <a:lnTo>
                    <a:pt x="926" y="4422"/>
                  </a:lnTo>
                  <a:cubicBezTo>
                    <a:pt x="822" y="4422"/>
                    <a:pt x="732" y="4347"/>
                    <a:pt x="732" y="4243"/>
                  </a:cubicBezTo>
                  <a:cubicBezTo>
                    <a:pt x="732" y="4138"/>
                    <a:pt x="822" y="4063"/>
                    <a:pt x="926" y="4063"/>
                  </a:cubicBezTo>
                  <a:close/>
                  <a:moveTo>
                    <a:pt x="1479" y="1"/>
                  </a:moveTo>
                  <a:lnTo>
                    <a:pt x="1479" y="1285"/>
                  </a:lnTo>
                  <a:cubicBezTo>
                    <a:pt x="1479" y="1390"/>
                    <a:pt x="1390" y="1464"/>
                    <a:pt x="1285" y="1464"/>
                  </a:cubicBezTo>
                  <a:lnTo>
                    <a:pt x="0" y="1464"/>
                  </a:lnTo>
                  <a:lnTo>
                    <a:pt x="0" y="4974"/>
                  </a:lnTo>
                  <a:cubicBezTo>
                    <a:pt x="0" y="5288"/>
                    <a:pt x="254" y="5527"/>
                    <a:pt x="553" y="5527"/>
                  </a:cubicBezTo>
                  <a:lnTo>
                    <a:pt x="4227" y="5527"/>
                  </a:lnTo>
                  <a:cubicBezTo>
                    <a:pt x="4526" y="5527"/>
                    <a:pt x="4780" y="5288"/>
                    <a:pt x="4780" y="4974"/>
                  </a:cubicBezTo>
                  <a:lnTo>
                    <a:pt x="4780" y="553"/>
                  </a:lnTo>
                  <a:cubicBezTo>
                    <a:pt x="4780" y="240"/>
                    <a:pt x="4526" y="1"/>
                    <a:pt x="4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81"/>
            <p:cNvSpPr/>
            <p:nvPr/>
          </p:nvSpPr>
          <p:spPr>
            <a:xfrm>
              <a:off x="5802446" y="1207615"/>
              <a:ext cx="54659" cy="54307"/>
            </a:xfrm>
            <a:custGeom>
              <a:rect b="b" l="l" r="r" t="t"/>
              <a:pathLst>
                <a:path extrusionOk="0" h="1107" w="1106">
                  <a:moveTo>
                    <a:pt x="1076" y="1"/>
                  </a:moveTo>
                  <a:cubicBezTo>
                    <a:pt x="926" y="1"/>
                    <a:pt x="792" y="61"/>
                    <a:pt x="688" y="165"/>
                  </a:cubicBezTo>
                  <a:lnTo>
                    <a:pt x="165" y="673"/>
                  </a:lnTo>
                  <a:cubicBezTo>
                    <a:pt x="45" y="807"/>
                    <a:pt x="0" y="942"/>
                    <a:pt x="0" y="1106"/>
                  </a:cubicBezTo>
                  <a:lnTo>
                    <a:pt x="1106" y="1106"/>
                  </a:lnTo>
                  <a:lnTo>
                    <a:pt x="11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9" name="Google Shape;1219;p82"/>
          <p:cNvGrpSpPr/>
          <p:nvPr/>
        </p:nvGrpSpPr>
        <p:grpSpPr>
          <a:xfrm>
            <a:off x="3126054" y="3202441"/>
            <a:ext cx="351940" cy="348188"/>
            <a:chOff x="581525" y="3254850"/>
            <a:chExt cx="297750" cy="294575"/>
          </a:xfrm>
        </p:grpSpPr>
        <p:sp>
          <p:nvSpPr>
            <p:cNvPr id="1220" name="Google Shape;1220;p82"/>
            <p:cNvSpPr/>
            <p:nvPr/>
          </p:nvSpPr>
          <p:spPr>
            <a:xfrm>
              <a:off x="616950" y="3358025"/>
              <a:ext cx="89025" cy="86650"/>
            </a:xfrm>
            <a:custGeom>
              <a:rect b="b" l="l" r="r" t="t"/>
              <a:pathLst>
                <a:path extrusionOk="0" h="3466" w="3561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82"/>
            <p:cNvSpPr/>
            <p:nvPr/>
          </p:nvSpPr>
          <p:spPr>
            <a:xfrm>
              <a:off x="721725" y="3254850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51" y="1355"/>
                  </a:moveTo>
                  <a:cubicBezTo>
                    <a:pt x="3749" y="1355"/>
                    <a:pt x="4159" y="1827"/>
                    <a:pt x="4159" y="2363"/>
                  </a:cubicBezTo>
                  <a:cubicBezTo>
                    <a:pt x="4159" y="2773"/>
                    <a:pt x="3970" y="3119"/>
                    <a:pt x="3623" y="3277"/>
                  </a:cubicBezTo>
                  <a:cubicBezTo>
                    <a:pt x="3529" y="3308"/>
                    <a:pt x="3497" y="3434"/>
                    <a:pt x="3497" y="3560"/>
                  </a:cubicBezTo>
                  <a:cubicBezTo>
                    <a:pt x="3497" y="3749"/>
                    <a:pt x="3340" y="3907"/>
                    <a:pt x="3151" y="3907"/>
                  </a:cubicBezTo>
                  <a:cubicBezTo>
                    <a:pt x="2962" y="3907"/>
                    <a:pt x="2804" y="3749"/>
                    <a:pt x="2804" y="3560"/>
                  </a:cubicBezTo>
                  <a:cubicBezTo>
                    <a:pt x="2804" y="3151"/>
                    <a:pt x="2993" y="2836"/>
                    <a:pt x="3308" y="2647"/>
                  </a:cubicBezTo>
                  <a:cubicBezTo>
                    <a:pt x="3434" y="2552"/>
                    <a:pt x="3497" y="2458"/>
                    <a:pt x="3497" y="2332"/>
                  </a:cubicBezTo>
                  <a:cubicBezTo>
                    <a:pt x="3497" y="2143"/>
                    <a:pt x="3340" y="1953"/>
                    <a:pt x="3151" y="1953"/>
                  </a:cubicBezTo>
                  <a:cubicBezTo>
                    <a:pt x="2962" y="1953"/>
                    <a:pt x="2804" y="2143"/>
                    <a:pt x="2804" y="2332"/>
                  </a:cubicBezTo>
                  <a:cubicBezTo>
                    <a:pt x="2804" y="2521"/>
                    <a:pt x="2646" y="2678"/>
                    <a:pt x="2426" y="2678"/>
                  </a:cubicBezTo>
                  <a:cubicBezTo>
                    <a:pt x="2237" y="2678"/>
                    <a:pt x="2079" y="2521"/>
                    <a:pt x="2079" y="2332"/>
                  </a:cubicBezTo>
                  <a:cubicBezTo>
                    <a:pt x="2079" y="1827"/>
                    <a:pt x="2552" y="1355"/>
                    <a:pt x="3151" y="1355"/>
                  </a:cubicBezTo>
                  <a:close/>
                  <a:moveTo>
                    <a:pt x="3151" y="4096"/>
                  </a:moveTo>
                  <a:cubicBezTo>
                    <a:pt x="3340" y="4096"/>
                    <a:pt x="3497" y="4253"/>
                    <a:pt x="3497" y="4442"/>
                  </a:cubicBezTo>
                  <a:cubicBezTo>
                    <a:pt x="3497" y="4663"/>
                    <a:pt x="3340" y="4820"/>
                    <a:pt x="3151" y="4820"/>
                  </a:cubicBezTo>
                  <a:cubicBezTo>
                    <a:pt x="2962" y="4820"/>
                    <a:pt x="2804" y="4663"/>
                    <a:pt x="2804" y="4442"/>
                  </a:cubicBezTo>
                  <a:cubicBezTo>
                    <a:pt x="2804" y="4253"/>
                    <a:pt x="2962" y="4096"/>
                    <a:pt x="3151" y="4096"/>
                  </a:cubicBezTo>
                  <a:close/>
                  <a:moveTo>
                    <a:pt x="3182" y="0"/>
                  </a:moveTo>
                  <a:cubicBezTo>
                    <a:pt x="1481" y="0"/>
                    <a:pt x="63" y="1418"/>
                    <a:pt x="63" y="3119"/>
                  </a:cubicBezTo>
                  <a:cubicBezTo>
                    <a:pt x="63" y="3655"/>
                    <a:pt x="189" y="4159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47" y="6238"/>
                    <a:pt x="473" y="6238"/>
                  </a:cubicBezTo>
                  <a:lnTo>
                    <a:pt x="1764" y="5892"/>
                  </a:lnTo>
                  <a:cubicBezTo>
                    <a:pt x="2205" y="6144"/>
                    <a:pt x="2678" y="6238"/>
                    <a:pt x="3182" y="6238"/>
                  </a:cubicBezTo>
                  <a:cubicBezTo>
                    <a:pt x="4915" y="6238"/>
                    <a:pt x="6301" y="4789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82"/>
            <p:cNvSpPr/>
            <p:nvPr/>
          </p:nvSpPr>
          <p:spPr>
            <a:xfrm>
              <a:off x="581525" y="3440725"/>
              <a:ext cx="157550" cy="108700"/>
            </a:xfrm>
            <a:custGeom>
              <a:rect b="b" l="l" r="r" t="t"/>
              <a:pathLst>
                <a:path extrusionOk="0" h="4348" w="6302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3" name="Google Shape;1223;p82"/>
          <p:cNvGrpSpPr/>
          <p:nvPr/>
        </p:nvGrpSpPr>
        <p:grpSpPr>
          <a:xfrm>
            <a:off x="3151006" y="3687418"/>
            <a:ext cx="353802" cy="351497"/>
            <a:chOff x="580725" y="3617925"/>
            <a:chExt cx="299325" cy="297375"/>
          </a:xfrm>
        </p:grpSpPr>
        <p:sp>
          <p:nvSpPr>
            <p:cNvPr id="1224" name="Google Shape;1224;p82"/>
            <p:cNvSpPr/>
            <p:nvPr/>
          </p:nvSpPr>
          <p:spPr>
            <a:xfrm>
              <a:off x="6090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82"/>
            <p:cNvSpPr/>
            <p:nvPr/>
          </p:nvSpPr>
          <p:spPr>
            <a:xfrm>
              <a:off x="668950" y="3617925"/>
              <a:ext cx="122875" cy="104475"/>
            </a:xfrm>
            <a:custGeom>
              <a:rect b="b" l="l" r="r" t="t"/>
              <a:pathLst>
                <a:path extrusionOk="0" h="4179" w="4915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82"/>
            <p:cNvSpPr/>
            <p:nvPr/>
          </p:nvSpPr>
          <p:spPr>
            <a:xfrm>
              <a:off x="580725" y="3721900"/>
              <a:ext cx="141800" cy="192025"/>
            </a:xfrm>
            <a:custGeom>
              <a:rect b="b" l="l" r="r" t="t"/>
              <a:pathLst>
                <a:path extrusionOk="0" h="7681" w="5672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82"/>
            <p:cNvSpPr/>
            <p:nvPr/>
          </p:nvSpPr>
          <p:spPr>
            <a:xfrm>
              <a:off x="8004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82"/>
            <p:cNvSpPr/>
            <p:nvPr/>
          </p:nvSpPr>
          <p:spPr>
            <a:xfrm>
              <a:off x="738250" y="3722700"/>
              <a:ext cx="141800" cy="192600"/>
            </a:xfrm>
            <a:custGeom>
              <a:rect b="b" l="l" r="r" t="t"/>
              <a:pathLst>
                <a:path extrusionOk="0" h="7704" w="5672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9" name="Google Shape;1229;p82"/>
          <p:cNvGrpSpPr/>
          <p:nvPr/>
        </p:nvGrpSpPr>
        <p:grpSpPr>
          <a:xfrm>
            <a:off x="4402206" y="3688123"/>
            <a:ext cx="350079" cy="350079"/>
            <a:chOff x="583100" y="3982600"/>
            <a:chExt cx="296175" cy="296175"/>
          </a:xfrm>
        </p:grpSpPr>
        <p:sp>
          <p:nvSpPr>
            <p:cNvPr id="1230" name="Google Shape;1230;p82"/>
            <p:cNvSpPr/>
            <p:nvPr/>
          </p:nvSpPr>
          <p:spPr>
            <a:xfrm>
              <a:off x="694925" y="3982600"/>
              <a:ext cx="70925" cy="68550"/>
            </a:xfrm>
            <a:custGeom>
              <a:rect b="b" l="l" r="r" t="t"/>
              <a:pathLst>
                <a:path extrusionOk="0" h="2742" w="2837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82"/>
            <p:cNvSpPr/>
            <p:nvPr/>
          </p:nvSpPr>
          <p:spPr>
            <a:xfrm>
              <a:off x="609075" y="4139350"/>
              <a:ext cx="69350" cy="68525"/>
            </a:xfrm>
            <a:custGeom>
              <a:rect b="b" l="l" r="r" t="t"/>
              <a:pathLst>
                <a:path extrusionOk="0" h="2741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82"/>
            <p:cNvSpPr/>
            <p:nvPr/>
          </p:nvSpPr>
          <p:spPr>
            <a:xfrm>
              <a:off x="783925" y="41401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82"/>
            <p:cNvSpPr/>
            <p:nvPr/>
          </p:nvSpPr>
          <p:spPr>
            <a:xfrm>
              <a:off x="583100" y="4207075"/>
              <a:ext cx="122100" cy="71700"/>
            </a:xfrm>
            <a:custGeom>
              <a:rect b="b" l="l" r="r" t="t"/>
              <a:pathLst>
                <a:path extrusionOk="0" h="2868" w="4884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82"/>
            <p:cNvSpPr/>
            <p:nvPr/>
          </p:nvSpPr>
          <p:spPr>
            <a:xfrm>
              <a:off x="669725" y="4049550"/>
              <a:ext cx="122900" cy="72475"/>
            </a:xfrm>
            <a:custGeom>
              <a:rect b="b" l="l" r="r" t="t"/>
              <a:pathLst>
                <a:path extrusionOk="0" h="2899" w="4916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82"/>
            <p:cNvSpPr/>
            <p:nvPr/>
          </p:nvSpPr>
          <p:spPr>
            <a:xfrm>
              <a:off x="757150" y="42070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82"/>
            <p:cNvSpPr/>
            <p:nvPr/>
          </p:nvSpPr>
          <p:spPr>
            <a:xfrm>
              <a:off x="691775" y="4139350"/>
              <a:ext cx="77225" cy="64600"/>
            </a:xfrm>
            <a:custGeom>
              <a:rect b="b" l="l" r="r" t="t"/>
              <a:pathLst>
                <a:path extrusionOk="0" h="2584" w="3089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7" name="Google Shape;1237;p82"/>
          <p:cNvGrpSpPr/>
          <p:nvPr/>
        </p:nvGrpSpPr>
        <p:grpSpPr>
          <a:xfrm>
            <a:off x="7477873" y="3202186"/>
            <a:ext cx="307231" cy="348690"/>
            <a:chOff x="2423775" y="3226875"/>
            <a:chExt cx="259925" cy="295000"/>
          </a:xfrm>
        </p:grpSpPr>
        <p:sp>
          <p:nvSpPr>
            <p:cNvPr id="1238" name="Google Shape;1238;p82"/>
            <p:cNvSpPr/>
            <p:nvPr/>
          </p:nvSpPr>
          <p:spPr>
            <a:xfrm>
              <a:off x="2509625" y="3365900"/>
              <a:ext cx="86650" cy="52000"/>
            </a:xfrm>
            <a:custGeom>
              <a:rect b="b" l="l" r="r" t="t"/>
              <a:pathLst>
                <a:path extrusionOk="0" h="2080" w="3466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82"/>
            <p:cNvSpPr/>
            <p:nvPr/>
          </p:nvSpPr>
          <p:spPr>
            <a:xfrm>
              <a:off x="2534825" y="3313925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82"/>
            <p:cNvSpPr/>
            <p:nvPr/>
          </p:nvSpPr>
          <p:spPr>
            <a:xfrm>
              <a:off x="2423775" y="3226875"/>
              <a:ext cx="259925" cy="295000"/>
            </a:xfrm>
            <a:custGeom>
              <a:rect b="b" l="l" r="r" t="t"/>
              <a:pathLst>
                <a:path extrusionOk="0" h="11800" w="10397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1" name="Google Shape;1241;p82"/>
          <p:cNvGrpSpPr/>
          <p:nvPr/>
        </p:nvGrpSpPr>
        <p:grpSpPr>
          <a:xfrm>
            <a:off x="3158758" y="2703516"/>
            <a:ext cx="352857" cy="347301"/>
            <a:chOff x="2404875" y="3592725"/>
            <a:chExt cx="298525" cy="293825"/>
          </a:xfrm>
        </p:grpSpPr>
        <p:sp>
          <p:nvSpPr>
            <p:cNvPr id="1242" name="Google Shape;1242;p82"/>
            <p:cNvSpPr/>
            <p:nvPr/>
          </p:nvSpPr>
          <p:spPr>
            <a:xfrm>
              <a:off x="2404875" y="3747900"/>
              <a:ext cx="52775" cy="138650"/>
            </a:xfrm>
            <a:custGeom>
              <a:rect b="b" l="l" r="r" t="t"/>
              <a:pathLst>
                <a:path extrusionOk="0" h="5546" w="2111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82"/>
            <p:cNvSpPr/>
            <p:nvPr/>
          </p:nvSpPr>
          <p:spPr>
            <a:xfrm>
              <a:off x="2458425" y="3592725"/>
              <a:ext cx="190625" cy="160700"/>
            </a:xfrm>
            <a:custGeom>
              <a:rect b="b" l="l" r="r" t="t"/>
              <a:pathLst>
                <a:path extrusionOk="0" h="6428" w="7625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82"/>
            <p:cNvSpPr/>
            <p:nvPr/>
          </p:nvSpPr>
          <p:spPr>
            <a:xfrm>
              <a:off x="2474975" y="3742775"/>
              <a:ext cx="228425" cy="125650"/>
            </a:xfrm>
            <a:custGeom>
              <a:rect b="b" l="l" r="r" t="t"/>
              <a:pathLst>
                <a:path extrusionOk="0" h="5026" w="9137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5" name="Google Shape;1245;p82"/>
          <p:cNvGrpSpPr/>
          <p:nvPr/>
        </p:nvGrpSpPr>
        <p:grpSpPr>
          <a:xfrm>
            <a:off x="3782927" y="2702596"/>
            <a:ext cx="350995" cy="349133"/>
            <a:chOff x="2404875" y="3955825"/>
            <a:chExt cx="296950" cy="295375"/>
          </a:xfrm>
        </p:grpSpPr>
        <p:sp>
          <p:nvSpPr>
            <p:cNvPr id="1246" name="Google Shape;1246;p82"/>
            <p:cNvSpPr/>
            <p:nvPr/>
          </p:nvSpPr>
          <p:spPr>
            <a:xfrm>
              <a:off x="2404875" y="3955825"/>
              <a:ext cx="219775" cy="224500"/>
            </a:xfrm>
            <a:custGeom>
              <a:rect b="b" l="l" r="r" t="t"/>
              <a:pathLst>
                <a:path extrusionOk="0" h="8980" w="8791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82"/>
            <p:cNvSpPr/>
            <p:nvPr/>
          </p:nvSpPr>
          <p:spPr>
            <a:xfrm>
              <a:off x="2510400" y="4024075"/>
              <a:ext cx="191425" cy="87575"/>
            </a:xfrm>
            <a:custGeom>
              <a:rect b="b" l="l" r="r" t="t"/>
              <a:pathLst>
                <a:path extrusionOk="0" h="3503" w="7657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82"/>
            <p:cNvSpPr/>
            <p:nvPr/>
          </p:nvSpPr>
          <p:spPr>
            <a:xfrm>
              <a:off x="2424550" y="4188175"/>
              <a:ext cx="189050" cy="63025"/>
            </a:xfrm>
            <a:custGeom>
              <a:rect b="b" l="l" r="r" t="t"/>
              <a:pathLst>
                <a:path extrusionOk="0" h="2521" w="7562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82"/>
            <p:cNvSpPr/>
            <p:nvPr/>
          </p:nvSpPr>
          <p:spPr>
            <a:xfrm>
              <a:off x="2457625" y="4007025"/>
              <a:ext cx="115025" cy="122100"/>
            </a:xfrm>
            <a:custGeom>
              <a:rect b="b" l="l" r="r" t="t"/>
              <a:pathLst>
                <a:path extrusionOk="0" h="4884" w="4601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0" name="Google Shape;1250;p82"/>
          <p:cNvGrpSpPr/>
          <p:nvPr/>
        </p:nvGrpSpPr>
        <p:grpSpPr>
          <a:xfrm>
            <a:off x="5031515" y="2188917"/>
            <a:ext cx="349163" cy="350079"/>
            <a:chOff x="4263650" y="3235150"/>
            <a:chExt cx="295400" cy="296175"/>
          </a:xfrm>
        </p:grpSpPr>
        <p:sp>
          <p:nvSpPr>
            <p:cNvPr id="1251" name="Google Shape;1251;p82"/>
            <p:cNvSpPr/>
            <p:nvPr/>
          </p:nvSpPr>
          <p:spPr>
            <a:xfrm>
              <a:off x="4393625" y="3391100"/>
              <a:ext cx="35450" cy="35475"/>
            </a:xfrm>
            <a:custGeom>
              <a:rect b="b" l="l" r="r" t="t"/>
              <a:pathLst>
                <a:path extrusionOk="0" h="1419" w="1418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63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82"/>
            <p:cNvSpPr/>
            <p:nvPr/>
          </p:nvSpPr>
          <p:spPr>
            <a:xfrm>
              <a:off x="4377075" y="3443875"/>
              <a:ext cx="70125" cy="34675"/>
            </a:xfrm>
            <a:custGeom>
              <a:rect b="b" l="l" r="r" t="t"/>
              <a:pathLst>
                <a:path extrusionOk="0" h="1387" w="2805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805" y="1387"/>
                  </a:lnTo>
                  <a:cubicBezTo>
                    <a:pt x="2805" y="630"/>
                    <a:pt x="2174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82"/>
            <p:cNvSpPr/>
            <p:nvPr/>
          </p:nvSpPr>
          <p:spPr>
            <a:xfrm>
              <a:off x="4333750" y="3357225"/>
              <a:ext cx="156775" cy="174100"/>
            </a:xfrm>
            <a:custGeom>
              <a:rect b="b" l="l" r="r" t="t"/>
              <a:pathLst>
                <a:path extrusionOk="0" h="6964" w="6271">
                  <a:moveTo>
                    <a:pt x="3088" y="725"/>
                  </a:moveTo>
                  <a:cubicBezTo>
                    <a:pt x="3813" y="725"/>
                    <a:pt x="4506" y="1356"/>
                    <a:pt x="4506" y="2080"/>
                  </a:cubicBezTo>
                  <a:cubicBezTo>
                    <a:pt x="4506" y="2458"/>
                    <a:pt x="4348" y="2805"/>
                    <a:pt x="4096" y="3025"/>
                  </a:cubicBezTo>
                  <a:cubicBezTo>
                    <a:pt x="4727" y="3372"/>
                    <a:pt x="5168" y="4065"/>
                    <a:pt x="5168" y="4853"/>
                  </a:cubicBezTo>
                  <a:lnTo>
                    <a:pt x="5168" y="5199"/>
                  </a:lnTo>
                  <a:cubicBezTo>
                    <a:pt x="5168" y="5388"/>
                    <a:pt x="5010" y="5546"/>
                    <a:pt x="4821" y="5546"/>
                  </a:cubicBezTo>
                  <a:lnTo>
                    <a:pt x="1293" y="5546"/>
                  </a:lnTo>
                  <a:cubicBezTo>
                    <a:pt x="1103" y="5546"/>
                    <a:pt x="946" y="5388"/>
                    <a:pt x="946" y="5199"/>
                  </a:cubicBezTo>
                  <a:lnTo>
                    <a:pt x="946" y="4853"/>
                  </a:lnTo>
                  <a:lnTo>
                    <a:pt x="1040" y="4853"/>
                  </a:lnTo>
                  <a:cubicBezTo>
                    <a:pt x="1040" y="4065"/>
                    <a:pt x="1450" y="3403"/>
                    <a:pt x="2080" y="3025"/>
                  </a:cubicBezTo>
                  <a:cubicBezTo>
                    <a:pt x="1860" y="2805"/>
                    <a:pt x="1702" y="2458"/>
                    <a:pt x="1702" y="2080"/>
                  </a:cubicBezTo>
                  <a:cubicBezTo>
                    <a:pt x="1702" y="1356"/>
                    <a:pt x="2332" y="725"/>
                    <a:pt x="3088" y="725"/>
                  </a:cubicBezTo>
                  <a:close/>
                  <a:moveTo>
                    <a:pt x="1" y="1"/>
                  </a:moveTo>
                  <a:lnTo>
                    <a:pt x="1" y="6617"/>
                  </a:lnTo>
                  <a:cubicBezTo>
                    <a:pt x="1" y="6806"/>
                    <a:pt x="158" y="6963"/>
                    <a:pt x="347" y="6963"/>
                  </a:cubicBezTo>
                  <a:lnTo>
                    <a:pt x="5924" y="6963"/>
                  </a:lnTo>
                  <a:cubicBezTo>
                    <a:pt x="6113" y="6963"/>
                    <a:pt x="6270" y="6806"/>
                    <a:pt x="6270" y="6617"/>
                  </a:cubicBezTo>
                  <a:lnTo>
                    <a:pt x="6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82"/>
            <p:cNvSpPr/>
            <p:nvPr/>
          </p:nvSpPr>
          <p:spPr>
            <a:xfrm>
              <a:off x="4316425" y="3235150"/>
              <a:ext cx="191425" cy="35475"/>
            </a:xfrm>
            <a:custGeom>
              <a:rect b="b" l="l" r="r" t="t"/>
              <a:pathLst>
                <a:path extrusionOk="0" h="1419" w="7657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lnTo>
                    <a:pt x="7625" y="1418"/>
                  </a:lnTo>
                  <a:lnTo>
                    <a:pt x="7625" y="347"/>
                  </a:lnTo>
                  <a:lnTo>
                    <a:pt x="7656" y="347"/>
                  </a:lnTo>
                  <a:cubicBezTo>
                    <a:pt x="7656" y="158"/>
                    <a:pt x="7499" y="1"/>
                    <a:pt x="7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82"/>
            <p:cNvSpPr/>
            <p:nvPr/>
          </p:nvSpPr>
          <p:spPr>
            <a:xfrm>
              <a:off x="4263650" y="3288700"/>
              <a:ext cx="295400" cy="137875"/>
            </a:xfrm>
            <a:custGeom>
              <a:rect b="b" l="l" r="r" t="t"/>
              <a:pathLst>
                <a:path extrusionOk="0" h="5515" w="11816">
                  <a:moveTo>
                    <a:pt x="10082" y="662"/>
                  </a:moveTo>
                  <a:cubicBezTo>
                    <a:pt x="10303" y="662"/>
                    <a:pt x="10461" y="820"/>
                    <a:pt x="10461" y="1009"/>
                  </a:cubicBezTo>
                  <a:cubicBezTo>
                    <a:pt x="10461" y="1198"/>
                    <a:pt x="10303" y="1356"/>
                    <a:pt x="10082" y="1356"/>
                  </a:cubicBezTo>
                  <a:cubicBezTo>
                    <a:pt x="9893" y="1356"/>
                    <a:pt x="9736" y="1198"/>
                    <a:pt x="9736" y="1009"/>
                  </a:cubicBezTo>
                  <a:cubicBezTo>
                    <a:pt x="9767" y="820"/>
                    <a:pt x="9893" y="662"/>
                    <a:pt x="10082" y="662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4475"/>
                  </a:lnTo>
                  <a:cubicBezTo>
                    <a:pt x="1" y="5073"/>
                    <a:pt x="473" y="5514"/>
                    <a:pt x="1041" y="5514"/>
                  </a:cubicBezTo>
                  <a:lnTo>
                    <a:pt x="2112" y="5514"/>
                  </a:lnTo>
                  <a:lnTo>
                    <a:pt x="2112" y="2395"/>
                  </a:lnTo>
                  <a:cubicBezTo>
                    <a:pt x="2112" y="2206"/>
                    <a:pt x="2269" y="2049"/>
                    <a:pt x="2458" y="2049"/>
                  </a:cubicBezTo>
                  <a:lnTo>
                    <a:pt x="9421" y="2049"/>
                  </a:lnTo>
                  <a:cubicBezTo>
                    <a:pt x="9610" y="2049"/>
                    <a:pt x="9767" y="2206"/>
                    <a:pt x="9767" y="2395"/>
                  </a:cubicBezTo>
                  <a:lnTo>
                    <a:pt x="9767" y="5514"/>
                  </a:lnTo>
                  <a:lnTo>
                    <a:pt x="10807" y="5514"/>
                  </a:lnTo>
                  <a:cubicBezTo>
                    <a:pt x="11406" y="5514"/>
                    <a:pt x="11815" y="5042"/>
                    <a:pt x="11815" y="4475"/>
                  </a:cubicBezTo>
                  <a:lnTo>
                    <a:pt x="11815" y="1009"/>
                  </a:lnTo>
                  <a:cubicBezTo>
                    <a:pt x="11815" y="410"/>
                    <a:pt x="11343" y="1"/>
                    <a:pt x="10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6" name="Google Shape;1256;p82"/>
          <p:cNvGrpSpPr/>
          <p:nvPr/>
        </p:nvGrpSpPr>
        <p:grpSpPr>
          <a:xfrm>
            <a:off x="5651520" y="3212669"/>
            <a:ext cx="353802" cy="327739"/>
            <a:chOff x="4266025" y="3609275"/>
            <a:chExt cx="299325" cy="277275"/>
          </a:xfrm>
        </p:grpSpPr>
        <p:sp>
          <p:nvSpPr>
            <p:cNvPr id="1257" name="Google Shape;1257;p82"/>
            <p:cNvSpPr/>
            <p:nvPr/>
          </p:nvSpPr>
          <p:spPr>
            <a:xfrm>
              <a:off x="4266025" y="3609275"/>
              <a:ext cx="299325" cy="224500"/>
            </a:xfrm>
            <a:custGeom>
              <a:rect b="b" l="l" r="r" t="t"/>
              <a:pathLst>
                <a:path extrusionOk="0" h="8980" w="11973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82"/>
            <p:cNvSpPr/>
            <p:nvPr/>
          </p:nvSpPr>
          <p:spPr>
            <a:xfrm>
              <a:off x="4332975" y="3851850"/>
              <a:ext cx="157550" cy="34700"/>
            </a:xfrm>
            <a:custGeom>
              <a:rect b="b" l="l" r="r" t="t"/>
              <a:pathLst>
                <a:path extrusionOk="0" h="1388" w="6302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9" name="Google Shape;1259;p82"/>
          <p:cNvGrpSpPr/>
          <p:nvPr/>
        </p:nvGrpSpPr>
        <p:grpSpPr>
          <a:xfrm>
            <a:off x="5651969" y="3688600"/>
            <a:ext cx="352886" cy="349133"/>
            <a:chOff x="4263650" y="3963700"/>
            <a:chExt cx="298550" cy="295375"/>
          </a:xfrm>
        </p:grpSpPr>
        <p:sp>
          <p:nvSpPr>
            <p:cNvPr id="1260" name="Google Shape;1260;p82"/>
            <p:cNvSpPr/>
            <p:nvPr/>
          </p:nvSpPr>
          <p:spPr>
            <a:xfrm>
              <a:off x="4384950" y="3963700"/>
              <a:ext cx="53575" cy="51225"/>
            </a:xfrm>
            <a:custGeom>
              <a:rect b="b" l="l" r="r" t="t"/>
              <a:pathLst>
                <a:path extrusionOk="0" h="2049" w="2143"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07"/>
                    <a:pt x="473" y="2048"/>
                    <a:pt x="1072" y="2048"/>
                  </a:cubicBezTo>
                  <a:cubicBezTo>
                    <a:pt x="1670" y="2048"/>
                    <a:pt x="2143" y="1576"/>
                    <a:pt x="2143" y="1040"/>
                  </a:cubicBezTo>
                  <a:cubicBezTo>
                    <a:pt x="2143" y="442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82"/>
            <p:cNvSpPr/>
            <p:nvPr/>
          </p:nvSpPr>
          <p:spPr>
            <a:xfrm>
              <a:off x="4315650" y="4136975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82"/>
            <p:cNvSpPr/>
            <p:nvPr/>
          </p:nvSpPr>
          <p:spPr>
            <a:xfrm>
              <a:off x="4455850" y="4136975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82"/>
            <p:cNvSpPr/>
            <p:nvPr/>
          </p:nvSpPr>
          <p:spPr>
            <a:xfrm>
              <a:off x="4263650" y="4085000"/>
              <a:ext cx="298550" cy="122100"/>
            </a:xfrm>
            <a:custGeom>
              <a:rect b="b" l="l" r="r" t="t"/>
              <a:pathLst>
                <a:path extrusionOk="0" h="4884" w="11942">
                  <a:moveTo>
                    <a:pt x="1545" y="0"/>
                  </a:moveTo>
                  <a:cubicBezTo>
                    <a:pt x="1041" y="0"/>
                    <a:pt x="599" y="347"/>
                    <a:pt x="505" y="851"/>
                  </a:cubicBezTo>
                  <a:lnTo>
                    <a:pt x="64" y="3655"/>
                  </a:lnTo>
                  <a:cubicBezTo>
                    <a:pt x="1" y="3970"/>
                    <a:pt x="95" y="4253"/>
                    <a:pt x="284" y="4474"/>
                  </a:cubicBezTo>
                  <a:cubicBezTo>
                    <a:pt x="410" y="4631"/>
                    <a:pt x="599" y="4757"/>
                    <a:pt x="788" y="4789"/>
                  </a:cubicBezTo>
                  <a:cubicBezTo>
                    <a:pt x="1009" y="4442"/>
                    <a:pt x="1324" y="4127"/>
                    <a:pt x="1639" y="3938"/>
                  </a:cubicBezTo>
                  <a:cubicBezTo>
                    <a:pt x="1513" y="3686"/>
                    <a:pt x="1419" y="3434"/>
                    <a:pt x="1419" y="3151"/>
                  </a:cubicBezTo>
                  <a:cubicBezTo>
                    <a:pt x="1419" y="2206"/>
                    <a:pt x="2206" y="1418"/>
                    <a:pt x="3151" y="1418"/>
                  </a:cubicBezTo>
                  <a:cubicBezTo>
                    <a:pt x="4097" y="1418"/>
                    <a:pt x="4884" y="2206"/>
                    <a:pt x="4884" y="3151"/>
                  </a:cubicBezTo>
                  <a:cubicBezTo>
                    <a:pt x="4884" y="3434"/>
                    <a:pt x="4821" y="3686"/>
                    <a:pt x="4695" y="3938"/>
                  </a:cubicBezTo>
                  <a:cubicBezTo>
                    <a:pt x="5042" y="4159"/>
                    <a:pt x="5325" y="4474"/>
                    <a:pt x="5577" y="4883"/>
                  </a:cubicBezTo>
                  <a:lnTo>
                    <a:pt x="6396" y="4883"/>
                  </a:lnTo>
                  <a:cubicBezTo>
                    <a:pt x="6585" y="4537"/>
                    <a:pt x="6900" y="4159"/>
                    <a:pt x="7247" y="3938"/>
                  </a:cubicBezTo>
                  <a:cubicBezTo>
                    <a:pt x="7152" y="3686"/>
                    <a:pt x="7058" y="3434"/>
                    <a:pt x="7058" y="3151"/>
                  </a:cubicBezTo>
                  <a:cubicBezTo>
                    <a:pt x="7058" y="2206"/>
                    <a:pt x="7846" y="1418"/>
                    <a:pt x="8791" y="1418"/>
                  </a:cubicBezTo>
                  <a:cubicBezTo>
                    <a:pt x="9736" y="1418"/>
                    <a:pt x="10524" y="2206"/>
                    <a:pt x="10524" y="3151"/>
                  </a:cubicBezTo>
                  <a:cubicBezTo>
                    <a:pt x="10524" y="3434"/>
                    <a:pt x="10461" y="3686"/>
                    <a:pt x="10334" y="3938"/>
                  </a:cubicBezTo>
                  <a:cubicBezTo>
                    <a:pt x="10681" y="4159"/>
                    <a:pt x="10965" y="4442"/>
                    <a:pt x="11154" y="4789"/>
                  </a:cubicBezTo>
                  <a:cubicBezTo>
                    <a:pt x="11343" y="4757"/>
                    <a:pt x="11563" y="4631"/>
                    <a:pt x="11658" y="4474"/>
                  </a:cubicBezTo>
                  <a:cubicBezTo>
                    <a:pt x="11878" y="4253"/>
                    <a:pt x="11941" y="3938"/>
                    <a:pt x="11910" y="3655"/>
                  </a:cubicBezTo>
                  <a:lnTo>
                    <a:pt x="11343" y="851"/>
                  </a:lnTo>
                  <a:cubicBezTo>
                    <a:pt x="11280" y="347"/>
                    <a:pt x="10839" y="0"/>
                    <a:pt x="10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82"/>
            <p:cNvSpPr/>
            <p:nvPr/>
          </p:nvSpPr>
          <p:spPr>
            <a:xfrm>
              <a:off x="4431425" y="4196825"/>
              <a:ext cx="104000" cy="62250"/>
            </a:xfrm>
            <a:custGeom>
              <a:rect b="b" l="l" r="r" t="t"/>
              <a:pathLst>
                <a:path extrusionOk="0" h="2490" w="4160">
                  <a:moveTo>
                    <a:pt x="977" y="1"/>
                  </a:moveTo>
                  <a:cubicBezTo>
                    <a:pt x="536" y="284"/>
                    <a:pt x="189" y="694"/>
                    <a:pt x="63" y="1198"/>
                  </a:cubicBezTo>
                  <a:cubicBezTo>
                    <a:pt x="32" y="1387"/>
                    <a:pt x="0" y="1576"/>
                    <a:pt x="0" y="1797"/>
                  </a:cubicBezTo>
                  <a:lnTo>
                    <a:pt x="0" y="2143"/>
                  </a:lnTo>
                  <a:cubicBezTo>
                    <a:pt x="0" y="2332"/>
                    <a:pt x="158" y="2490"/>
                    <a:pt x="347" y="2490"/>
                  </a:cubicBezTo>
                  <a:lnTo>
                    <a:pt x="3813" y="2490"/>
                  </a:lnTo>
                  <a:cubicBezTo>
                    <a:pt x="4002" y="2490"/>
                    <a:pt x="4159" y="2332"/>
                    <a:pt x="4159" y="2143"/>
                  </a:cubicBezTo>
                  <a:lnTo>
                    <a:pt x="4159" y="1797"/>
                  </a:lnTo>
                  <a:cubicBezTo>
                    <a:pt x="4096" y="1576"/>
                    <a:pt x="4065" y="1356"/>
                    <a:pt x="4002" y="1198"/>
                  </a:cubicBezTo>
                  <a:cubicBezTo>
                    <a:pt x="3844" y="694"/>
                    <a:pt x="3529" y="284"/>
                    <a:pt x="3119" y="1"/>
                  </a:cubicBezTo>
                  <a:cubicBezTo>
                    <a:pt x="2804" y="253"/>
                    <a:pt x="2426" y="410"/>
                    <a:pt x="2048" y="410"/>
                  </a:cubicBezTo>
                  <a:cubicBezTo>
                    <a:pt x="1639" y="410"/>
                    <a:pt x="1261" y="253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82"/>
            <p:cNvSpPr/>
            <p:nvPr/>
          </p:nvSpPr>
          <p:spPr>
            <a:xfrm>
              <a:off x="4359750" y="4022775"/>
              <a:ext cx="104775" cy="44125"/>
            </a:xfrm>
            <a:custGeom>
              <a:rect b="b" l="l" r="r" t="t"/>
              <a:pathLst>
                <a:path extrusionOk="0" h="1765" w="4191">
                  <a:moveTo>
                    <a:pt x="1009" y="0"/>
                  </a:moveTo>
                  <a:cubicBezTo>
                    <a:pt x="379" y="347"/>
                    <a:pt x="0" y="1040"/>
                    <a:pt x="0" y="1765"/>
                  </a:cubicBezTo>
                  <a:lnTo>
                    <a:pt x="4191" y="1765"/>
                  </a:lnTo>
                  <a:cubicBezTo>
                    <a:pt x="4191" y="1040"/>
                    <a:pt x="3813" y="347"/>
                    <a:pt x="3214" y="0"/>
                  </a:cubicBezTo>
                  <a:cubicBezTo>
                    <a:pt x="2899" y="252"/>
                    <a:pt x="2521" y="378"/>
                    <a:pt x="2111" y="378"/>
                  </a:cubicBezTo>
                  <a:cubicBezTo>
                    <a:pt x="1733" y="378"/>
                    <a:pt x="1324" y="252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82"/>
            <p:cNvSpPr/>
            <p:nvPr/>
          </p:nvSpPr>
          <p:spPr>
            <a:xfrm>
              <a:off x="4291225" y="4196825"/>
              <a:ext cx="102425" cy="62250"/>
            </a:xfrm>
            <a:custGeom>
              <a:rect b="b" l="l" r="r" t="t"/>
              <a:pathLst>
                <a:path extrusionOk="0" h="2490" w="4097">
                  <a:moveTo>
                    <a:pt x="1009" y="1"/>
                  </a:moveTo>
                  <a:cubicBezTo>
                    <a:pt x="568" y="284"/>
                    <a:pt x="221" y="694"/>
                    <a:pt x="95" y="1198"/>
                  </a:cubicBezTo>
                  <a:cubicBezTo>
                    <a:pt x="64" y="1387"/>
                    <a:pt x="1" y="1576"/>
                    <a:pt x="1" y="1797"/>
                  </a:cubicBezTo>
                  <a:lnTo>
                    <a:pt x="1" y="2143"/>
                  </a:lnTo>
                  <a:cubicBezTo>
                    <a:pt x="1" y="2332"/>
                    <a:pt x="158" y="2490"/>
                    <a:pt x="379" y="2490"/>
                  </a:cubicBezTo>
                  <a:lnTo>
                    <a:pt x="3844" y="2490"/>
                  </a:lnTo>
                  <a:cubicBezTo>
                    <a:pt x="3939" y="2490"/>
                    <a:pt x="4096" y="2332"/>
                    <a:pt x="4096" y="2143"/>
                  </a:cubicBezTo>
                  <a:lnTo>
                    <a:pt x="4096" y="1797"/>
                  </a:lnTo>
                  <a:cubicBezTo>
                    <a:pt x="4096" y="1576"/>
                    <a:pt x="4065" y="1356"/>
                    <a:pt x="4033" y="1198"/>
                  </a:cubicBezTo>
                  <a:cubicBezTo>
                    <a:pt x="3876" y="694"/>
                    <a:pt x="3561" y="284"/>
                    <a:pt x="3120" y="1"/>
                  </a:cubicBezTo>
                  <a:cubicBezTo>
                    <a:pt x="2804" y="253"/>
                    <a:pt x="2458" y="410"/>
                    <a:pt x="2048" y="410"/>
                  </a:cubicBezTo>
                  <a:cubicBezTo>
                    <a:pt x="1670" y="410"/>
                    <a:pt x="1261" y="253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7" name="Google Shape;1267;p82"/>
          <p:cNvGrpSpPr/>
          <p:nvPr/>
        </p:nvGrpSpPr>
        <p:grpSpPr>
          <a:xfrm>
            <a:off x="3151462" y="2188941"/>
            <a:ext cx="352886" cy="350049"/>
            <a:chOff x="946175" y="3253275"/>
            <a:chExt cx="298550" cy="296150"/>
          </a:xfrm>
        </p:grpSpPr>
        <p:sp>
          <p:nvSpPr>
            <p:cNvPr id="1268" name="Google Shape;1268;p82"/>
            <p:cNvSpPr/>
            <p:nvPr/>
          </p:nvSpPr>
          <p:spPr>
            <a:xfrm>
              <a:off x="946175" y="3253275"/>
              <a:ext cx="209550" cy="261500"/>
            </a:xfrm>
            <a:custGeom>
              <a:rect b="b" l="l" r="r" t="t"/>
              <a:pathLst>
                <a:path extrusionOk="0" h="10460" w="8382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82"/>
            <p:cNvSpPr/>
            <p:nvPr/>
          </p:nvSpPr>
          <p:spPr>
            <a:xfrm>
              <a:off x="986350" y="3293425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82"/>
            <p:cNvSpPr/>
            <p:nvPr/>
          </p:nvSpPr>
          <p:spPr>
            <a:xfrm>
              <a:off x="1051725" y="3359600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82"/>
            <p:cNvSpPr/>
            <p:nvPr/>
          </p:nvSpPr>
          <p:spPr>
            <a:xfrm>
              <a:off x="980050" y="3289500"/>
              <a:ext cx="192200" cy="242600"/>
            </a:xfrm>
            <a:custGeom>
              <a:rect b="b" l="l" r="r" t="t"/>
              <a:pathLst>
                <a:path extrusionOk="0" h="9704" w="7688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82"/>
            <p:cNvSpPr/>
            <p:nvPr/>
          </p:nvSpPr>
          <p:spPr>
            <a:xfrm>
              <a:off x="1154125" y="3460400"/>
              <a:ext cx="90600" cy="89025"/>
            </a:xfrm>
            <a:custGeom>
              <a:rect b="b" l="l" r="r" t="t"/>
              <a:pathLst>
                <a:path extrusionOk="0" h="3561" w="3624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3" name="Google Shape;1273;p82"/>
          <p:cNvGrpSpPr/>
          <p:nvPr/>
        </p:nvGrpSpPr>
        <p:grpSpPr>
          <a:xfrm>
            <a:off x="2511508" y="2190312"/>
            <a:ext cx="351024" cy="347301"/>
            <a:chOff x="946175" y="3619500"/>
            <a:chExt cx="296975" cy="293825"/>
          </a:xfrm>
        </p:grpSpPr>
        <p:sp>
          <p:nvSpPr>
            <p:cNvPr id="1274" name="Google Shape;1274;p82"/>
            <p:cNvSpPr/>
            <p:nvPr/>
          </p:nvSpPr>
          <p:spPr>
            <a:xfrm>
              <a:off x="963525" y="3619500"/>
              <a:ext cx="207950" cy="293825"/>
            </a:xfrm>
            <a:custGeom>
              <a:rect b="b" l="l" r="r" t="t"/>
              <a:pathLst>
                <a:path extrusionOk="0" h="11753" w="8318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82"/>
            <p:cNvSpPr/>
            <p:nvPr/>
          </p:nvSpPr>
          <p:spPr>
            <a:xfrm>
              <a:off x="1185625" y="3688025"/>
              <a:ext cx="57525" cy="55950"/>
            </a:xfrm>
            <a:custGeom>
              <a:rect b="b" l="l" r="r" t="t"/>
              <a:pathLst>
                <a:path extrusionOk="0" h="2238" w="2301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82"/>
            <p:cNvSpPr/>
            <p:nvPr/>
          </p:nvSpPr>
          <p:spPr>
            <a:xfrm>
              <a:off x="1088075" y="3795925"/>
              <a:ext cx="46375" cy="45025"/>
            </a:xfrm>
            <a:custGeom>
              <a:rect b="b" l="l" r="r" t="t"/>
              <a:pathLst>
                <a:path extrusionOk="0" h="1801" w="1855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82"/>
            <p:cNvSpPr/>
            <p:nvPr/>
          </p:nvSpPr>
          <p:spPr>
            <a:xfrm>
              <a:off x="1112375" y="3720325"/>
              <a:ext cx="97700" cy="97700"/>
            </a:xfrm>
            <a:custGeom>
              <a:rect b="b" l="l" r="r" t="t"/>
              <a:pathLst>
                <a:path extrusionOk="0" h="3908" w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82"/>
            <p:cNvSpPr/>
            <p:nvPr/>
          </p:nvSpPr>
          <p:spPr>
            <a:xfrm>
              <a:off x="1120250" y="3623450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82"/>
            <p:cNvSpPr/>
            <p:nvPr/>
          </p:nvSpPr>
          <p:spPr>
            <a:xfrm>
              <a:off x="946175" y="3879425"/>
              <a:ext cx="166225" cy="33900"/>
            </a:xfrm>
            <a:custGeom>
              <a:rect b="b" l="l" r="r" t="t"/>
              <a:pathLst>
                <a:path extrusionOk="0" h="1356" w="6649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0" name="Google Shape;1280;p82"/>
          <p:cNvGrpSpPr/>
          <p:nvPr/>
        </p:nvGrpSpPr>
        <p:grpSpPr>
          <a:xfrm>
            <a:off x="5652446" y="2188466"/>
            <a:ext cx="351940" cy="350995"/>
            <a:chOff x="944600" y="3981825"/>
            <a:chExt cx="297750" cy="296950"/>
          </a:xfrm>
        </p:grpSpPr>
        <p:sp>
          <p:nvSpPr>
            <p:cNvPr id="1281" name="Google Shape;1281;p82"/>
            <p:cNvSpPr/>
            <p:nvPr/>
          </p:nvSpPr>
          <p:spPr>
            <a:xfrm>
              <a:off x="944600" y="3981825"/>
              <a:ext cx="297750" cy="296950"/>
            </a:xfrm>
            <a:custGeom>
              <a:rect b="b" l="l" r="r" t="t"/>
              <a:pathLst>
                <a:path extrusionOk="0" h="11878" w="1191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82"/>
            <p:cNvSpPr/>
            <p:nvPr/>
          </p:nvSpPr>
          <p:spPr>
            <a:xfrm>
              <a:off x="1058025" y="4155875"/>
              <a:ext cx="72500" cy="52000"/>
            </a:xfrm>
            <a:custGeom>
              <a:rect b="b" l="l" r="r" t="t"/>
              <a:pathLst>
                <a:path extrusionOk="0" h="2080" w="290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82"/>
            <p:cNvSpPr/>
            <p:nvPr/>
          </p:nvSpPr>
          <p:spPr>
            <a:xfrm>
              <a:off x="1076150" y="4103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82"/>
            <p:cNvSpPr/>
            <p:nvPr/>
          </p:nvSpPr>
          <p:spPr>
            <a:xfrm>
              <a:off x="1016275" y="4051125"/>
              <a:ext cx="155975" cy="137075"/>
            </a:xfrm>
            <a:custGeom>
              <a:rect b="b" l="l" r="r" t="t"/>
              <a:pathLst>
                <a:path extrusionOk="0" h="5483" w="6239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5" name="Google Shape;1285;p82"/>
          <p:cNvGrpSpPr/>
          <p:nvPr/>
        </p:nvGrpSpPr>
        <p:grpSpPr>
          <a:xfrm>
            <a:off x="6907565" y="2702119"/>
            <a:ext cx="227180" cy="350079"/>
            <a:chOff x="2819150" y="3955025"/>
            <a:chExt cx="192200" cy="296175"/>
          </a:xfrm>
        </p:grpSpPr>
        <p:sp>
          <p:nvSpPr>
            <p:cNvPr id="1286" name="Google Shape;1286;p82"/>
            <p:cNvSpPr/>
            <p:nvPr/>
          </p:nvSpPr>
          <p:spPr>
            <a:xfrm>
              <a:off x="2856175" y="4007025"/>
              <a:ext cx="122100" cy="70125"/>
            </a:xfrm>
            <a:custGeom>
              <a:rect b="b" l="l" r="r" t="t"/>
              <a:pathLst>
                <a:path extrusionOk="0" h="2805" w="4884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82"/>
            <p:cNvSpPr/>
            <p:nvPr/>
          </p:nvSpPr>
          <p:spPr>
            <a:xfrm>
              <a:off x="2819150" y="4180300"/>
              <a:ext cx="192200" cy="70900"/>
            </a:xfrm>
            <a:custGeom>
              <a:rect b="b" l="l" r="r" t="t"/>
              <a:pathLst>
                <a:path extrusionOk="0" h="2836" w="7688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82"/>
            <p:cNvSpPr/>
            <p:nvPr/>
          </p:nvSpPr>
          <p:spPr>
            <a:xfrm>
              <a:off x="2882950" y="3955025"/>
              <a:ext cx="68550" cy="35475"/>
            </a:xfrm>
            <a:custGeom>
              <a:rect b="b" l="l" r="r" t="t"/>
              <a:pathLst>
                <a:path extrusionOk="0" h="1419" w="2742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82"/>
            <p:cNvSpPr/>
            <p:nvPr/>
          </p:nvSpPr>
          <p:spPr>
            <a:xfrm>
              <a:off x="2856975" y="4093650"/>
              <a:ext cx="118950" cy="70125"/>
            </a:xfrm>
            <a:custGeom>
              <a:rect b="b" l="l" r="r" t="t"/>
              <a:pathLst>
                <a:path extrusionOk="0" h="2805" w="4758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0" name="Google Shape;1290;p82"/>
          <p:cNvGrpSpPr/>
          <p:nvPr/>
        </p:nvGrpSpPr>
        <p:grpSpPr>
          <a:xfrm>
            <a:off x="4402679" y="2189844"/>
            <a:ext cx="349133" cy="348217"/>
            <a:chOff x="4629125" y="3235150"/>
            <a:chExt cx="295375" cy="294600"/>
          </a:xfrm>
        </p:grpSpPr>
        <p:sp>
          <p:nvSpPr>
            <p:cNvPr id="1291" name="Google Shape;1291;p82"/>
            <p:cNvSpPr/>
            <p:nvPr/>
          </p:nvSpPr>
          <p:spPr>
            <a:xfrm>
              <a:off x="4696850" y="33911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64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82"/>
            <p:cNvSpPr/>
            <p:nvPr/>
          </p:nvSpPr>
          <p:spPr>
            <a:xfrm>
              <a:off x="4680300" y="3443875"/>
              <a:ext cx="69350" cy="34675"/>
            </a:xfrm>
            <a:custGeom>
              <a:rect b="b" l="l" r="r" t="t"/>
              <a:pathLst>
                <a:path extrusionOk="0" h="1387" w="2774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773" y="1387"/>
                  </a:lnTo>
                  <a:cubicBezTo>
                    <a:pt x="2773" y="630"/>
                    <a:pt x="2175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82"/>
            <p:cNvSpPr/>
            <p:nvPr/>
          </p:nvSpPr>
          <p:spPr>
            <a:xfrm>
              <a:off x="4629125" y="3339900"/>
              <a:ext cx="295375" cy="189850"/>
            </a:xfrm>
            <a:custGeom>
              <a:rect b="b" l="l" r="r" t="t"/>
              <a:pathLst>
                <a:path extrusionOk="0" h="7594" w="11815">
                  <a:moveTo>
                    <a:pt x="10050" y="2080"/>
                  </a:moveTo>
                  <a:cubicBezTo>
                    <a:pt x="10239" y="2080"/>
                    <a:pt x="10397" y="2238"/>
                    <a:pt x="10397" y="2427"/>
                  </a:cubicBezTo>
                  <a:cubicBezTo>
                    <a:pt x="10397" y="2616"/>
                    <a:pt x="10239" y="2773"/>
                    <a:pt x="10050" y="2773"/>
                  </a:cubicBezTo>
                  <a:lnTo>
                    <a:pt x="6553" y="2773"/>
                  </a:lnTo>
                  <a:cubicBezTo>
                    <a:pt x="6333" y="2773"/>
                    <a:pt x="6175" y="2616"/>
                    <a:pt x="6175" y="2427"/>
                  </a:cubicBezTo>
                  <a:cubicBezTo>
                    <a:pt x="6175" y="2238"/>
                    <a:pt x="6333" y="2080"/>
                    <a:pt x="6553" y="2080"/>
                  </a:cubicBezTo>
                  <a:close/>
                  <a:moveTo>
                    <a:pt x="10050" y="3466"/>
                  </a:moveTo>
                  <a:cubicBezTo>
                    <a:pt x="10239" y="3466"/>
                    <a:pt x="10397" y="3624"/>
                    <a:pt x="10397" y="3813"/>
                  </a:cubicBezTo>
                  <a:cubicBezTo>
                    <a:pt x="10397" y="4002"/>
                    <a:pt x="10239" y="4159"/>
                    <a:pt x="10050" y="4159"/>
                  </a:cubicBezTo>
                  <a:lnTo>
                    <a:pt x="6553" y="4159"/>
                  </a:lnTo>
                  <a:cubicBezTo>
                    <a:pt x="6333" y="4159"/>
                    <a:pt x="6175" y="4002"/>
                    <a:pt x="6175" y="3813"/>
                  </a:cubicBezTo>
                  <a:cubicBezTo>
                    <a:pt x="6175" y="3624"/>
                    <a:pt x="6333" y="3466"/>
                    <a:pt x="6553" y="3466"/>
                  </a:cubicBezTo>
                  <a:close/>
                  <a:moveTo>
                    <a:pt x="10050" y="4821"/>
                  </a:moveTo>
                  <a:cubicBezTo>
                    <a:pt x="10239" y="4821"/>
                    <a:pt x="10397" y="4978"/>
                    <a:pt x="10397" y="5199"/>
                  </a:cubicBezTo>
                  <a:cubicBezTo>
                    <a:pt x="10397" y="5388"/>
                    <a:pt x="10239" y="5546"/>
                    <a:pt x="10050" y="5546"/>
                  </a:cubicBezTo>
                  <a:lnTo>
                    <a:pt x="6553" y="5546"/>
                  </a:lnTo>
                  <a:cubicBezTo>
                    <a:pt x="6333" y="5546"/>
                    <a:pt x="6175" y="5388"/>
                    <a:pt x="6175" y="5199"/>
                  </a:cubicBezTo>
                  <a:cubicBezTo>
                    <a:pt x="6175" y="4978"/>
                    <a:pt x="6333" y="4821"/>
                    <a:pt x="6553" y="4821"/>
                  </a:cubicBezTo>
                  <a:close/>
                  <a:moveTo>
                    <a:pt x="3403" y="1418"/>
                  </a:moveTo>
                  <a:cubicBezTo>
                    <a:pt x="4127" y="1418"/>
                    <a:pt x="4757" y="2049"/>
                    <a:pt x="4757" y="2773"/>
                  </a:cubicBezTo>
                  <a:cubicBezTo>
                    <a:pt x="4757" y="3151"/>
                    <a:pt x="4600" y="3498"/>
                    <a:pt x="4379" y="3718"/>
                  </a:cubicBezTo>
                  <a:cubicBezTo>
                    <a:pt x="5009" y="4065"/>
                    <a:pt x="5451" y="4758"/>
                    <a:pt x="5451" y="5546"/>
                  </a:cubicBezTo>
                  <a:lnTo>
                    <a:pt x="5451" y="5892"/>
                  </a:lnTo>
                  <a:lnTo>
                    <a:pt x="5514" y="5892"/>
                  </a:lnTo>
                  <a:cubicBezTo>
                    <a:pt x="5514" y="6081"/>
                    <a:pt x="5356" y="6239"/>
                    <a:pt x="5167" y="6239"/>
                  </a:cubicBezTo>
                  <a:lnTo>
                    <a:pt x="1701" y="6239"/>
                  </a:lnTo>
                  <a:cubicBezTo>
                    <a:pt x="1512" y="6239"/>
                    <a:pt x="1355" y="6081"/>
                    <a:pt x="1355" y="5892"/>
                  </a:cubicBezTo>
                  <a:lnTo>
                    <a:pt x="1355" y="5546"/>
                  </a:lnTo>
                  <a:cubicBezTo>
                    <a:pt x="1355" y="4758"/>
                    <a:pt x="1764" y="4096"/>
                    <a:pt x="2395" y="3718"/>
                  </a:cubicBezTo>
                  <a:cubicBezTo>
                    <a:pt x="2174" y="3498"/>
                    <a:pt x="2016" y="3151"/>
                    <a:pt x="2016" y="2773"/>
                  </a:cubicBezTo>
                  <a:cubicBezTo>
                    <a:pt x="2016" y="2049"/>
                    <a:pt x="2647" y="1418"/>
                    <a:pt x="3403" y="1418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6554"/>
                  </a:lnTo>
                  <a:cubicBezTo>
                    <a:pt x="0" y="7152"/>
                    <a:pt x="473" y="7593"/>
                    <a:pt x="1040" y="7593"/>
                  </a:cubicBezTo>
                  <a:lnTo>
                    <a:pt x="10806" y="7593"/>
                  </a:lnTo>
                  <a:cubicBezTo>
                    <a:pt x="11373" y="7593"/>
                    <a:pt x="11815" y="7121"/>
                    <a:pt x="11815" y="6554"/>
                  </a:cubicBezTo>
                  <a:lnTo>
                    <a:pt x="11815" y="1009"/>
                  </a:lnTo>
                  <a:cubicBezTo>
                    <a:pt x="11783" y="473"/>
                    <a:pt x="11310" y="1"/>
                    <a:pt x="10743" y="1"/>
                  </a:cubicBezTo>
                  <a:lnTo>
                    <a:pt x="7593" y="1"/>
                  </a:lnTo>
                  <a:lnTo>
                    <a:pt x="7593" y="347"/>
                  </a:lnTo>
                  <a:cubicBezTo>
                    <a:pt x="7593" y="946"/>
                    <a:pt x="7120" y="1355"/>
                    <a:pt x="6585" y="1355"/>
                  </a:cubicBezTo>
                  <a:lnTo>
                    <a:pt x="5198" y="1355"/>
                  </a:lnTo>
                  <a:cubicBezTo>
                    <a:pt x="4600" y="1355"/>
                    <a:pt x="4190" y="883"/>
                    <a:pt x="4190" y="347"/>
                  </a:cubicBezTo>
                  <a:lnTo>
                    <a:pt x="41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82"/>
            <p:cNvSpPr/>
            <p:nvPr/>
          </p:nvSpPr>
          <p:spPr>
            <a:xfrm>
              <a:off x="4714975" y="3287125"/>
              <a:ext cx="122100" cy="70125"/>
            </a:xfrm>
            <a:custGeom>
              <a:rect b="b" l="l" r="r" t="t"/>
              <a:pathLst>
                <a:path extrusionOk="0" h="2805" w="4884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4"/>
                    <a:pt x="315" y="1419"/>
                    <a:pt x="693" y="1419"/>
                  </a:cubicBezTo>
                  <a:lnTo>
                    <a:pt x="1418" y="1419"/>
                  </a:lnTo>
                  <a:lnTo>
                    <a:pt x="1418" y="2458"/>
                  </a:lnTo>
                  <a:cubicBezTo>
                    <a:pt x="1386" y="2647"/>
                    <a:pt x="1544" y="2805"/>
                    <a:pt x="1733" y="2805"/>
                  </a:cubicBezTo>
                  <a:lnTo>
                    <a:pt x="3119" y="2805"/>
                  </a:lnTo>
                  <a:cubicBezTo>
                    <a:pt x="3308" y="2805"/>
                    <a:pt x="3466" y="2647"/>
                    <a:pt x="3466" y="2458"/>
                  </a:cubicBezTo>
                  <a:lnTo>
                    <a:pt x="3466" y="1419"/>
                  </a:lnTo>
                  <a:lnTo>
                    <a:pt x="4159" y="1419"/>
                  </a:lnTo>
                  <a:cubicBezTo>
                    <a:pt x="4568" y="1419"/>
                    <a:pt x="4883" y="1104"/>
                    <a:pt x="4883" y="725"/>
                  </a:cubicBezTo>
                  <a:cubicBezTo>
                    <a:pt x="4883" y="316"/>
                    <a:pt x="4568" y="1"/>
                    <a:pt x="41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82"/>
            <p:cNvSpPr/>
            <p:nvPr/>
          </p:nvSpPr>
          <p:spPr>
            <a:xfrm>
              <a:off x="4732300" y="3235150"/>
              <a:ext cx="86650" cy="35475"/>
            </a:xfrm>
            <a:custGeom>
              <a:rect b="b" l="l" r="r" t="t"/>
              <a:pathLst>
                <a:path extrusionOk="0" h="1419" w="3466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3466" y="1418"/>
                  </a:lnTo>
                  <a:lnTo>
                    <a:pt x="3466" y="347"/>
                  </a:lnTo>
                  <a:cubicBezTo>
                    <a:pt x="3466" y="158"/>
                    <a:pt x="3308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6" name="Google Shape;1296;p82"/>
          <p:cNvGrpSpPr/>
          <p:nvPr/>
        </p:nvGrpSpPr>
        <p:grpSpPr>
          <a:xfrm>
            <a:off x="6242750" y="2188941"/>
            <a:ext cx="350995" cy="350049"/>
            <a:chOff x="1310075" y="3253275"/>
            <a:chExt cx="296950" cy="296150"/>
          </a:xfrm>
        </p:grpSpPr>
        <p:sp>
          <p:nvSpPr>
            <p:cNvPr id="1297" name="Google Shape;1297;p82"/>
            <p:cNvSpPr/>
            <p:nvPr/>
          </p:nvSpPr>
          <p:spPr>
            <a:xfrm>
              <a:off x="1423475" y="33596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82"/>
            <p:cNvSpPr/>
            <p:nvPr/>
          </p:nvSpPr>
          <p:spPr>
            <a:xfrm>
              <a:off x="1310075" y="3253275"/>
              <a:ext cx="296950" cy="296150"/>
            </a:xfrm>
            <a:custGeom>
              <a:rect b="b" l="l" r="r" t="t"/>
              <a:pathLst>
                <a:path extrusionOk="0" h="11846" w="11878">
                  <a:moveTo>
                    <a:pt x="5923" y="2111"/>
                  </a:moveTo>
                  <a:cubicBezTo>
                    <a:pt x="8003" y="2111"/>
                    <a:pt x="9735" y="3812"/>
                    <a:pt x="9735" y="5923"/>
                  </a:cubicBezTo>
                  <a:cubicBezTo>
                    <a:pt x="9735" y="8034"/>
                    <a:pt x="8034" y="9767"/>
                    <a:pt x="5923" y="9767"/>
                  </a:cubicBezTo>
                  <a:cubicBezTo>
                    <a:pt x="3844" y="9767"/>
                    <a:pt x="2080" y="8065"/>
                    <a:pt x="2080" y="5923"/>
                  </a:cubicBezTo>
                  <a:cubicBezTo>
                    <a:pt x="2111" y="3844"/>
                    <a:pt x="3844" y="2111"/>
                    <a:pt x="5923" y="2111"/>
                  </a:cubicBezTo>
                  <a:close/>
                  <a:moveTo>
                    <a:pt x="5262" y="0"/>
                  </a:moveTo>
                  <a:cubicBezTo>
                    <a:pt x="5104" y="0"/>
                    <a:pt x="4947" y="95"/>
                    <a:pt x="4884" y="252"/>
                  </a:cubicBezTo>
                  <a:lnTo>
                    <a:pt x="4726" y="1166"/>
                  </a:lnTo>
                  <a:cubicBezTo>
                    <a:pt x="4253" y="1292"/>
                    <a:pt x="3844" y="1481"/>
                    <a:pt x="3434" y="1733"/>
                  </a:cubicBezTo>
                  <a:lnTo>
                    <a:pt x="2678" y="1197"/>
                  </a:lnTo>
                  <a:cubicBezTo>
                    <a:pt x="2641" y="1160"/>
                    <a:pt x="2584" y="1142"/>
                    <a:pt x="2523" y="1142"/>
                  </a:cubicBezTo>
                  <a:cubicBezTo>
                    <a:pt x="2429" y="1142"/>
                    <a:pt x="2326" y="1184"/>
                    <a:pt x="2269" y="1260"/>
                  </a:cubicBezTo>
                  <a:lnTo>
                    <a:pt x="1260" y="2237"/>
                  </a:lnTo>
                  <a:cubicBezTo>
                    <a:pt x="1166" y="2363"/>
                    <a:pt x="1166" y="2552"/>
                    <a:pt x="1229" y="2678"/>
                  </a:cubicBezTo>
                  <a:lnTo>
                    <a:pt x="1733" y="3403"/>
                  </a:lnTo>
                  <a:cubicBezTo>
                    <a:pt x="1512" y="3812"/>
                    <a:pt x="1323" y="4253"/>
                    <a:pt x="1197" y="4726"/>
                  </a:cubicBezTo>
                  <a:lnTo>
                    <a:pt x="284" y="4883"/>
                  </a:lnTo>
                  <a:cubicBezTo>
                    <a:pt x="126" y="4915"/>
                    <a:pt x="0" y="5041"/>
                    <a:pt x="0" y="5230"/>
                  </a:cubicBezTo>
                  <a:lnTo>
                    <a:pt x="0" y="6616"/>
                  </a:lnTo>
                  <a:cubicBezTo>
                    <a:pt x="0" y="6805"/>
                    <a:pt x="126" y="6963"/>
                    <a:pt x="284" y="6963"/>
                  </a:cubicBezTo>
                  <a:lnTo>
                    <a:pt x="1197" y="7120"/>
                  </a:lnTo>
                  <a:cubicBezTo>
                    <a:pt x="1292" y="7593"/>
                    <a:pt x="1512" y="8002"/>
                    <a:pt x="1733" y="8412"/>
                  </a:cubicBezTo>
                  <a:lnTo>
                    <a:pt x="1229" y="9168"/>
                  </a:lnTo>
                  <a:cubicBezTo>
                    <a:pt x="1103" y="9263"/>
                    <a:pt x="1166" y="9483"/>
                    <a:pt x="1260" y="9578"/>
                  </a:cubicBezTo>
                  <a:lnTo>
                    <a:pt x="2269" y="10586"/>
                  </a:lnTo>
                  <a:cubicBezTo>
                    <a:pt x="2321" y="10638"/>
                    <a:pt x="2411" y="10661"/>
                    <a:pt x="2497" y="10661"/>
                  </a:cubicBezTo>
                  <a:cubicBezTo>
                    <a:pt x="2568" y="10661"/>
                    <a:pt x="2636" y="10646"/>
                    <a:pt x="2678" y="10617"/>
                  </a:cubicBezTo>
                  <a:lnTo>
                    <a:pt x="3434" y="10113"/>
                  </a:lnTo>
                  <a:cubicBezTo>
                    <a:pt x="3844" y="10334"/>
                    <a:pt x="4253" y="10554"/>
                    <a:pt x="4726" y="10649"/>
                  </a:cubicBezTo>
                  <a:lnTo>
                    <a:pt x="4884" y="11562"/>
                  </a:lnTo>
                  <a:cubicBezTo>
                    <a:pt x="4947" y="11720"/>
                    <a:pt x="5041" y="11846"/>
                    <a:pt x="5262" y="11846"/>
                  </a:cubicBezTo>
                  <a:lnTo>
                    <a:pt x="6616" y="11846"/>
                  </a:lnTo>
                  <a:cubicBezTo>
                    <a:pt x="6774" y="11846"/>
                    <a:pt x="6931" y="11720"/>
                    <a:pt x="6994" y="11562"/>
                  </a:cubicBezTo>
                  <a:lnTo>
                    <a:pt x="7152" y="10649"/>
                  </a:lnTo>
                  <a:cubicBezTo>
                    <a:pt x="7624" y="10523"/>
                    <a:pt x="8034" y="10334"/>
                    <a:pt x="8444" y="10113"/>
                  </a:cubicBezTo>
                  <a:lnTo>
                    <a:pt x="9200" y="10617"/>
                  </a:lnTo>
                  <a:cubicBezTo>
                    <a:pt x="9242" y="10646"/>
                    <a:pt x="9310" y="10661"/>
                    <a:pt x="9381" y="10661"/>
                  </a:cubicBezTo>
                  <a:cubicBezTo>
                    <a:pt x="9467" y="10661"/>
                    <a:pt x="9557" y="10638"/>
                    <a:pt x="9609" y="10586"/>
                  </a:cubicBezTo>
                  <a:lnTo>
                    <a:pt x="10617" y="9578"/>
                  </a:lnTo>
                  <a:cubicBezTo>
                    <a:pt x="10712" y="9483"/>
                    <a:pt x="10712" y="9263"/>
                    <a:pt x="10649" y="9168"/>
                  </a:cubicBezTo>
                  <a:lnTo>
                    <a:pt x="10145" y="8412"/>
                  </a:lnTo>
                  <a:cubicBezTo>
                    <a:pt x="10365" y="8002"/>
                    <a:pt x="10554" y="7593"/>
                    <a:pt x="10680" y="7120"/>
                  </a:cubicBezTo>
                  <a:lnTo>
                    <a:pt x="11594" y="6963"/>
                  </a:lnTo>
                  <a:cubicBezTo>
                    <a:pt x="11752" y="6900"/>
                    <a:pt x="11878" y="6805"/>
                    <a:pt x="11878" y="6616"/>
                  </a:cubicBezTo>
                  <a:lnTo>
                    <a:pt x="11878" y="5230"/>
                  </a:lnTo>
                  <a:cubicBezTo>
                    <a:pt x="11878" y="5072"/>
                    <a:pt x="11752" y="4915"/>
                    <a:pt x="11594" y="4883"/>
                  </a:cubicBezTo>
                  <a:lnTo>
                    <a:pt x="10680" y="4726"/>
                  </a:lnTo>
                  <a:cubicBezTo>
                    <a:pt x="10554" y="4253"/>
                    <a:pt x="10365" y="3812"/>
                    <a:pt x="10145" y="3403"/>
                  </a:cubicBezTo>
                  <a:lnTo>
                    <a:pt x="10649" y="2678"/>
                  </a:lnTo>
                  <a:cubicBezTo>
                    <a:pt x="10775" y="2552"/>
                    <a:pt x="10712" y="2363"/>
                    <a:pt x="10617" y="2237"/>
                  </a:cubicBezTo>
                  <a:lnTo>
                    <a:pt x="9609" y="1260"/>
                  </a:lnTo>
                  <a:cubicBezTo>
                    <a:pt x="9554" y="1187"/>
                    <a:pt x="9455" y="1156"/>
                    <a:pt x="9364" y="1156"/>
                  </a:cubicBezTo>
                  <a:cubicBezTo>
                    <a:pt x="9300" y="1156"/>
                    <a:pt x="9239" y="1171"/>
                    <a:pt x="9200" y="1197"/>
                  </a:cubicBezTo>
                  <a:lnTo>
                    <a:pt x="8444" y="1733"/>
                  </a:lnTo>
                  <a:cubicBezTo>
                    <a:pt x="8034" y="1481"/>
                    <a:pt x="7624" y="1292"/>
                    <a:pt x="7152" y="1166"/>
                  </a:cubicBezTo>
                  <a:lnTo>
                    <a:pt x="6994" y="252"/>
                  </a:lnTo>
                  <a:cubicBezTo>
                    <a:pt x="6931" y="95"/>
                    <a:pt x="6837" y="0"/>
                    <a:pt x="6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82"/>
            <p:cNvSpPr/>
            <p:nvPr/>
          </p:nvSpPr>
          <p:spPr>
            <a:xfrm>
              <a:off x="1399850" y="3426550"/>
              <a:ext cx="116600" cy="52800"/>
            </a:xfrm>
            <a:custGeom>
              <a:rect b="b" l="l" r="r" t="t"/>
              <a:pathLst>
                <a:path extrusionOk="0" h="2112" w="4664">
                  <a:moveTo>
                    <a:pt x="725" y="0"/>
                  </a:moveTo>
                  <a:cubicBezTo>
                    <a:pt x="410" y="252"/>
                    <a:pt x="127" y="662"/>
                    <a:pt x="1" y="1103"/>
                  </a:cubicBezTo>
                  <a:cubicBezTo>
                    <a:pt x="599" y="1733"/>
                    <a:pt x="1387" y="2111"/>
                    <a:pt x="2332" y="2111"/>
                  </a:cubicBezTo>
                  <a:cubicBezTo>
                    <a:pt x="3246" y="2111"/>
                    <a:pt x="4065" y="1733"/>
                    <a:pt x="4664" y="1103"/>
                  </a:cubicBezTo>
                  <a:cubicBezTo>
                    <a:pt x="4538" y="662"/>
                    <a:pt x="4254" y="252"/>
                    <a:pt x="3939" y="0"/>
                  </a:cubicBezTo>
                  <a:cubicBezTo>
                    <a:pt x="3561" y="473"/>
                    <a:pt x="2994" y="788"/>
                    <a:pt x="2332" y="788"/>
                  </a:cubicBezTo>
                  <a:cubicBezTo>
                    <a:pt x="1702" y="788"/>
                    <a:pt x="1103" y="473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0" name="Google Shape;1300;p82"/>
          <p:cNvSpPr/>
          <p:nvPr/>
        </p:nvSpPr>
        <p:spPr>
          <a:xfrm>
            <a:off x="6839767" y="3202895"/>
            <a:ext cx="348217" cy="347272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1" name="Google Shape;1301;p82"/>
          <p:cNvGrpSpPr/>
          <p:nvPr/>
        </p:nvGrpSpPr>
        <p:grpSpPr>
          <a:xfrm>
            <a:off x="6242276" y="3200702"/>
            <a:ext cx="351941" cy="351675"/>
            <a:chOff x="1310075" y="3980250"/>
            <a:chExt cx="297750" cy="297525"/>
          </a:xfrm>
        </p:grpSpPr>
        <p:sp>
          <p:nvSpPr>
            <p:cNvPr id="1302" name="Google Shape;1302;p82"/>
            <p:cNvSpPr/>
            <p:nvPr/>
          </p:nvSpPr>
          <p:spPr>
            <a:xfrm>
              <a:off x="1310075" y="3980250"/>
              <a:ext cx="297750" cy="297525"/>
            </a:xfrm>
            <a:custGeom>
              <a:rect b="b" l="l" r="r" t="t"/>
              <a:pathLst>
                <a:path extrusionOk="0" h="11901" w="11910">
                  <a:moveTo>
                    <a:pt x="3844" y="4946"/>
                  </a:moveTo>
                  <a:cubicBezTo>
                    <a:pt x="4033" y="4946"/>
                    <a:pt x="4190" y="5104"/>
                    <a:pt x="4190" y="5293"/>
                  </a:cubicBezTo>
                  <a:lnTo>
                    <a:pt x="4190" y="6679"/>
                  </a:lnTo>
                  <a:cubicBezTo>
                    <a:pt x="4190" y="6868"/>
                    <a:pt x="4033" y="7026"/>
                    <a:pt x="3844" y="7026"/>
                  </a:cubicBezTo>
                  <a:lnTo>
                    <a:pt x="2458" y="7026"/>
                  </a:lnTo>
                  <a:cubicBezTo>
                    <a:pt x="2269" y="7026"/>
                    <a:pt x="2111" y="6868"/>
                    <a:pt x="2111" y="6679"/>
                  </a:cubicBezTo>
                  <a:lnTo>
                    <a:pt x="2111" y="5293"/>
                  </a:lnTo>
                  <a:cubicBezTo>
                    <a:pt x="2111" y="5104"/>
                    <a:pt x="2269" y="4946"/>
                    <a:pt x="2458" y="4946"/>
                  </a:cubicBezTo>
                  <a:close/>
                  <a:moveTo>
                    <a:pt x="6616" y="3560"/>
                  </a:moveTo>
                  <a:cubicBezTo>
                    <a:pt x="6837" y="3560"/>
                    <a:pt x="6994" y="3718"/>
                    <a:pt x="6994" y="3907"/>
                  </a:cubicBezTo>
                  <a:lnTo>
                    <a:pt x="6994" y="6679"/>
                  </a:lnTo>
                  <a:cubicBezTo>
                    <a:pt x="6994" y="6868"/>
                    <a:pt x="6837" y="7026"/>
                    <a:pt x="6616" y="7026"/>
                  </a:cubicBezTo>
                  <a:lnTo>
                    <a:pt x="5262" y="7026"/>
                  </a:lnTo>
                  <a:cubicBezTo>
                    <a:pt x="5041" y="7026"/>
                    <a:pt x="4884" y="6868"/>
                    <a:pt x="4884" y="6679"/>
                  </a:cubicBezTo>
                  <a:lnTo>
                    <a:pt x="4884" y="3907"/>
                  </a:lnTo>
                  <a:cubicBezTo>
                    <a:pt x="4884" y="3718"/>
                    <a:pt x="5041" y="3560"/>
                    <a:pt x="5262" y="3560"/>
                  </a:cubicBezTo>
                  <a:close/>
                  <a:moveTo>
                    <a:pt x="9389" y="2174"/>
                  </a:moveTo>
                  <a:cubicBezTo>
                    <a:pt x="9578" y="2174"/>
                    <a:pt x="9735" y="2331"/>
                    <a:pt x="9735" y="2520"/>
                  </a:cubicBezTo>
                  <a:lnTo>
                    <a:pt x="9735" y="6679"/>
                  </a:lnTo>
                  <a:cubicBezTo>
                    <a:pt x="9735" y="6868"/>
                    <a:pt x="9578" y="7026"/>
                    <a:pt x="9389" y="7026"/>
                  </a:cubicBezTo>
                  <a:lnTo>
                    <a:pt x="8003" y="7026"/>
                  </a:lnTo>
                  <a:cubicBezTo>
                    <a:pt x="7813" y="7026"/>
                    <a:pt x="7656" y="6868"/>
                    <a:pt x="7656" y="6679"/>
                  </a:cubicBezTo>
                  <a:lnTo>
                    <a:pt x="7656" y="2520"/>
                  </a:lnTo>
                  <a:cubicBezTo>
                    <a:pt x="7656" y="2331"/>
                    <a:pt x="7813" y="2174"/>
                    <a:pt x="8003" y="2174"/>
                  </a:cubicBezTo>
                  <a:close/>
                  <a:moveTo>
                    <a:pt x="5577" y="8412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412"/>
                  </a:lnTo>
                  <a:close/>
                  <a:moveTo>
                    <a:pt x="6396" y="8412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4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78"/>
                  </a:cubicBezTo>
                  <a:lnTo>
                    <a:pt x="5608" y="725"/>
                  </a:lnTo>
                  <a:lnTo>
                    <a:pt x="347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47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58" y="7719"/>
                    <a:pt x="0" y="7876"/>
                    <a:pt x="0" y="8097"/>
                  </a:cubicBezTo>
                  <a:cubicBezTo>
                    <a:pt x="0" y="8286"/>
                    <a:pt x="158" y="8443"/>
                    <a:pt x="378" y="8443"/>
                  </a:cubicBezTo>
                  <a:lnTo>
                    <a:pt x="4726" y="8443"/>
                  </a:lnTo>
                  <a:lnTo>
                    <a:pt x="3560" y="11436"/>
                  </a:lnTo>
                  <a:cubicBezTo>
                    <a:pt x="3466" y="11625"/>
                    <a:pt x="3560" y="11814"/>
                    <a:pt x="3749" y="11877"/>
                  </a:cubicBezTo>
                  <a:cubicBezTo>
                    <a:pt x="3788" y="11893"/>
                    <a:pt x="3831" y="11901"/>
                    <a:pt x="3876" y="11901"/>
                  </a:cubicBezTo>
                  <a:cubicBezTo>
                    <a:pt x="4016" y="11901"/>
                    <a:pt x="4167" y="11824"/>
                    <a:pt x="4190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44" y="11184"/>
                    <a:pt x="6301" y="11027"/>
                    <a:pt x="6301" y="10838"/>
                  </a:cubicBezTo>
                  <a:lnTo>
                    <a:pt x="6301" y="9830"/>
                  </a:lnTo>
                  <a:lnTo>
                    <a:pt x="6994" y="9830"/>
                  </a:lnTo>
                  <a:lnTo>
                    <a:pt x="7719" y="11657"/>
                  </a:lnTo>
                  <a:cubicBezTo>
                    <a:pt x="7791" y="11824"/>
                    <a:pt x="7916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49" y="11783"/>
                    <a:pt x="8444" y="11594"/>
                    <a:pt x="8349" y="11436"/>
                  </a:cubicBezTo>
                  <a:lnTo>
                    <a:pt x="7183" y="8443"/>
                  </a:lnTo>
                  <a:lnTo>
                    <a:pt x="11531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31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31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31" y="725"/>
                  </a:cubicBezTo>
                  <a:lnTo>
                    <a:pt x="6301" y="725"/>
                  </a:lnTo>
                  <a:lnTo>
                    <a:pt x="6301" y="378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82"/>
            <p:cNvSpPr/>
            <p:nvPr/>
          </p:nvSpPr>
          <p:spPr>
            <a:xfrm>
              <a:off x="1449475" y="4086575"/>
              <a:ext cx="17350" cy="52000"/>
            </a:xfrm>
            <a:custGeom>
              <a:rect b="b" l="l" r="r" t="t"/>
              <a:pathLst>
                <a:path extrusionOk="0" h="2080" w="694">
                  <a:moveTo>
                    <a:pt x="1" y="0"/>
                  </a:moveTo>
                  <a:lnTo>
                    <a:pt x="1" y="2080"/>
                  </a:lnTo>
                  <a:lnTo>
                    <a:pt x="694" y="2080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82"/>
            <p:cNvSpPr/>
            <p:nvPr/>
          </p:nvSpPr>
          <p:spPr>
            <a:xfrm>
              <a:off x="1380175" y="412122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0" y="0"/>
                  </a:moveTo>
                  <a:lnTo>
                    <a:pt x="0" y="694"/>
                  </a:lnTo>
                  <a:lnTo>
                    <a:pt x="693" y="694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82"/>
            <p:cNvSpPr/>
            <p:nvPr/>
          </p:nvSpPr>
          <p:spPr>
            <a:xfrm>
              <a:off x="1518800" y="4051925"/>
              <a:ext cx="18125" cy="86650"/>
            </a:xfrm>
            <a:custGeom>
              <a:rect b="b" l="l" r="r" t="t"/>
              <a:pathLst>
                <a:path extrusionOk="0" h="3466" w="725">
                  <a:moveTo>
                    <a:pt x="0" y="0"/>
                  </a:moveTo>
                  <a:lnTo>
                    <a:pt x="0" y="3466"/>
                  </a:lnTo>
                  <a:lnTo>
                    <a:pt x="725" y="346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6" name="Google Shape;1306;p82"/>
          <p:cNvGrpSpPr/>
          <p:nvPr/>
        </p:nvGrpSpPr>
        <p:grpSpPr>
          <a:xfrm>
            <a:off x="5072930" y="3201964"/>
            <a:ext cx="266305" cy="349133"/>
            <a:chOff x="3167275" y="3227275"/>
            <a:chExt cx="225300" cy="295375"/>
          </a:xfrm>
        </p:grpSpPr>
        <p:sp>
          <p:nvSpPr>
            <p:cNvPr id="1307" name="Google Shape;1307;p82"/>
            <p:cNvSpPr/>
            <p:nvPr/>
          </p:nvSpPr>
          <p:spPr>
            <a:xfrm>
              <a:off x="3167275" y="3227275"/>
              <a:ext cx="225300" cy="207950"/>
            </a:xfrm>
            <a:custGeom>
              <a:rect b="b" l="l" r="r" t="t"/>
              <a:pathLst>
                <a:path extrusionOk="0" h="8318" w="9012">
                  <a:moveTo>
                    <a:pt x="4538" y="1"/>
                  </a:moveTo>
                  <a:cubicBezTo>
                    <a:pt x="2112" y="1"/>
                    <a:pt x="1" y="1985"/>
                    <a:pt x="32" y="4537"/>
                  </a:cubicBezTo>
                  <a:cubicBezTo>
                    <a:pt x="32" y="5860"/>
                    <a:pt x="631" y="7184"/>
                    <a:pt x="1797" y="8066"/>
                  </a:cubicBezTo>
                  <a:cubicBezTo>
                    <a:pt x="1923" y="8192"/>
                    <a:pt x="2017" y="8223"/>
                    <a:pt x="2049" y="8318"/>
                  </a:cubicBezTo>
                  <a:lnTo>
                    <a:pt x="4160" y="8318"/>
                  </a:lnTo>
                  <a:lnTo>
                    <a:pt x="4160" y="6900"/>
                  </a:lnTo>
                  <a:lnTo>
                    <a:pt x="2427" y="6900"/>
                  </a:lnTo>
                  <a:cubicBezTo>
                    <a:pt x="2238" y="6900"/>
                    <a:pt x="2080" y="6743"/>
                    <a:pt x="2080" y="6554"/>
                  </a:cubicBezTo>
                  <a:lnTo>
                    <a:pt x="2080" y="5829"/>
                  </a:lnTo>
                  <a:cubicBezTo>
                    <a:pt x="2080" y="4852"/>
                    <a:pt x="2679" y="4033"/>
                    <a:pt x="3498" y="3624"/>
                  </a:cubicBezTo>
                  <a:cubicBezTo>
                    <a:pt x="3277" y="3403"/>
                    <a:pt x="3151" y="3088"/>
                    <a:pt x="3151" y="2678"/>
                  </a:cubicBezTo>
                  <a:cubicBezTo>
                    <a:pt x="3151" y="1922"/>
                    <a:pt x="3782" y="1292"/>
                    <a:pt x="4538" y="1292"/>
                  </a:cubicBezTo>
                  <a:cubicBezTo>
                    <a:pt x="5262" y="1292"/>
                    <a:pt x="5892" y="1922"/>
                    <a:pt x="5892" y="2678"/>
                  </a:cubicBezTo>
                  <a:cubicBezTo>
                    <a:pt x="5892" y="3025"/>
                    <a:pt x="5735" y="3340"/>
                    <a:pt x="5546" y="3624"/>
                  </a:cubicBezTo>
                  <a:cubicBezTo>
                    <a:pt x="6365" y="4033"/>
                    <a:pt x="6964" y="4852"/>
                    <a:pt x="6964" y="5829"/>
                  </a:cubicBezTo>
                  <a:lnTo>
                    <a:pt x="6964" y="6554"/>
                  </a:lnTo>
                  <a:cubicBezTo>
                    <a:pt x="6964" y="6743"/>
                    <a:pt x="6806" y="6900"/>
                    <a:pt x="6617" y="6900"/>
                  </a:cubicBezTo>
                  <a:lnTo>
                    <a:pt x="4884" y="6900"/>
                  </a:lnTo>
                  <a:lnTo>
                    <a:pt x="4884" y="8318"/>
                  </a:lnTo>
                  <a:lnTo>
                    <a:pt x="6995" y="8318"/>
                  </a:lnTo>
                  <a:cubicBezTo>
                    <a:pt x="7027" y="8286"/>
                    <a:pt x="7121" y="8192"/>
                    <a:pt x="7247" y="8129"/>
                  </a:cubicBezTo>
                  <a:cubicBezTo>
                    <a:pt x="8413" y="7184"/>
                    <a:pt x="9011" y="5829"/>
                    <a:pt x="9011" y="4506"/>
                  </a:cubicBezTo>
                  <a:cubicBezTo>
                    <a:pt x="9011" y="2017"/>
                    <a:pt x="6995" y="1"/>
                    <a:pt x="4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82"/>
            <p:cNvSpPr/>
            <p:nvPr/>
          </p:nvSpPr>
          <p:spPr>
            <a:xfrm>
              <a:off x="3262600" y="3278475"/>
              <a:ext cx="35450" cy="35475"/>
            </a:xfrm>
            <a:custGeom>
              <a:rect b="b" l="l" r="r" t="t"/>
              <a:pathLst>
                <a:path extrusionOk="0" h="1419" w="1418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82"/>
            <p:cNvSpPr/>
            <p:nvPr/>
          </p:nvSpPr>
          <p:spPr>
            <a:xfrm>
              <a:off x="3220050" y="3452525"/>
              <a:ext cx="121325" cy="35475"/>
            </a:xfrm>
            <a:custGeom>
              <a:rect b="b" l="l" r="r" t="t"/>
              <a:pathLst>
                <a:path extrusionOk="0" h="1419" w="4853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73" y="1419"/>
                    <a:pt x="1040" y="1419"/>
                  </a:cubicBezTo>
                  <a:lnTo>
                    <a:pt x="3781" y="1419"/>
                  </a:lnTo>
                  <a:cubicBezTo>
                    <a:pt x="4380" y="1419"/>
                    <a:pt x="4853" y="946"/>
                    <a:pt x="4853" y="34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82"/>
            <p:cNvSpPr/>
            <p:nvPr/>
          </p:nvSpPr>
          <p:spPr>
            <a:xfrm>
              <a:off x="3237375" y="3332025"/>
              <a:ext cx="86675" cy="52000"/>
            </a:xfrm>
            <a:custGeom>
              <a:rect b="b" l="l" r="r" t="t"/>
              <a:pathLst>
                <a:path extrusionOk="0" h="2080" w="3467">
                  <a:moveTo>
                    <a:pt x="1734" y="1"/>
                  </a:moveTo>
                  <a:cubicBezTo>
                    <a:pt x="789" y="1"/>
                    <a:pt x="1" y="725"/>
                    <a:pt x="1" y="1733"/>
                  </a:cubicBezTo>
                  <a:lnTo>
                    <a:pt x="1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82"/>
            <p:cNvSpPr/>
            <p:nvPr/>
          </p:nvSpPr>
          <p:spPr>
            <a:xfrm>
              <a:off x="3237375" y="3505300"/>
              <a:ext cx="87450" cy="17350"/>
            </a:xfrm>
            <a:custGeom>
              <a:rect b="b" l="l" r="r" t="t"/>
              <a:pathLst>
                <a:path extrusionOk="0" h="694" w="3498">
                  <a:moveTo>
                    <a:pt x="32" y="1"/>
                  </a:moveTo>
                  <a:cubicBezTo>
                    <a:pt x="1" y="379"/>
                    <a:pt x="284" y="694"/>
                    <a:pt x="694" y="694"/>
                  </a:cubicBezTo>
                  <a:lnTo>
                    <a:pt x="2773" y="694"/>
                  </a:lnTo>
                  <a:cubicBezTo>
                    <a:pt x="3183" y="694"/>
                    <a:pt x="3498" y="379"/>
                    <a:pt x="3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2" name="Google Shape;1312;p82"/>
          <p:cNvGrpSpPr/>
          <p:nvPr/>
        </p:nvGrpSpPr>
        <p:grpSpPr>
          <a:xfrm>
            <a:off x="6242276" y="3688593"/>
            <a:ext cx="351940" cy="349163"/>
            <a:chOff x="3133425" y="3955025"/>
            <a:chExt cx="297750" cy="295400"/>
          </a:xfrm>
        </p:grpSpPr>
        <p:sp>
          <p:nvSpPr>
            <p:cNvPr id="1313" name="Google Shape;1313;p82"/>
            <p:cNvSpPr/>
            <p:nvPr/>
          </p:nvSpPr>
          <p:spPr>
            <a:xfrm>
              <a:off x="3133425" y="4058225"/>
              <a:ext cx="297750" cy="192200"/>
            </a:xfrm>
            <a:custGeom>
              <a:rect b="b" l="l" r="r" t="t"/>
              <a:pathLst>
                <a:path extrusionOk="0" h="7688" w="1191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82"/>
            <p:cNvSpPr/>
            <p:nvPr/>
          </p:nvSpPr>
          <p:spPr>
            <a:xfrm>
              <a:off x="3263375" y="4007025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82"/>
            <p:cNvSpPr/>
            <p:nvPr/>
          </p:nvSpPr>
          <p:spPr>
            <a:xfrm>
              <a:off x="3203525" y="3955025"/>
              <a:ext cx="155175" cy="135500"/>
            </a:xfrm>
            <a:custGeom>
              <a:rect b="b" l="l" r="r" t="t"/>
              <a:pathLst>
                <a:path extrusionOk="0" h="5420" w="6207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6" name="Google Shape;1316;p82"/>
          <p:cNvGrpSpPr/>
          <p:nvPr/>
        </p:nvGrpSpPr>
        <p:grpSpPr>
          <a:xfrm>
            <a:off x="5038318" y="2701496"/>
            <a:ext cx="350079" cy="351320"/>
            <a:chOff x="4991425" y="3234750"/>
            <a:chExt cx="296175" cy="297225"/>
          </a:xfrm>
        </p:grpSpPr>
        <p:sp>
          <p:nvSpPr>
            <p:cNvPr id="1317" name="Google Shape;1317;p82"/>
            <p:cNvSpPr/>
            <p:nvPr/>
          </p:nvSpPr>
          <p:spPr>
            <a:xfrm>
              <a:off x="5077275" y="3304450"/>
              <a:ext cx="122100" cy="99275"/>
            </a:xfrm>
            <a:custGeom>
              <a:rect b="b" l="l" r="r" t="t"/>
              <a:pathLst>
                <a:path extrusionOk="0" h="3971" w="4884">
                  <a:moveTo>
                    <a:pt x="2426" y="1"/>
                  </a:moveTo>
                  <a:cubicBezTo>
                    <a:pt x="1103" y="1"/>
                    <a:pt x="0" y="1104"/>
                    <a:pt x="0" y="2427"/>
                  </a:cubicBezTo>
                  <a:cubicBezTo>
                    <a:pt x="0" y="3025"/>
                    <a:pt x="190" y="3530"/>
                    <a:pt x="536" y="3971"/>
                  </a:cubicBezTo>
                  <a:cubicBezTo>
                    <a:pt x="820" y="3624"/>
                    <a:pt x="1103" y="3309"/>
                    <a:pt x="1481" y="3057"/>
                  </a:cubicBezTo>
                  <a:cubicBezTo>
                    <a:pt x="1261" y="2805"/>
                    <a:pt x="1103" y="2458"/>
                    <a:pt x="1103" y="2112"/>
                  </a:cubicBezTo>
                  <a:cubicBezTo>
                    <a:pt x="1103" y="1356"/>
                    <a:pt x="1733" y="726"/>
                    <a:pt x="2489" y="726"/>
                  </a:cubicBezTo>
                  <a:cubicBezTo>
                    <a:pt x="3214" y="726"/>
                    <a:pt x="3844" y="1356"/>
                    <a:pt x="3844" y="2112"/>
                  </a:cubicBezTo>
                  <a:cubicBezTo>
                    <a:pt x="3844" y="2458"/>
                    <a:pt x="3687" y="2805"/>
                    <a:pt x="3466" y="3057"/>
                  </a:cubicBezTo>
                  <a:cubicBezTo>
                    <a:pt x="3844" y="3246"/>
                    <a:pt x="4128" y="3561"/>
                    <a:pt x="4317" y="3971"/>
                  </a:cubicBezTo>
                  <a:cubicBezTo>
                    <a:pt x="4695" y="3530"/>
                    <a:pt x="4884" y="3025"/>
                    <a:pt x="4884" y="2427"/>
                  </a:cubicBezTo>
                  <a:cubicBezTo>
                    <a:pt x="4884" y="1104"/>
                    <a:pt x="3781" y="1"/>
                    <a:pt x="2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82"/>
            <p:cNvSpPr/>
            <p:nvPr/>
          </p:nvSpPr>
          <p:spPr>
            <a:xfrm>
              <a:off x="5121375" y="3339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82"/>
            <p:cNvSpPr/>
            <p:nvPr/>
          </p:nvSpPr>
          <p:spPr>
            <a:xfrm>
              <a:off x="5009550" y="3234750"/>
              <a:ext cx="259150" cy="261125"/>
            </a:xfrm>
            <a:custGeom>
              <a:rect b="b" l="l" r="r" t="t"/>
              <a:pathLst>
                <a:path extrusionOk="0" h="10445" w="10366">
                  <a:moveTo>
                    <a:pt x="5198" y="2159"/>
                  </a:moveTo>
                  <a:cubicBezTo>
                    <a:pt x="6931" y="2159"/>
                    <a:pt x="8286" y="3514"/>
                    <a:pt x="8286" y="5246"/>
                  </a:cubicBezTo>
                  <a:cubicBezTo>
                    <a:pt x="8286" y="6916"/>
                    <a:pt x="6931" y="8365"/>
                    <a:pt x="5198" y="8365"/>
                  </a:cubicBezTo>
                  <a:cubicBezTo>
                    <a:pt x="3340" y="8365"/>
                    <a:pt x="2079" y="6822"/>
                    <a:pt x="2079" y="5246"/>
                  </a:cubicBezTo>
                  <a:cubicBezTo>
                    <a:pt x="2079" y="3514"/>
                    <a:pt x="3497" y="2159"/>
                    <a:pt x="5198" y="2159"/>
                  </a:cubicBezTo>
                  <a:close/>
                  <a:moveTo>
                    <a:pt x="5167" y="1"/>
                  </a:moveTo>
                  <a:cubicBezTo>
                    <a:pt x="5088" y="1"/>
                    <a:pt x="5009" y="17"/>
                    <a:pt x="4946" y="48"/>
                  </a:cubicBezTo>
                  <a:lnTo>
                    <a:pt x="4001" y="836"/>
                  </a:lnTo>
                  <a:lnTo>
                    <a:pt x="2773" y="678"/>
                  </a:lnTo>
                  <a:cubicBezTo>
                    <a:pt x="2756" y="675"/>
                    <a:pt x="2739" y="673"/>
                    <a:pt x="2723" y="673"/>
                  </a:cubicBezTo>
                  <a:cubicBezTo>
                    <a:pt x="2583" y="673"/>
                    <a:pt x="2454" y="786"/>
                    <a:pt x="2426" y="899"/>
                  </a:cubicBezTo>
                  <a:lnTo>
                    <a:pt x="1953" y="2033"/>
                  </a:lnTo>
                  <a:lnTo>
                    <a:pt x="819" y="2505"/>
                  </a:lnTo>
                  <a:cubicBezTo>
                    <a:pt x="662" y="2568"/>
                    <a:pt x="567" y="2694"/>
                    <a:pt x="630" y="2852"/>
                  </a:cubicBezTo>
                  <a:lnTo>
                    <a:pt x="788" y="4081"/>
                  </a:lnTo>
                  <a:lnTo>
                    <a:pt x="32" y="5026"/>
                  </a:lnTo>
                  <a:cubicBezTo>
                    <a:pt x="0" y="5183"/>
                    <a:pt x="0" y="5341"/>
                    <a:pt x="63" y="5467"/>
                  </a:cubicBezTo>
                  <a:lnTo>
                    <a:pt x="819" y="6381"/>
                  </a:lnTo>
                  <a:lnTo>
                    <a:pt x="662" y="7609"/>
                  </a:lnTo>
                  <a:cubicBezTo>
                    <a:pt x="630" y="7767"/>
                    <a:pt x="725" y="7924"/>
                    <a:pt x="851" y="7956"/>
                  </a:cubicBezTo>
                  <a:lnTo>
                    <a:pt x="1985" y="8428"/>
                  </a:lnTo>
                  <a:lnTo>
                    <a:pt x="2457" y="9594"/>
                  </a:lnTo>
                  <a:cubicBezTo>
                    <a:pt x="2536" y="9725"/>
                    <a:pt x="2637" y="9791"/>
                    <a:pt x="2741" y="9791"/>
                  </a:cubicBezTo>
                  <a:cubicBezTo>
                    <a:pt x="2762" y="9791"/>
                    <a:pt x="2783" y="9788"/>
                    <a:pt x="2804" y="9783"/>
                  </a:cubicBezTo>
                  <a:lnTo>
                    <a:pt x="4033" y="9626"/>
                  </a:lnTo>
                  <a:lnTo>
                    <a:pt x="4978" y="10382"/>
                  </a:lnTo>
                  <a:cubicBezTo>
                    <a:pt x="5072" y="10413"/>
                    <a:pt x="5104" y="10445"/>
                    <a:pt x="5167" y="10445"/>
                  </a:cubicBezTo>
                  <a:cubicBezTo>
                    <a:pt x="5261" y="10445"/>
                    <a:pt x="5324" y="10413"/>
                    <a:pt x="5387" y="10382"/>
                  </a:cubicBezTo>
                  <a:lnTo>
                    <a:pt x="6333" y="9626"/>
                  </a:lnTo>
                  <a:lnTo>
                    <a:pt x="7530" y="9783"/>
                  </a:lnTo>
                  <a:cubicBezTo>
                    <a:pt x="7687" y="9783"/>
                    <a:pt x="7876" y="9689"/>
                    <a:pt x="7908" y="9594"/>
                  </a:cubicBezTo>
                  <a:lnTo>
                    <a:pt x="8380" y="8428"/>
                  </a:lnTo>
                  <a:lnTo>
                    <a:pt x="9515" y="7956"/>
                  </a:lnTo>
                  <a:cubicBezTo>
                    <a:pt x="9672" y="7893"/>
                    <a:pt x="9735" y="7767"/>
                    <a:pt x="9704" y="7609"/>
                  </a:cubicBezTo>
                  <a:lnTo>
                    <a:pt x="9546" y="6381"/>
                  </a:lnTo>
                  <a:lnTo>
                    <a:pt x="10302" y="5467"/>
                  </a:lnTo>
                  <a:cubicBezTo>
                    <a:pt x="10365" y="5341"/>
                    <a:pt x="10365" y="5120"/>
                    <a:pt x="10302" y="5026"/>
                  </a:cubicBezTo>
                  <a:lnTo>
                    <a:pt x="9546" y="4081"/>
                  </a:lnTo>
                  <a:lnTo>
                    <a:pt x="9704" y="2852"/>
                  </a:lnTo>
                  <a:cubicBezTo>
                    <a:pt x="9735" y="2694"/>
                    <a:pt x="9641" y="2537"/>
                    <a:pt x="9515" y="2505"/>
                  </a:cubicBezTo>
                  <a:lnTo>
                    <a:pt x="8380" y="2033"/>
                  </a:lnTo>
                  <a:lnTo>
                    <a:pt x="7908" y="899"/>
                  </a:lnTo>
                  <a:cubicBezTo>
                    <a:pt x="7826" y="762"/>
                    <a:pt x="7719" y="672"/>
                    <a:pt x="7589" y="672"/>
                  </a:cubicBezTo>
                  <a:cubicBezTo>
                    <a:pt x="7570" y="672"/>
                    <a:pt x="7550" y="674"/>
                    <a:pt x="7530" y="678"/>
                  </a:cubicBezTo>
                  <a:lnTo>
                    <a:pt x="6333" y="836"/>
                  </a:lnTo>
                  <a:lnTo>
                    <a:pt x="5387" y="48"/>
                  </a:lnTo>
                  <a:cubicBezTo>
                    <a:pt x="5324" y="17"/>
                    <a:pt x="5246" y="1"/>
                    <a:pt x="5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82"/>
            <p:cNvSpPr/>
            <p:nvPr/>
          </p:nvSpPr>
          <p:spPr>
            <a:xfrm>
              <a:off x="5105625" y="3391900"/>
              <a:ext cx="66975" cy="34675"/>
            </a:xfrm>
            <a:custGeom>
              <a:rect b="b" l="l" r="r" t="t"/>
              <a:pathLst>
                <a:path extrusionOk="0" h="1387" w="2679">
                  <a:moveTo>
                    <a:pt x="1355" y="0"/>
                  </a:moveTo>
                  <a:cubicBezTo>
                    <a:pt x="725" y="0"/>
                    <a:pt x="190" y="441"/>
                    <a:pt x="1" y="977"/>
                  </a:cubicBezTo>
                  <a:cubicBezTo>
                    <a:pt x="410" y="1229"/>
                    <a:pt x="820" y="1386"/>
                    <a:pt x="1355" y="1386"/>
                  </a:cubicBezTo>
                  <a:cubicBezTo>
                    <a:pt x="1859" y="1386"/>
                    <a:pt x="2301" y="1229"/>
                    <a:pt x="2679" y="977"/>
                  </a:cubicBezTo>
                  <a:cubicBezTo>
                    <a:pt x="2521" y="410"/>
                    <a:pt x="1985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82"/>
            <p:cNvSpPr/>
            <p:nvPr/>
          </p:nvSpPr>
          <p:spPr>
            <a:xfrm>
              <a:off x="5192275" y="3443075"/>
              <a:ext cx="95325" cy="86975"/>
            </a:xfrm>
            <a:custGeom>
              <a:rect b="b" l="l" r="r" t="t"/>
              <a:pathLst>
                <a:path extrusionOk="0" h="3479" w="3813">
                  <a:moveTo>
                    <a:pt x="2867" y="1"/>
                  </a:moveTo>
                  <a:cubicBezTo>
                    <a:pt x="2741" y="127"/>
                    <a:pt x="2647" y="221"/>
                    <a:pt x="2489" y="284"/>
                  </a:cubicBezTo>
                  <a:lnTo>
                    <a:pt x="1607" y="631"/>
                  </a:lnTo>
                  <a:lnTo>
                    <a:pt x="1260" y="1482"/>
                  </a:lnTo>
                  <a:cubicBezTo>
                    <a:pt x="1103" y="1891"/>
                    <a:pt x="693" y="2112"/>
                    <a:pt x="284" y="2112"/>
                  </a:cubicBezTo>
                  <a:lnTo>
                    <a:pt x="158" y="2112"/>
                  </a:lnTo>
                  <a:lnTo>
                    <a:pt x="0" y="2080"/>
                  </a:lnTo>
                  <a:lnTo>
                    <a:pt x="1166" y="3372"/>
                  </a:lnTo>
                  <a:cubicBezTo>
                    <a:pt x="1237" y="3443"/>
                    <a:pt x="1343" y="3478"/>
                    <a:pt x="1445" y="3478"/>
                  </a:cubicBezTo>
                  <a:cubicBezTo>
                    <a:pt x="1479" y="3478"/>
                    <a:pt x="1512" y="3474"/>
                    <a:pt x="1544" y="3466"/>
                  </a:cubicBezTo>
                  <a:cubicBezTo>
                    <a:pt x="1638" y="3403"/>
                    <a:pt x="1764" y="3340"/>
                    <a:pt x="1764" y="3183"/>
                  </a:cubicBezTo>
                  <a:lnTo>
                    <a:pt x="2080" y="1639"/>
                  </a:lnTo>
                  <a:lnTo>
                    <a:pt x="3497" y="1324"/>
                  </a:lnTo>
                  <a:cubicBezTo>
                    <a:pt x="3532" y="1338"/>
                    <a:pt x="3563" y="1344"/>
                    <a:pt x="3592" y="1344"/>
                  </a:cubicBezTo>
                  <a:cubicBezTo>
                    <a:pt x="3693" y="1344"/>
                    <a:pt x="3756" y="1265"/>
                    <a:pt x="3781" y="1167"/>
                  </a:cubicBezTo>
                  <a:cubicBezTo>
                    <a:pt x="3812" y="1072"/>
                    <a:pt x="3781" y="946"/>
                    <a:pt x="3686" y="820"/>
                  </a:cubicBezTo>
                  <a:lnTo>
                    <a:pt x="28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82"/>
            <p:cNvSpPr/>
            <p:nvPr/>
          </p:nvSpPr>
          <p:spPr>
            <a:xfrm>
              <a:off x="4991425" y="3444650"/>
              <a:ext cx="95325" cy="87325"/>
            </a:xfrm>
            <a:custGeom>
              <a:rect b="b" l="l" r="r" t="t"/>
              <a:pathLst>
                <a:path extrusionOk="0" h="3493" w="3813">
                  <a:moveTo>
                    <a:pt x="946" y="1"/>
                  </a:moveTo>
                  <a:lnTo>
                    <a:pt x="126" y="851"/>
                  </a:lnTo>
                  <a:cubicBezTo>
                    <a:pt x="0" y="851"/>
                    <a:pt x="0" y="1009"/>
                    <a:pt x="32" y="1104"/>
                  </a:cubicBezTo>
                  <a:cubicBezTo>
                    <a:pt x="95" y="1230"/>
                    <a:pt x="158" y="1324"/>
                    <a:pt x="315" y="1356"/>
                  </a:cubicBezTo>
                  <a:lnTo>
                    <a:pt x="1733" y="1671"/>
                  </a:lnTo>
                  <a:lnTo>
                    <a:pt x="2048" y="3214"/>
                  </a:lnTo>
                  <a:cubicBezTo>
                    <a:pt x="2080" y="3309"/>
                    <a:pt x="2174" y="3435"/>
                    <a:pt x="2300" y="3466"/>
                  </a:cubicBezTo>
                  <a:cubicBezTo>
                    <a:pt x="2328" y="3485"/>
                    <a:pt x="2361" y="3492"/>
                    <a:pt x="2396" y="3492"/>
                  </a:cubicBezTo>
                  <a:cubicBezTo>
                    <a:pt x="2482" y="3492"/>
                    <a:pt x="2580" y="3448"/>
                    <a:pt x="2647" y="3403"/>
                  </a:cubicBezTo>
                  <a:lnTo>
                    <a:pt x="3813" y="2112"/>
                  </a:lnTo>
                  <a:lnTo>
                    <a:pt x="3813" y="2112"/>
                  </a:lnTo>
                  <a:lnTo>
                    <a:pt x="3624" y="2143"/>
                  </a:lnTo>
                  <a:lnTo>
                    <a:pt x="3561" y="2143"/>
                  </a:lnTo>
                  <a:cubicBezTo>
                    <a:pt x="3119" y="2143"/>
                    <a:pt x="2773" y="1891"/>
                    <a:pt x="2552" y="1513"/>
                  </a:cubicBezTo>
                  <a:lnTo>
                    <a:pt x="2206" y="631"/>
                  </a:lnTo>
                  <a:lnTo>
                    <a:pt x="1355" y="284"/>
                  </a:lnTo>
                  <a:cubicBezTo>
                    <a:pt x="1198" y="221"/>
                    <a:pt x="1072" y="127"/>
                    <a:pt x="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3" name="Google Shape;1323;p82"/>
          <p:cNvGrpSpPr/>
          <p:nvPr/>
        </p:nvGrpSpPr>
        <p:grpSpPr>
          <a:xfrm>
            <a:off x="3776103" y="3709069"/>
            <a:ext cx="350079" cy="308177"/>
            <a:chOff x="4991425" y="3617150"/>
            <a:chExt cx="296175" cy="260725"/>
          </a:xfrm>
        </p:grpSpPr>
        <p:sp>
          <p:nvSpPr>
            <p:cNvPr id="1324" name="Google Shape;1324;p82"/>
            <p:cNvSpPr/>
            <p:nvPr/>
          </p:nvSpPr>
          <p:spPr>
            <a:xfrm>
              <a:off x="5069400" y="3738450"/>
              <a:ext cx="139425" cy="139425"/>
            </a:xfrm>
            <a:custGeom>
              <a:rect b="b" l="l" r="r" t="t"/>
              <a:pathLst>
                <a:path extrusionOk="0" h="5577" w="5577">
                  <a:moveTo>
                    <a:pt x="2804" y="0"/>
                  </a:moveTo>
                  <a:cubicBezTo>
                    <a:pt x="1607" y="0"/>
                    <a:pt x="1450" y="725"/>
                    <a:pt x="1009" y="3308"/>
                  </a:cubicBezTo>
                  <a:cubicBezTo>
                    <a:pt x="946" y="3749"/>
                    <a:pt x="851" y="4285"/>
                    <a:pt x="757" y="4883"/>
                  </a:cubicBezTo>
                  <a:lnTo>
                    <a:pt x="347" y="4883"/>
                  </a:lnTo>
                  <a:cubicBezTo>
                    <a:pt x="158" y="4883"/>
                    <a:pt x="0" y="5041"/>
                    <a:pt x="0" y="5230"/>
                  </a:cubicBezTo>
                  <a:cubicBezTo>
                    <a:pt x="0" y="5419"/>
                    <a:pt x="158" y="5576"/>
                    <a:pt x="347" y="5576"/>
                  </a:cubicBezTo>
                  <a:lnTo>
                    <a:pt x="5230" y="5576"/>
                  </a:lnTo>
                  <a:cubicBezTo>
                    <a:pt x="5419" y="5545"/>
                    <a:pt x="5577" y="5387"/>
                    <a:pt x="5577" y="5198"/>
                  </a:cubicBezTo>
                  <a:cubicBezTo>
                    <a:pt x="5577" y="5009"/>
                    <a:pt x="5419" y="4852"/>
                    <a:pt x="5230" y="4852"/>
                  </a:cubicBezTo>
                  <a:lnTo>
                    <a:pt x="4852" y="4852"/>
                  </a:lnTo>
                  <a:cubicBezTo>
                    <a:pt x="4726" y="4253"/>
                    <a:pt x="4632" y="3749"/>
                    <a:pt x="4569" y="3277"/>
                  </a:cubicBezTo>
                  <a:cubicBezTo>
                    <a:pt x="4128" y="756"/>
                    <a:pt x="3970" y="0"/>
                    <a:pt x="28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82"/>
            <p:cNvSpPr/>
            <p:nvPr/>
          </p:nvSpPr>
          <p:spPr>
            <a:xfrm>
              <a:off x="5200150" y="3617150"/>
              <a:ext cx="69325" cy="69325"/>
            </a:xfrm>
            <a:custGeom>
              <a:rect b="b" l="l" r="r" t="t"/>
              <a:pathLst>
                <a:path extrusionOk="0" h="2773" w="2773">
                  <a:moveTo>
                    <a:pt x="1386" y="0"/>
                  </a:moveTo>
                  <a:cubicBezTo>
                    <a:pt x="630" y="0"/>
                    <a:pt x="0" y="630"/>
                    <a:pt x="0" y="1387"/>
                  </a:cubicBezTo>
                  <a:cubicBezTo>
                    <a:pt x="0" y="2111"/>
                    <a:pt x="630" y="2773"/>
                    <a:pt x="1386" y="2773"/>
                  </a:cubicBezTo>
                  <a:cubicBezTo>
                    <a:pt x="2143" y="2773"/>
                    <a:pt x="2773" y="2111"/>
                    <a:pt x="2773" y="1387"/>
                  </a:cubicBezTo>
                  <a:cubicBezTo>
                    <a:pt x="2773" y="630"/>
                    <a:pt x="2143" y="0"/>
                    <a:pt x="13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82"/>
            <p:cNvSpPr/>
            <p:nvPr/>
          </p:nvSpPr>
          <p:spPr>
            <a:xfrm>
              <a:off x="5009550" y="3617150"/>
              <a:ext cx="68525" cy="69325"/>
            </a:xfrm>
            <a:custGeom>
              <a:rect b="b" l="l" r="r" t="t"/>
              <a:pathLst>
                <a:path extrusionOk="0" h="2773" w="2741">
                  <a:moveTo>
                    <a:pt x="1355" y="0"/>
                  </a:moveTo>
                  <a:cubicBezTo>
                    <a:pt x="599" y="0"/>
                    <a:pt x="0" y="630"/>
                    <a:pt x="0" y="1387"/>
                  </a:cubicBezTo>
                  <a:cubicBezTo>
                    <a:pt x="0" y="2143"/>
                    <a:pt x="599" y="2773"/>
                    <a:pt x="1355" y="2773"/>
                  </a:cubicBezTo>
                  <a:cubicBezTo>
                    <a:pt x="2111" y="2773"/>
                    <a:pt x="2741" y="2143"/>
                    <a:pt x="2741" y="1387"/>
                  </a:cubicBezTo>
                  <a:cubicBezTo>
                    <a:pt x="2741" y="630"/>
                    <a:pt x="2111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82"/>
            <p:cNvSpPr/>
            <p:nvPr/>
          </p:nvSpPr>
          <p:spPr>
            <a:xfrm>
              <a:off x="4991425" y="3686450"/>
              <a:ext cx="104775" cy="52025"/>
            </a:xfrm>
            <a:custGeom>
              <a:rect b="b" l="l" r="r" t="t"/>
              <a:pathLst>
                <a:path extrusionOk="0" h="2081" w="4191">
                  <a:moveTo>
                    <a:pt x="568" y="1"/>
                  </a:moveTo>
                  <a:cubicBezTo>
                    <a:pt x="252" y="347"/>
                    <a:pt x="0" y="851"/>
                    <a:pt x="0" y="1356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33" y="2080"/>
                    <a:pt x="4191" y="1923"/>
                    <a:pt x="4191" y="1734"/>
                  </a:cubicBezTo>
                  <a:lnTo>
                    <a:pt x="4191" y="1356"/>
                  </a:lnTo>
                  <a:cubicBezTo>
                    <a:pt x="4191" y="820"/>
                    <a:pt x="3970" y="347"/>
                    <a:pt x="3624" y="1"/>
                  </a:cubicBezTo>
                  <a:cubicBezTo>
                    <a:pt x="3245" y="410"/>
                    <a:pt x="2678" y="694"/>
                    <a:pt x="2080" y="694"/>
                  </a:cubicBezTo>
                  <a:cubicBezTo>
                    <a:pt x="1513" y="694"/>
                    <a:pt x="946" y="410"/>
                    <a:pt x="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82"/>
            <p:cNvSpPr/>
            <p:nvPr/>
          </p:nvSpPr>
          <p:spPr>
            <a:xfrm>
              <a:off x="5183600" y="3686450"/>
              <a:ext cx="104000" cy="52025"/>
            </a:xfrm>
            <a:custGeom>
              <a:rect b="b" l="l" r="r" t="t"/>
              <a:pathLst>
                <a:path extrusionOk="0" h="2081" w="4160">
                  <a:moveTo>
                    <a:pt x="536" y="1"/>
                  </a:moveTo>
                  <a:cubicBezTo>
                    <a:pt x="221" y="347"/>
                    <a:pt x="1" y="851"/>
                    <a:pt x="1" y="1356"/>
                  </a:cubicBezTo>
                  <a:lnTo>
                    <a:pt x="1" y="1702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02" y="2080"/>
                    <a:pt x="4159" y="1923"/>
                    <a:pt x="4159" y="1702"/>
                  </a:cubicBezTo>
                  <a:lnTo>
                    <a:pt x="4159" y="1356"/>
                  </a:lnTo>
                  <a:cubicBezTo>
                    <a:pt x="4159" y="820"/>
                    <a:pt x="3970" y="347"/>
                    <a:pt x="3624" y="1"/>
                  </a:cubicBezTo>
                  <a:cubicBezTo>
                    <a:pt x="3214" y="410"/>
                    <a:pt x="2679" y="694"/>
                    <a:pt x="2080" y="694"/>
                  </a:cubicBezTo>
                  <a:cubicBezTo>
                    <a:pt x="1450" y="694"/>
                    <a:pt x="946" y="410"/>
                    <a:pt x="5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82"/>
            <p:cNvSpPr/>
            <p:nvPr/>
          </p:nvSpPr>
          <p:spPr>
            <a:xfrm>
              <a:off x="5187550" y="3755775"/>
              <a:ext cx="100050" cy="52800"/>
            </a:xfrm>
            <a:custGeom>
              <a:rect b="b" l="l" r="r" t="t"/>
              <a:pathLst>
                <a:path extrusionOk="0" h="2112" w="4002">
                  <a:moveTo>
                    <a:pt x="0" y="0"/>
                  </a:moveTo>
                  <a:cubicBezTo>
                    <a:pt x="189" y="567"/>
                    <a:pt x="315" y="1229"/>
                    <a:pt x="473" y="2111"/>
                  </a:cubicBezTo>
                  <a:lnTo>
                    <a:pt x="3655" y="2111"/>
                  </a:lnTo>
                  <a:cubicBezTo>
                    <a:pt x="3844" y="2111"/>
                    <a:pt x="4001" y="1954"/>
                    <a:pt x="4001" y="1733"/>
                  </a:cubicBezTo>
                  <a:lnTo>
                    <a:pt x="4001" y="378"/>
                  </a:lnTo>
                  <a:cubicBezTo>
                    <a:pt x="3970" y="158"/>
                    <a:pt x="3844" y="0"/>
                    <a:pt x="36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82"/>
            <p:cNvSpPr/>
            <p:nvPr/>
          </p:nvSpPr>
          <p:spPr>
            <a:xfrm>
              <a:off x="4991425" y="3755775"/>
              <a:ext cx="100850" cy="52000"/>
            </a:xfrm>
            <a:custGeom>
              <a:rect b="b" l="l" r="r" t="t"/>
              <a:pathLst>
                <a:path extrusionOk="0" h="2080" w="403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54"/>
                    <a:pt x="158" y="2080"/>
                    <a:pt x="347" y="2080"/>
                  </a:cubicBezTo>
                  <a:lnTo>
                    <a:pt x="3561" y="2080"/>
                  </a:lnTo>
                  <a:cubicBezTo>
                    <a:pt x="3718" y="1229"/>
                    <a:pt x="3813" y="567"/>
                    <a:pt x="4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1" name="Google Shape;1331;p82"/>
          <p:cNvGrpSpPr/>
          <p:nvPr/>
        </p:nvGrpSpPr>
        <p:grpSpPr>
          <a:xfrm>
            <a:off x="5652926" y="1647913"/>
            <a:ext cx="350995" cy="349133"/>
            <a:chOff x="6168925" y="3936925"/>
            <a:chExt cx="296950" cy="295375"/>
          </a:xfrm>
        </p:grpSpPr>
        <p:sp>
          <p:nvSpPr>
            <p:cNvPr id="1332" name="Google Shape;1332;p82"/>
            <p:cNvSpPr/>
            <p:nvPr/>
          </p:nvSpPr>
          <p:spPr>
            <a:xfrm>
              <a:off x="6220900" y="416455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82"/>
            <p:cNvSpPr/>
            <p:nvPr/>
          </p:nvSpPr>
          <p:spPr>
            <a:xfrm>
              <a:off x="6168925" y="3972375"/>
              <a:ext cx="227650" cy="259925"/>
            </a:xfrm>
            <a:custGeom>
              <a:rect b="b" l="l" r="r" t="t"/>
              <a:pathLst>
                <a:path extrusionOk="0" h="10397" w="9106">
                  <a:moveTo>
                    <a:pt x="3115" y="2135"/>
                  </a:moveTo>
                  <a:cubicBezTo>
                    <a:pt x="3206" y="2135"/>
                    <a:pt x="3293" y="2158"/>
                    <a:pt x="3340" y="2205"/>
                  </a:cubicBezTo>
                  <a:cubicBezTo>
                    <a:pt x="3466" y="2331"/>
                    <a:pt x="3466" y="2583"/>
                    <a:pt x="3340" y="2678"/>
                  </a:cubicBezTo>
                  <a:lnTo>
                    <a:pt x="2930" y="3119"/>
                  </a:lnTo>
                  <a:lnTo>
                    <a:pt x="3340" y="3560"/>
                  </a:lnTo>
                  <a:cubicBezTo>
                    <a:pt x="3466" y="3686"/>
                    <a:pt x="3466" y="3907"/>
                    <a:pt x="3340" y="4033"/>
                  </a:cubicBezTo>
                  <a:cubicBezTo>
                    <a:pt x="3293" y="4096"/>
                    <a:pt x="3206" y="4127"/>
                    <a:pt x="3115" y="4127"/>
                  </a:cubicBezTo>
                  <a:cubicBezTo>
                    <a:pt x="3025" y="4127"/>
                    <a:pt x="2930" y="4096"/>
                    <a:pt x="2867" y="4033"/>
                  </a:cubicBezTo>
                  <a:lnTo>
                    <a:pt x="2458" y="3592"/>
                  </a:lnTo>
                  <a:lnTo>
                    <a:pt x="2017" y="4033"/>
                  </a:lnTo>
                  <a:cubicBezTo>
                    <a:pt x="1954" y="4096"/>
                    <a:pt x="1867" y="4127"/>
                    <a:pt x="1780" y="4127"/>
                  </a:cubicBezTo>
                  <a:cubicBezTo>
                    <a:pt x="1694" y="4127"/>
                    <a:pt x="1607" y="4096"/>
                    <a:pt x="1544" y="4033"/>
                  </a:cubicBezTo>
                  <a:cubicBezTo>
                    <a:pt x="1418" y="3907"/>
                    <a:pt x="1418" y="3686"/>
                    <a:pt x="1544" y="3560"/>
                  </a:cubicBezTo>
                  <a:lnTo>
                    <a:pt x="1985" y="3119"/>
                  </a:lnTo>
                  <a:lnTo>
                    <a:pt x="1544" y="2678"/>
                  </a:lnTo>
                  <a:cubicBezTo>
                    <a:pt x="1418" y="2583"/>
                    <a:pt x="1418" y="2331"/>
                    <a:pt x="1544" y="2205"/>
                  </a:cubicBezTo>
                  <a:cubicBezTo>
                    <a:pt x="1591" y="2158"/>
                    <a:pt x="1678" y="2135"/>
                    <a:pt x="1769" y="2135"/>
                  </a:cubicBezTo>
                  <a:cubicBezTo>
                    <a:pt x="1859" y="2135"/>
                    <a:pt x="1954" y="2158"/>
                    <a:pt x="2017" y="2205"/>
                  </a:cubicBezTo>
                  <a:lnTo>
                    <a:pt x="2458" y="2646"/>
                  </a:lnTo>
                  <a:lnTo>
                    <a:pt x="2867" y="2205"/>
                  </a:lnTo>
                  <a:cubicBezTo>
                    <a:pt x="2930" y="2158"/>
                    <a:pt x="3025" y="2135"/>
                    <a:pt x="3115" y="2135"/>
                  </a:cubicBezTo>
                  <a:close/>
                  <a:moveTo>
                    <a:pt x="6727" y="2079"/>
                  </a:moveTo>
                  <a:cubicBezTo>
                    <a:pt x="6813" y="2079"/>
                    <a:pt x="6900" y="2111"/>
                    <a:pt x="6963" y="2174"/>
                  </a:cubicBezTo>
                  <a:lnTo>
                    <a:pt x="7688" y="2898"/>
                  </a:lnTo>
                  <a:cubicBezTo>
                    <a:pt x="7719" y="2993"/>
                    <a:pt x="7719" y="3245"/>
                    <a:pt x="7593" y="3371"/>
                  </a:cubicBezTo>
                  <a:cubicBezTo>
                    <a:pt x="7546" y="3418"/>
                    <a:pt x="7459" y="3442"/>
                    <a:pt x="7369" y="3442"/>
                  </a:cubicBezTo>
                  <a:cubicBezTo>
                    <a:pt x="7278" y="3442"/>
                    <a:pt x="7183" y="3418"/>
                    <a:pt x="7120" y="3371"/>
                  </a:cubicBezTo>
                  <a:lnTo>
                    <a:pt x="7026" y="3245"/>
                  </a:lnTo>
                  <a:lnTo>
                    <a:pt x="7026" y="4505"/>
                  </a:lnTo>
                  <a:cubicBezTo>
                    <a:pt x="7026" y="5104"/>
                    <a:pt x="6553" y="5513"/>
                    <a:pt x="5986" y="5513"/>
                  </a:cubicBezTo>
                  <a:lnTo>
                    <a:pt x="3151" y="5513"/>
                  </a:lnTo>
                  <a:cubicBezTo>
                    <a:pt x="2962" y="5513"/>
                    <a:pt x="2804" y="5671"/>
                    <a:pt x="2804" y="5891"/>
                  </a:cubicBezTo>
                  <a:lnTo>
                    <a:pt x="2804" y="7026"/>
                  </a:lnTo>
                  <a:cubicBezTo>
                    <a:pt x="3182" y="7183"/>
                    <a:pt x="3497" y="7530"/>
                    <a:pt x="3497" y="8002"/>
                  </a:cubicBezTo>
                  <a:cubicBezTo>
                    <a:pt x="3497" y="8601"/>
                    <a:pt x="3025" y="9042"/>
                    <a:pt x="2489" y="9042"/>
                  </a:cubicBezTo>
                  <a:cubicBezTo>
                    <a:pt x="1922" y="9042"/>
                    <a:pt x="1450" y="8569"/>
                    <a:pt x="1450" y="8002"/>
                  </a:cubicBezTo>
                  <a:cubicBezTo>
                    <a:pt x="1450" y="7561"/>
                    <a:pt x="1733" y="7183"/>
                    <a:pt x="2174" y="7026"/>
                  </a:cubicBezTo>
                  <a:lnTo>
                    <a:pt x="2174" y="5891"/>
                  </a:lnTo>
                  <a:cubicBezTo>
                    <a:pt x="2174" y="5293"/>
                    <a:pt x="2647" y="4852"/>
                    <a:pt x="3182" y="4852"/>
                  </a:cubicBezTo>
                  <a:lnTo>
                    <a:pt x="6018" y="4852"/>
                  </a:lnTo>
                  <a:cubicBezTo>
                    <a:pt x="6207" y="4852"/>
                    <a:pt x="6364" y="4694"/>
                    <a:pt x="6364" y="4505"/>
                  </a:cubicBezTo>
                  <a:lnTo>
                    <a:pt x="6364" y="3245"/>
                  </a:lnTo>
                  <a:lnTo>
                    <a:pt x="6270" y="3371"/>
                  </a:lnTo>
                  <a:cubicBezTo>
                    <a:pt x="6207" y="3418"/>
                    <a:pt x="6120" y="3442"/>
                    <a:pt x="6034" y="3442"/>
                  </a:cubicBezTo>
                  <a:cubicBezTo>
                    <a:pt x="5947" y="3442"/>
                    <a:pt x="5860" y="3418"/>
                    <a:pt x="5797" y="3371"/>
                  </a:cubicBezTo>
                  <a:cubicBezTo>
                    <a:pt x="5671" y="3245"/>
                    <a:pt x="5671" y="2993"/>
                    <a:pt x="5797" y="2898"/>
                  </a:cubicBezTo>
                  <a:lnTo>
                    <a:pt x="6490" y="2174"/>
                  </a:lnTo>
                  <a:cubicBezTo>
                    <a:pt x="6553" y="2111"/>
                    <a:pt x="6640" y="2079"/>
                    <a:pt x="6727" y="2079"/>
                  </a:cubicBezTo>
                  <a:close/>
                  <a:moveTo>
                    <a:pt x="7369" y="7057"/>
                  </a:moveTo>
                  <a:cubicBezTo>
                    <a:pt x="7459" y="7057"/>
                    <a:pt x="7546" y="7089"/>
                    <a:pt x="7593" y="7152"/>
                  </a:cubicBezTo>
                  <a:cubicBezTo>
                    <a:pt x="7719" y="7246"/>
                    <a:pt x="7719" y="7498"/>
                    <a:pt x="7593" y="7624"/>
                  </a:cubicBezTo>
                  <a:lnTo>
                    <a:pt x="7183" y="8034"/>
                  </a:lnTo>
                  <a:lnTo>
                    <a:pt x="7593" y="8475"/>
                  </a:lnTo>
                  <a:cubicBezTo>
                    <a:pt x="7719" y="8601"/>
                    <a:pt x="7719" y="8821"/>
                    <a:pt x="7593" y="8947"/>
                  </a:cubicBezTo>
                  <a:cubicBezTo>
                    <a:pt x="7546" y="9010"/>
                    <a:pt x="7459" y="9042"/>
                    <a:pt x="7369" y="9042"/>
                  </a:cubicBezTo>
                  <a:cubicBezTo>
                    <a:pt x="7278" y="9042"/>
                    <a:pt x="7183" y="9010"/>
                    <a:pt x="7120" y="8947"/>
                  </a:cubicBezTo>
                  <a:lnTo>
                    <a:pt x="6711" y="8506"/>
                  </a:lnTo>
                  <a:lnTo>
                    <a:pt x="6270" y="8947"/>
                  </a:lnTo>
                  <a:cubicBezTo>
                    <a:pt x="6207" y="9010"/>
                    <a:pt x="6120" y="9042"/>
                    <a:pt x="6034" y="9042"/>
                  </a:cubicBezTo>
                  <a:cubicBezTo>
                    <a:pt x="5947" y="9042"/>
                    <a:pt x="5860" y="9010"/>
                    <a:pt x="5797" y="8947"/>
                  </a:cubicBezTo>
                  <a:cubicBezTo>
                    <a:pt x="5671" y="8821"/>
                    <a:pt x="5671" y="8601"/>
                    <a:pt x="5797" y="8475"/>
                  </a:cubicBezTo>
                  <a:lnTo>
                    <a:pt x="6207" y="8034"/>
                  </a:lnTo>
                  <a:lnTo>
                    <a:pt x="5797" y="7624"/>
                  </a:lnTo>
                  <a:cubicBezTo>
                    <a:pt x="5671" y="7498"/>
                    <a:pt x="5671" y="7246"/>
                    <a:pt x="5797" y="7152"/>
                  </a:cubicBezTo>
                  <a:cubicBezTo>
                    <a:pt x="5845" y="7089"/>
                    <a:pt x="5931" y="7057"/>
                    <a:pt x="6022" y="7057"/>
                  </a:cubicBezTo>
                  <a:cubicBezTo>
                    <a:pt x="6112" y="7057"/>
                    <a:pt x="6207" y="7089"/>
                    <a:pt x="6270" y="7152"/>
                  </a:cubicBezTo>
                  <a:lnTo>
                    <a:pt x="6711" y="7561"/>
                  </a:lnTo>
                  <a:lnTo>
                    <a:pt x="7120" y="7152"/>
                  </a:lnTo>
                  <a:cubicBezTo>
                    <a:pt x="7183" y="7089"/>
                    <a:pt x="7278" y="7057"/>
                    <a:pt x="7369" y="7057"/>
                  </a:cubicBezTo>
                  <a:close/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9388"/>
                  </a:lnTo>
                  <a:cubicBezTo>
                    <a:pt x="0" y="9987"/>
                    <a:pt x="473" y="10397"/>
                    <a:pt x="1040" y="10397"/>
                  </a:cubicBezTo>
                  <a:lnTo>
                    <a:pt x="8003" y="10397"/>
                  </a:lnTo>
                  <a:cubicBezTo>
                    <a:pt x="8601" y="10397"/>
                    <a:pt x="9011" y="9924"/>
                    <a:pt x="9011" y="9388"/>
                  </a:cubicBezTo>
                  <a:lnTo>
                    <a:pt x="9011" y="1040"/>
                  </a:lnTo>
                  <a:cubicBezTo>
                    <a:pt x="9105" y="473"/>
                    <a:pt x="8633" y="0"/>
                    <a:pt x="8034" y="0"/>
                  </a:cubicBezTo>
                  <a:lnTo>
                    <a:pt x="7341" y="0"/>
                  </a:lnTo>
                  <a:cubicBezTo>
                    <a:pt x="7341" y="756"/>
                    <a:pt x="6711" y="1386"/>
                    <a:pt x="5955" y="1386"/>
                  </a:cubicBezTo>
                  <a:lnTo>
                    <a:pt x="3119" y="1386"/>
                  </a:lnTo>
                  <a:cubicBezTo>
                    <a:pt x="2363" y="1386"/>
                    <a:pt x="1733" y="756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82"/>
            <p:cNvSpPr/>
            <p:nvPr/>
          </p:nvSpPr>
          <p:spPr>
            <a:xfrm>
              <a:off x="6228775" y="3936925"/>
              <a:ext cx="106350" cy="53575"/>
            </a:xfrm>
            <a:custGeom>
              <a:rect b="b" l="l" r="r" t="t"/>
              <a:pathLst>
                <a:path extrusionOk="0" h="2143" w="4254">
                  <a:moveTo>
                    <a:pt x="2143" y="0"/>
                  </a:moveTo>
                  <a:cubicBezTo>
                    <a:pt x="1860" y="0"/>
                    <a:pt x="1576" y="221"/>
                    <a:pt x="1450" y="473"/>
                  </a:cubicBezTo>
                  <a:lnTo>
                    <a:pt x="1387" y="725"/>
                  </a:lnTo>
                  <a:lnTo>
                    <a:pt x="725" y="725"/>
                  </a:lnTo>
                  <a:cubicBezTo>
                    <a:pt x="316" y="725"/>
                    <a:pt x="1" y="1040"/>
                    <a:pt x="1" y="1418"/>
                  </a:cubicBezTo>
                  <a:cubicBezTo>
                    <a:pt x="1" y="1828"/>
                    <a:pt x="316" y="2143"/>
                    <a:pt x="725" y="2143"/>
                  </a:cubicBezTo>
                  <a:lnTo>
                    <a:pt x="3561" y="2143"/>
                  </a:lnTo>
                  <a:cubicBezTo>
                    <a:pt x="3939" y="2143"/>
                    <a:pt x="4254" y="1828"/>
                    <a:pt x="4254" y="1418"/>
                  </a:cubicBezTo>
                  <a:cubicBezTo>
                    <a:pt x="4254" y="1040"/>
                    <a:pt x="3939" y="725"/>
                    <a:pt x="3561" y="725"/>
                  </a:cubicBezTo>
                  <a:lnTo>
                    <a:pt x="2868" y="725"/>
                  </a:lnTo>
                  <a:lnTo>
                    <a:pt x="2805" y="473"/>
                  </a:lnTo>
                  <a:cubicBezTo>
                    <a:pt x="2710" y="221"/>
                    <a:pt x="2458" y="0"/>
                    <a:pt x="2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82"/>
            <p:cNvSpPr/>
            <p:nvPr/>
          </p:nvSpPr>
          <p:spPr>
            <a:xfrm>
              <a:off x="6412300" y="4059000"/>
              <a:ext cx="52000" cy="105575"/>
            </a:xfrm>
            <a:custGeom>
              <a:rect b="b" l="l" r="r" t="t"/>
              <a:pathLst>
                <a:path extrusionOk="0" h="4223" w="2080">
                  <a:moveTo>
                    <a:pt x="0" y="1"/>
                  </a:moveTo>
                  <a:lnTo>
                    <a:pt x="0" y="4222"/>
                  </a:lnTo>
                  <a:lnTo>
                    <a:pt x="32" y="4222"/>
                  </a:lnTo>
                  <a:cubicBezTo>
                    <a:pt x="315" y="4002"/>
                    <a:pt x="662" y="3876"/>
                    <a:pt x="1072" y="3876"/>
                  </a:cubicBezTo>
                  <a:cubicBezTo>
                    <a:pt x="1450" y="3876"/>
                    <a:pt x="1796" y="4002"/>
                    <a:pt x="2080" y="4222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82"/>
            <p:cNvSpPr/>
            <p:nvPr/>
          </p:nvSpPr>
          <p:spPr>
            <a:xfrm>
              <a:off x="6413875" y="4007025"/>
              <a:ext cx="52000" cy="34675"/>
            </a:xfrm>
            <a:custGeom>
              <a:rect b="b" l="l" r="r" t="t"/>
              <a:pathLst>
                <a:path extrusionOk="0" h="1387" w="208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2080" y="1386"/>
                  </a:lnTo>
                  <a:lnTo>
                    <a:pt x="2080" y="1040"/>
                  </a:ln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82"/>
            <p:cNvSpPr/>
            <p:nvPr/>
          </p:nvSpPr>
          <p:spPr>
            <a:xfrm>
              <a:off x="6417800" y="4173200"/>
              <a:ext cx="43350" cy="43350"/>
            </a:xfrm>
            <a:custGeom>
              <a:rect b="b" l="l" r="r" t="t"/>
              <a:pathLst>
                <a:path extrusionOk="0" h="1734" w="1734">
                  <a:moveTo>
                    <a:pt x="883" y="1"/>
                  </a:moveTo>
                  <a:cubicBezTo>
                    <a:pt x="537" y="1"/>
                    <a:pt x="190" y="221"/>
                    <a:pt x="1" y="442"/>
                  </a:cubicBezTo>
                  <a:lnTo>
                    <a:pt x="568" y="1545"/>
                  </a:lnTo>
                  <a:cubicBezTo>
                    <a:pt x="600" y="1671"/>
                    <a:pt x="757" y="1734"/>
                    <a:pt x="883" y="1734"/>
                  </a:cubicBezTo>
                  <a:cubicBezTo>
                    <a:pt x="978" y="1734"/>
                    <a:pt x="1104" y="1671"/>
                    <a:pt x="1198" y="1545"/>
                  </a:cubicBezTo>
                  <a:lnTo>
                    <a:pt x="1734" y="442"/>
                  </a:lnTo>
                  <a:cubicBezTo>
                    <a:pt x="1545" y="158"/>
                    <a:pt x="1230" y="1"/>
                    <a:pt x="8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8" name="Google Shape;1338;p82"/>
          <p:cNvGrpSpPr/>
          <p:nvPr/>
        </p:nvGrpSpPr>
        <p:grpSpPr>
          <a:xfrm>
            <a:off x="1885166" y="3201965"/>
            <a:ext cx="348188" cy="349133"/>
            <a:chOff x="1674750" y="3254050"/>
            <a:chExt cx="294575" cy="295375"/>
          </a:xfrm>
        </p:grpSpPr>
        <p:sp>
          <p:nvSpPr>
            <p:cNvPr id="1339" name="Google Shape;1339;p82"/>
            <p:cNvSpPr/>
            <p:nvPr/>
          </p:nvSpPr>
          <p:spPr>
            <a:xfrm>
              <a:off x="1691275" y="3351700"/>
              <a:ext cx="278050" cy="197725"/>
            </a:xfrm>
            <a:custGeom>
              <a:rect b="b" l="l" r="r" t="t"/>
              <a:pathLst>
                <a:path extrusionOk="0" h="7909" w="11122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82"/>
            <p:cNvSpPr/>
            <p:nvPr/>
          </p:nvSpPr>
          <p:spPr>
            <a:xfrm>
              <a:off x="1674750" y="3254050"/>
              <a:ext cx="277250" cy="197900"/>
            </a:xfrm>
            <a:custGeom>
              <a:rect b="b" l="l" r="r" t="t"/>
              <a:pathLst>
                <a:path extrusionOk="0" h="7916" w="1109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82"/>
            <p:cNvSpPr/>
            <p:nvPr/>
          </p:nvSpPr>
          <p:spPr>
            <a:xfrm>
              <a:off x="1727500" y="3306825"/>
              <a:ext cx="189075" cy="189050"/>
            </a:xfrm>
            <a:custGeom>
              <a:rect b="b" l="l" r="r" t="t"/>
              <a:pathLst>
                <a:path extrusionOk="0" h="7562" w="7563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2" name="Google Shape;1342;p82"/>
          <p:cNvGrpSpPr/>
          <p:nvPr/>
        </p:nvGrpSpPr>
        <p:grpSpPr>
          <a:xfrm>
            <a:off x="5031045" y="3688124"/>
            <a:ext cx="350079" cy="350079"/>
            <a:chOff x="3497300" y="3227275"/>
            <a:chExt cx="296175" cy="296175"/>
          </a:xfrm>
        </p:grpSpPr>
        <p:sp>
          <p:nvSpPr>
            <p:cNvPr id="1343" name="Google Shape;1343;p82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82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82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82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82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82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82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82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1" name="Google Shape;1351;p82"/>
          <p:cNvGrpSpPr/>
          <p:nvPr/>
        </p:nvGrpSpPr>
        <p:grpSpPr>
          <a:xfrm>
            <a:off x="5661125" y="2703523"/>
            <a:ext cx="349133" cy="347272"/>
            <a:chOff x="3497300" y="3591950"/>
            <a:chExt cx="295375" cy="293800"/>
          </a:xfrm>
        </p:grpSpPr>
        <p:sp>
          <p:nvSpPr>
            <p:cNvPr id="1352" name="Google Shape;1352;p82"/>
            <p:cNvSpPr/>
            <p:nvPr/>
          </p:nvSpPr>
          <p:spPr>
            <a:xfrm>
              <a:off x="3628825" y="3724275"/>
              <a:ext cx="18150" cy="16550"/>
            </a:xfrm>
            <a:custGeom>
              <a:rect b="b" l="l" r="r" t="t"/>
              <a:pathLst>
                <a:path extrusionOk="0" h="662" w="726">
                  <a:moveTo>
                    <a:pt x="375" y="0"/>
                  </a:moveTo>
                  <a:cubicBezTo>
                    <a:pt x="292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cubicBezTo>
                    <a:pt x="190" y="630"/>
                    <a:pt x="277" y="662"/>
                    <a:pt x="363" y="662"/>
                  </a:cubicBezTo>
                  <a:cubicBezTo>
                    <a:pt x="450" y="662"/>
                    <a:pt x="536" y="630"/>
                    <a:pt x="599" y="567"/>
                  </a:cubicBezTo>
                  <a:cubicBezTo>
                    <a:pt x="725" y="441"/>
                    <a:pt x="725" y="221"/>
                    <a:pt x="599" y="95"/>
                  </a:cubicBezTo>
                  <a:cubicBezTo>
                    <a:pt x="536" y="32"/>
                    <a:pt x="458" y="0"/>
                    <a:pt x="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82"/>
            <p:cNvSpPr/>
            <p:nvPr/>
          </p:nvSpPr>
          <p:spPr>
            <a:xfrm>
              <a:off x="3590250" y="3689400"/>
              <a:ext cx="94525" cy="86675"/>
            </a:xfrm>
            <a:custGeom>
              <a:rect b="b" l="l" r="r" t="t"/>
              <a:pathLst>
                <a:path extrusionOk="0" h="3467" w="3781">
                  <a:moveTo>
                    <a:pt x="1922" y="710"/>
                  </a:moveTo>
                  <a:cubicBezTo>
                    <a:pt x="2190" y="710"/>
                    <a:pt x="2458" y="812"/>
                    <a:pt x="2647" y="1017"/>
                  </a:cubicBezTo>
                  <a:cubicBezTo>
                    <a:pt x="3088" y="1395"/>
                    <a:pt x="3088" y="2088"/>
                    <a:pt x="2647" y="2466"/>
                  </a:cubicBezTo>
                  <a:cubicBezTo>
                    <a:pt x="2458" y="2671"/>
                    <a:pt x="2190" y="2773"/>
                    <a:pt x="1922" y="2773"/>
                  </a:cubicBezTo>
                  <a:cubicBezTo>
                    <a:pt x="1654" y="2773"/>
                    <a:pt x="1386" y="2671"/>
                    <a:pt x="1197" y="2466"/>
                  </a:cubicBezTo>
                  <a:cubicBezTo>
                    <a:pt x="788" y="2088"/>
                    <a:pt x="788" y="1395"/>
                    <a:pt x="1197" y="1017"/>
                  </a:cubicBezTo>
                  <a:cubicBezTo>
                    <a:pt x="1386" y="812"/>
                    <a:pt x="1654" y="710"/>
                    <a:pt x="1922" y="710"/>
                  </a:cubicBezTo>
                  <a:close/>
                  <a:moveTo>
                    <a:pt x="1930" y="1"/>
                  </a:moveTo>
                  <a:cubicBezTo>
                    <a:pt x="1489" y="1"/>
                    <a:pt x="1040" y="182"/>
                    <a:pt x="693" y="544"/>
                  </a:cubicBezTo>
                  <a:cubicBezTo>
                    <a:pt x="0" y="1206"/>
                    <a:pt x="0" y="2309"/>
                    <a:pt x="693" y="2970"/>
                  </a:cubicBezTo>
                  <a:cubicBezTo>
                    <a:pt x="1024" y="3301"/>
                    <a:pt x="1473" y="3466"/>
                    <a:pt x="1918" y="3466"/>
                  </a:cubicBezTo>
                  <a:cubicBezTo>
                    <a:pt x="2363" y="3466"/>
                    <a:pt x="2804" y="3301"/>
                    <a:pt x="3119" y="2970"/>
                  </a:cubicBezTo>
                  <a:cubicBezTo>
                    <a:pt x="3781" y="2309"/>
                    <a:pt x="3781" y="1206"/>
                    <a:pt x="3119" y="544"/>
                  </a:cubicBezTo>
                  <a:cubicBezTo>
                    <a:pt x="2804" y="182"/>
                    <a:pt x="2371" y="1"/>
                    <a:pt x="19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82"/>
            <p:cNvSpPr/>
            <p:nvPr/>
          </p:nvSpPr>
          <p:spPr>
            <a:xfrm>
              <a:off x="3674525" y="3601400"/>
              <a:ext cx="118150" cy="118950"/>
            </a:xfrm>
            <a:custGeom>
              <a:rect b="b" l="l" r="r" t="t"/>
              <a:pathLst>
                <a:path extrusionOk="0" h="4758" w="4726">
                  <a:moveTo>
                    <a:pt x="3533" y="0"/>
                  </a:moveTo>
                  <a:cubicBezTo>
                    <a:pt x="3442" y="0"/>
                    <a:pt x="3355" y="32"/>
                    <a:pt x="3308" y="95"/>
                  </a:cubicBezTo>
                  <a:lnTo>
                    <a:pt x="0" y="3308"/>
                  </a:lnTo>
                  <a:cubicBezTo>
                    <a:pt x="410" y="3623"/>
                    <a:pt x="788" y="4127"/>
                    <a:pt x="1953" y="4758"/>
                  </a:cubicBezTo>
                  <a:lnTo>
                    <a:pt x="4600" y="2678"/>
                  </a:lnTo>
                  <a:cubicBezTo>
                    <a:pt x="4663" y="2615"/>
                    <a:pt x="4726" y="2521"/>
                    <a:pt x="4726" y="2395"/>
                  </a:cubicBezTo>
                  <a:cubicBezTo>
                    <a:pt x="4726" y="1544"/>
                    <a:pt x="4348" y="693"/>
                    <a:pt x="3781" y="95"/>
                  </a:cubicBezTo>
                  <a:cubicBezTo>
                    <a:pt x="3718" y="32"/>
                    <a:pt x="3623" y="0"/>
                    <a:pt x="3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82"/>
            <p:cNvSpPr/>
            <p:nvPr/>
          </p:nvSpPr>
          <p:spPr>
            <a:xfrm>
              <a:off x="3631200" y="3774675"/>
              <a:ext cx="103200" cy="102400"/>
            </a:xfrm>
            <a:custGeom>
              <a:rect b="b" l="l" r="r" t="t"/>
              <a:pathLst>
                <a:path extrusionOk="0" h="4096" w="4128">
                  <a:moveTo>
                    <a:pt x="2048" y="0"/>
                  </a:moveTo>
                  <a:cubicBezTo>
                    <a:pt x="1985" y="32"/>
                    <a:pt x="1985" y="63"/>
                    <a:pt x="1954" y="126"/>
                  </a:cubicBezTo>
                  <a:cubicBezTo>
                    <a:pt x="1506" y="546"/>
                    <a:pt x="859" y="767"/>
                    <a:pt x="235" y="767"/>
                  </a:cubicBezTo>
                  <a:cubicBezTo>
                    <a:pt x="156" y="767"/>
                    <a:pt x="78" y="764"/>
                    <a:pt x="0" y="756"/>
                  </a:cubicBezTo>
                  <a:lnTo>
                    <a:pt x="0" y="756"/>
                  </a:lnTo>
                  <a:cubicBezTo>
                    <a:pt x="567" y="1670"/>
                    <a:pt x="1355" y="3749"/>
                    <a:pt x="1418" y="3875"/>
                  </a:cubicBezTo>
                  <a:cubicBezTo>
                    <a:pt x="1450" y="4001"/>
                    <a:pt x="1607" y="4096"/>
                    <a:pt x="1733" y="4096"/>
                  </a:cubicBezTo>
                  <a:cubicBezTo>
                    <a:pt x="1891" y="4096"/>
                    <a:pt x="1985" y="4033"/>
                    <a:pt x="2048" y="3875"/>
                  </a:cubicBezTo>
                  <a:lnTo>
                    <a:pt x="2426" y="2647"/>
                  </a:lnTo>
                  <a:lnTo>
                    <a:pt x="3182" y="2647"/>
                  </a:lnTo>
                  <a:cubicBezTo>
                    <a:pt x="4128" y="2647"/>
                    <a:pt x="2710" y="630"/>
                    <a:pt x="20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82"/>
            <p:cNvSpPr/>
            <p:nvPr/>
          </p:nvSpPr>
          <p:spPr>
            <a:xfrm>
              <a:off x="3691850" y="3726625"/>
              <a:ext cx="89800" cy="89050"/>
            </a:xfrm>
            <a:custGeom>
              <a:rect b="b" l="l" r="r" t="t"/>
              <a:pathLst>
                <a:path extrusionOk="0" h="3562" w="3592">
                  <a:moveTo>
                    <a:pt x="252" y="1"/>
                  </a:moveTo>
                  <a:cubicBezTo>
                    <a:pt x="284" y="410"/>
                    <a:pt x="189" y="883"/>
                    <a:pt x="0" y="1292"/>
                  </a:cubicBezTo>
                  <a:cubicBezTo>
                    <a:pt x="630" y="1922"/>
                    <a:pt x="1134" y="2615"/>
                    <a:pt x="1544" y="3466"/>
                  </a:cubicBezTo>
                  <a:cubicBezTo>
                    <a:pt x="1565" y="3530"/>
                    <a:pt x="1634" y="3562"/>
                    <a:pt x="1715" y="3562"/>
                  </a:cubicBezTo>
                  <a:cubicBezTo>
                    <a:pt x="1874" y="3562"/>
                    <a:pt x="2080" y="3443"/>
                    <a:pt x="2080" y="3214"/>
                  </a:cubicBezTo>
                  <a:lnTo>
                    <a:pt x="2080" y="2458"/>
                  </a:lnTo>
                  <a:lnTo>
                    <a:pt x="3308" y="2080"/>
                  </a:lnTo>
                  <a:cubicBezTo>
                    <a:pt x="3497" y="1985"/>
                    <a:pt x="3592" y="1891"/>
                    <a:pt x="3592" y="1733"/>
                  </a:cubicBezTo>
                  <a:cubicBezTo>
                    <a:pt x="3592" y="1576"/>
                    <a:pt x="3497" y="1450"/>
                    <a:pt x="3340" y="1418"/>
                  </a:cubicBezTo>
                  <a:cubicBezTo>
                    <a:pt x="3182" y="1355"/>
                    <a:pt x="1134" y="568"/>
                    <a:pt x="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82"/>
            <p:cNvSpPr/>
            <p:nvPr/>
          </p:nvSpPr>
          <p:spPr>
            <a:xfrm>
              <a:off x="3505175" y="3767575"/>
              <a:ext cx="120525" cy="118175"/>
            </a:xfrm>
            <a:custGeom>
              <a:rect b="b" l="l" r="r" t="t"/>
              <a:pathLst>
                <a:path extrusionOk="0" h="4727" w="4821">
                  <a:moveTo>
                    <a:pt x="3372" y="1"/>
                  </a:moveTo>
                  <a:lnTo>
                    <a:pt x="95" y="3277"/>
                  </a:lnTo>
                  <a:cubicBezTo>
                    <a:pt x="1" y="3435"/>
                    <a:pt x="1" y="3687"/>
                    <a:pt x="158" y="3781"/>
                  </a:cubicBezTo>
                  <a:cubicBezTo>
                    <a:pt x="788" y="4411"/>
                    <a:pt x="1607" y="4727"/>
                    <a:pt x="2458" y="4727"/>
                  </a:cubicBezTo>
                  <a:cubicBezTo>
                    <a:pt x="2584" y="4727"/>
                    <a:pt x="2679" y="4695"/>
                    <a:pt x="2742" y="4632"/>
                  </a:cubicBezTo>
                  <a:lnTo>
                    <a:pt x="4821" y="1986"/>
                  </a:lnTo>
                  <a:cubicBezTo>
                    <a:pt x="4254" y="851"/>
                    <a:pt x="3718" y="442"/>
                    <a:pt x="33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82"/>
            <p:cNvSpPr/>
            <p:nvPr/>
          </p:nvSpPr>
          <p:spPr>
            <a:xfrm>
              <a:off x="3631200" y="3591950"/>
              <a:ext cx="104000" cy="84300"/>
            </a:xfrm>
            <a:custGeom>
              <a:rect b="b" l="l" r="r" t="t"/>
              <a:pathLst>
                <a:path extrusionOk="0" h="3372" w="4160">
                  <a:moveTo>
                    <a:pt x="2836" y="0"/>
                  </a:moveTo>
                  <a:cubicBezTo>
                    <a:pt x="2678" y="0"/>
                    <a:pt x="2584" y="32"/>
                    <a:pt x="2521" y="95"/>
                  </a:cubicBezTo>
                  <a:lnTo>
                    <a:pt x="0" y="3245"/>
                  </a:lnTo>
                  <a:cubicBezTo>
                    <a:pt x="90" y="3238"/>
                    <a:pt x="181" y="3234"/>
                    <a:pt x="272" y="3234"/>
                  </a:cubicBezTo>
                  <a:cubicBezTo>
                    <a:pt x="568" y="3234"/>
                    <a:pt x="870" y="3275"/>
                    <a:pt x="1135" y="3371"/>
                  </a:cubicBezTo>
                  <a:cubicBezTo>
                    <a:pt x="1324" y="3119"/>
                    <a:pt x="3939" y="567"/>
                    <a:pt x="4159" y="347"/>
                  </a:cubicBezTo>
                  <a:cubicBezTo>
                    <a:pt x="3718" y="158"/>
                    <a:pt x="3308" y="0"/>
                    <a:pt x="2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82"/>
            <p:cNvSpPr/>
            <p:nvPr/>
          </p:nvSpPr>
          <p:spPr>
            <a:xfrm>
              <a:off x="3497300" y="3721900"/>
              <a:ext cx="84300" cy="107150"/>
            </a:xfrm>
            <a:custGeom>
              <a:rect b="b" l="l" r="r" t="t"/>
              <a:pathLst>
                <a:path extrusionOk="0" h="4286" w="3372">
                  <a:moveTo>
                    <a:pt x="3246" y="1"/>
                  </a:moveTo>
                  <a:lnTo>
                    <a:pt x="95" y="2552"/>
                  </a:lnTo>
                  <a:cubicBezTo>
                    <a:pt x="32" y="2615"/>
                    <a:pt x="1" y="2710"/>
                    <a:pt x="1" y="2836"/>
                  </a:cubicBezTo>
                  <a:cubicBezTo>
                    <a:pt x="1" y="3340"/>
                    <a:pt x="95" y="3844"/>
                    <a:pt x="347" y="4285"/>
                  </a:cubicBezTo>
                  <a:lnTo>
                    <a:pt x="3372" y="1261"/>
                  </a:lnTo>
                  <a:cubicBezTo>
                    <a:pt x="3214" y="851"/>
                    <a:pt x="3183" y="410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0" name="Google Shape;1360;p82"/>
          <p:cNvGrpSpPr/>
          <p:nvPr/>
        </p:nvGrpSpPr>
        <p:grpSpPr>
          <a:xfrm>
            <a:off x="2518774" y="2701192"/>
            <a:ext cx="351024" cy="351941"/>
            <a:chOff x="5355300" y="3598250"/>
            <a:chExt cx="296975" cy="297750"/>
          </a:xfrm>
        </p:grpSpPr>
        <p:sp>
          <p:nvSpPr>
            <p:cNvPr id="1361" name="Google Shape;1361;p82"/>
            <p:cNvSpPr/>
            <p:nvPr/>
          </p:nvSpPr>
          <p:spPr>
            <a:xfrm>
              <a:off x="5355300" y="3703000"/>
              <a:ext cx="35475" cy="191425"/>
            </a:xfrm>
            <a:custGeom>
              <a:rect b="b" l="l" r="r" t="t"/>
              <a:pathLst>
                <a:path extrusionOk="0" h="7657" w="1419">
                  <a:moveTo>
                    <a:pt x="410" y="0"/>
                  </a:moveTo>
                  <a:cubicBezTo>
                    <a:pt x="221" y="0"/>
                    <a:pt x="64" y="158"/>
                    <a:pt x="64" y="347"/>
                  </a:cubicBezTo>
                  <a:cubicBezTo>
                    <a:pt x="1" y="2867"/>
                    <a:pt x="1" y="4789"/>
                    <a:pt x="1" y="7310"/>
                  </a:cubicBezTo>
                  <a:cubicBezTo>
                    <a:pt x="1" y="7530"/>
                    <a:pt x="158" y="7656"/>
                    <a:pt x="379" y="7656"/>
                  </a:cubicBezTo>
                  <a:cubicBezTo>
                    <a:pt x="568" y="7656"/>
                    <a:pt x="725" y="7530"/>
                    <a:pt x="725" y="7310"/>
                  </a:cubicBezTo>
                  <a:lnTo>
                    <a:pt x="725" y="1355"/>
                  </a:lnTo>
                  <a:lnTo>
                    <a:pt x="1418" y="1355"/>
                  </a:lnTo>
                  <a:lnTo>
                    <a:pt x="14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82"/>
            <p:cNvSpPr/>
            <p:nvPr/>
          </p:nvSpPr>
          <p:spPr>
            <a:xfrm>
              <a:off x="5389175" y="3773100"/>
              <a:ext cx="122900" cy="122900"/>
            </a:xfrm>
            <a:custGeom>
              <a:rect b="b" l="l" r="r" t="t"/>
              <a:pathLst>
                <a:path extrusionOk="0" h="4916" w="4916">
                  <a:moveTo>
                    <a:pt x="2080" y="0"/>
                  </a:moveTo>
                  <a:lnTo>
                    <a:pt x="2080" y="693"/>
                  </a:lnTo>
                  <a:lnTo>
                    <a:pt x="1733" y="693"/>
                  </a:lnTo>
                  <a:cubicBezTo>
                    <a:pt x="788" y="693"/>
                    <a:pt x="0" y="1481"/>
                    <a:pt x="0" y="2458"/>
                  </a:cubicBezTo>
                  <a:cubicBezTo>
                    <a:pt x="0" y="2678"/>
                    <a:pt x="158" y="2836"/>
                    <a:pt x="347" y="2836"/>
                  </a:cubicBezTo>
                  <a:lnTo>
                    <a:pt x="2080" y="2836"/>
                  </a:lnTo>
                  <a:lnTo>
                    <a:pt x="2080" y="3529"/>
                  </a:lnTo>
                  <a:lnTo>
                    <a:pt x="1072" y="3529"/>
                  </a:lnTo>
                  <a:cubicBezTo>
                    <a:pt x="473" y="3529"/>
                    <a:pt x="32" y="4001"/>
                    <a:pt x="32" y="4569"/>
                  </a:cubicBezTo>
                  <a:cubicBezTo>
                    <a:pt x="32" y="4758"/>
                    <a:pt x="189" y="4915"/>
                    <a:pt x="410" y="4915"/>
                  </a:cubicBezTo>
                  <a:cubicBezTo>
                    <a:pt x="599" y="4915"/>
                    <a:pt x="757" y="4758"/>
                    <a:pt x="757" y="4569"/>
                  </a:cubicBezTo>
                  <a:cubicBezTo>
                    <a:pt x="757" y="4348"/>
                    <a:pt x="914" y="4190"/>
                    <a:pt x="1103" y="4190"/>
                  </a:cubicBezTo>
                  <a:lnTo>
                    <a:pt x="2143" y="4190"/>
                  </a:lnTo>
                  <a:lnTo>
                    <a:pt x="2143" y="4569"/>
                  </a:lnTo>
                  <a:cubicBezTo>
                    <a:pt x="2143" y="4758"/>
                    <a:pt x="2300" y="4915"/>
                    <a:pt x="2489" y="4915"/>
                  </a:cubicBezTo>
                  <a:cubicBezTo>
                    <a:pt x="2678" y="4915"/>
                    <a:pt x="2836" y="4758"/>
                    <a:pt x="2836" y="4569"/>
                  </a:cubicBezTo>
                  <a:lnTo>
                    <a:pt x="2836" y="4190"/>
                  </a:lnTo>
                  <a:lnTo>
                    <a:pt x="3876" y="4190"/>
                  </a:lnTo>
                  <a:cubicBezTo>
                    <a:pt x="4065" y="4190"/>
                    <a:pt x="4222" y="4348"/>
                    <a:pt x="4222" y="4569"/>
                  </a:cubicBezTo>
                  <a:cubicBezTo>
                    <a:pt x="4222" y="4758"/>
                    <a:pt x="4380" y="4915"/>
                    <a:pt x="4569" y="4915"/>
                  </a:cubicBezTo>
                  <a:cubicBezTo>
                    <a:pt x="4758" y="4915"/>
                    <a:pt x="4915" y="4758"/>
                    <a:pt x="4915" y="4569"/>
                  </a:cubicBezTo>
                  <a:cubicBezTo>
                    <a:pt x="4915" y="3970"/>
                    <a:pt x="4443" y="3529"/>
                    <a:pt x="3907" y="3529"/>
                  </a:cubicBezTo>
                  <a:lnTo>
                    <a:pt x="2867" y="3529"/>
                  </a:lnTo>
                  <a:lnTo>
                    <a:pt x="2867" y="2836"/>
                  </a:lnTo>
                  <a:lnTo>
                    <a:pt x="4537" y="2836"/>
                  </a:lnTo>
                  <a:lnTo>
                    <a:pt x="4537" y="2773"/>
                  </a:lnTo>
                  <a:cubicBezTo>
                    <a:pt x="4726" y="2773"/>
                    <a:pt x="4884" y="2615"/>
                    <a:pt x="4884" y="2426"/>
                  </a:cubicBezTo>
                  <a:cubicBezTo>
                    <a:pt x="4884" y="1481"/>
                    <a:pt x="4096" y="662"/>
                    <a:pt x="3151" y="662"/>
                  </a:cubicBezTo>
                  <a:lnTo>
                    <a:pt x="2804" y="662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82"/>
            <p:cNvSpPr/>
            <p:nvPr/>
          </p:nvSpPr>
          <p:spPr>
            <a:xfrm>
              <a:off x="5527800" y="3598250"/>
              <a:ext cx="105550" cy="35450"/>
            </a:xfrm>
            <a:custGeom>
              <a:rect b="b" l="l" r="r" t="t"/>
              <a:pathLst>
                <a:path extrusionOk="0" h="1418" w="4222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63" y="1103"/>
                    <a:pt x="378" y="1418"/>
                    <a:pt x="725" y="1418"/>
                  </a:cubicBezTo>
                  <a:lnTo>
                    <a:pt x="3875" y="1418"/>
                  </a:lnTo>
                  <a:cubicBezTo>
                    <a:pt x="4064" y="1418"/>
                    <a:pt x="4222" y="1260"/>
                    <a:pt x="4222" y="1071"/>
                  </a:cubicBezTo>
                  <a:lnTo>
                    <a:pt x="4222" y="378"/>
                  </a:lnTo>
                  <a:cubicBezTo>
                    <a:pt x="4222" y="158"/>
                    <a:pt x="4064" y="0"/>
                    <a:pt x="38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82"/>
            <p:cNvSpPr/>
            <p:nvPr/>
          </p:nvSpPr>
          <p:spPr>
            <a:xfrm>
              <a:off x="5545900" y="3651800"/>
              <a:ext cx="104800" cy="35475"/>
            </a:xfrm>
            <a:custGeom>
              <a:rect b="b" l="l" r="r" t="t"/>
              <a:pathLst>
                <a:path extrusionOk="0" h="1419" w="4192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3845" y="1418"/>
                  </a:lnTo>
                  <a:cubicBezTo>
                    <a:pt x="4065" y="1418"/>
                    <a:pt x="4191" y="1261"/>
                    <a:pt x="4191" y="1072"/>
                  </a:cubicBezTo>
                  <a:lnTo>
                    <a:pt x="4191" y="347"/>
                  </a:lnTo>
                  <a:cubicBezTo>
                    <a:pt x="4191" y="158"/>
                    <a:pt x="4065" y="1"/>
                    <a:pt x="3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82"/>
            <p:cNvSpPr/>
            <p:nvPr/>
          </p:nvSpPr>
          <p:spPr>
            <a:xfrm>
              <a:off x="5529375" y="3754975"/>
              <a:ext cx="122100" cy="35475"/>
            </a:xfrm>
            <a:custGeom>
              <a:rect b="b" l="l" r="r" t="t"/>
              <a:pathLst>
                <a:path extrusionOk="0" h="1419" w="4884">
                  <a:moveTo>
                    <a:pt x="0" y="1"/>
                  </a:moveTo>
                  <a:lnTo>
                    <a:pt x="0" y="1418"/>
                  </a:lnTo>
                  <a:lnTo>
                    <a:pt x="4884" y="1418"/>
                  </a:lnTo>
                  <a:lnTo>
                    <a:pt x="4884" y="1"/>
                  </a:lnTo>
                  <a:lnTo>
                    <a:pt x="2773" y="1"/>
                  </a:lnTo>
                  <a:lnTo>
                    <a:pt x="2773" y="347"/>
                  </a:lnTo>
                  <a:cubicBezTo>
                    <a:pt x="2773" y="568"/>
                    <a:pt x="2615" y="725"/>
                    <a:pt x="2426" y="725"/>
                  </a:cubicBezTo>
                  <a:cubicBezTo>
                    <a:pt x="2237" y="725"/>
                    <a:pt x="2080" y="568"/>
                    <a:pt x="2080" y="347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82"/>
            <p:cNvSpPr/>
            <p:nvPr/>
          </p:nvSpPr>
          <p:spPr>
            <a:xfrm>
              <a:off x="5511250" y="3703000"/>
              <a:ext cx="140225" cy="33900"/>
            </a:xfrm>
            <a:custGeom>
              <a:rect b="b" l="l" r="r" t="t"/>
              <a:pathLst>
                <a:path extrusionOk="0" h="1356" w="5609">
                  <a:moveTo>
                    <a:pt x="1" y="0"/>
                  </a:moveTo>
                  <a:lnTo>
                    <a:pt x="1" y="1355"/>
                  </a:lnTo>
                  <a:lnTo>
                    <a:pt x="5609" y="1355"/>
                  </a:lnTo>
                  <a:lnTo>
                    <a:pt x="5609" y="347"/>
                  </a:lnTo>
                  <a:cubicBezTo>
                    <a:pt x="5577" y="158"/>
                    <a:pt x="5451" y="0"/>
                    <a:pt x="52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82"/>
            <p:cNvSpPr/>
            <p:nvPr/>
          </p:nvSpPr>
          <p:spPr>
            <a:xfrm>
              <a:off x="5529375" y="3808550"/>
              <a:ext cx="122900" cy="87450"/>
            </a:xfrm>
            <a:custGeom>
              <a:rect b="b" l="l" r="r" t="t"/>
              <a:pathLst>
                <a:path extrusionOk="0" h="3498" w="4916">
                  <a:moveTo>
                    <a:pt x="0" y="0"/>
                  </a:move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1418"/>
                  </a:lnTo>
                  <a:lnTo>
                    <a:pt x="4190" y="1418"/>
                  </a:lnTo>
                  <a:lnTo>
                    <a:pt x="4190" y="3151"/>
                  </a:lnTo>
                  <a:cubicBezTo>
                    <a:pt x="4190" y="3340"/>
                    <a:pt x="4348" y="3497"/>
                    <a:pt x="4569" y="3497"/>
                  </a:cubicBezTo>
                  <a:cubicBezTo>
                    <a:pt x="4758" y="3497"/>
                    <a:pt x="4915" y="3340"/>
                    <a:pt x="4915" y="3151"/>
                  </a:cubicBezTo>
                  <a:lnTo>
                    <a:pt x="4915" y="0"/>
                  </a:lnTo>
                  <a:lnTo>
                    <a:pt x="2773" y="0"/>
                  </a:lnTo>
                  <a:lnTo>
                    <a:pt x="2773" y="347"/>
                  </a:lnTo>
                  <a:cubicBezTo>
                    <a:pt x="2773" y="536"/>
                    <a:pt x="2615" y="693"/>
                    <a:pt x="2426" y="693"/>
                  </a:cubicBezTo>
                  <a:cubicBezTo>
                    <a:pt x="2237" y="693"/>
                    <a:pt x="2080" y="536"/>
                    <a:pt x="2080" y="347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82"/>
            <p:cNvSpPr/>
            <p:nvPr/>
          </p:nvSpPr>
          <p:spPr>
            <a:xfrm>
              <a:off x="5408075" y="3651025"/>
              <a:ext cx="86675" cy="103975"/>
            </a:xfrm>
            <a:custGeom>
              <a:rect b="b" l="l" r="r" t="t"/>
              <a:pathLst>
                <a:path extrusionOk="0" h="4159" w="3467">
                  <a:moveTo>
                    <a:pt x="1733" y="0"/>
                  </a:moveTo>
                  <a:cubicBezTo>
                    <a:pt x="788" y="0"/>
                    <a:pt x="1" y="788"/>
                    <a:pt x="1" y="1733"/>
                  </a:cubicBezTo>
                  <a:lnTo>
                    <a:pt x="1" y="3812"/>
                  </a:lnTo>
                  <a:cubicBezTo>
                    <a:pt x="1" y="4001"/>
                    <a:pt x="158" y="4159"/>
                    <a:pt x="347" y="4159"/>
                  </a:cubicBezTo>
                  <a:lnTo>
                    <a:pt x="3120" y="4159"/>
                  </a:lnTo>
                  <a:cubicBezTo>
                    <a:pt x="3309" y="4159"/>
                    <a:pt x="3466" y="4001"/>
                    <a:pt x="3466" y="3812"/>
                  </a:cubicBez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9" name="Google Shape;1369;p82"/>
          <p:cNvGrpSpPr/>
          <p:nvPr/>
        </p:nvGrpSpPr>
        <p:grpSpPr>
          <a:xfrm>
            <a:off x="2511981" y="3688124"/>
            <a:ext cx="350079" cy="350079"/>
            <a:chOff x="2037825" y="3254050"/>
            <a:chExt cx="296175" cy="296175"/>
          </a:xfrm>
        </p:grpSpPr>
        <p:sp>
          <p:nvSpPr>
            <p:cNvPr id="1370" name="Google Shape;1370;p82"/>
            <p:cNvSpPr/>
            <p:nvPr/>
          </p:nvSpPr>
          <p:spPr>
            <a:xfrm>
              <a:off x="2063825" y="3254050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82"/>
            <p:cNvSpPr/>
            <p:nvPr/>
          </p:nvSpPr>
          <p:spPr>
            <a:xfrm>
              <a:off x="2178025" y="3289500"/>
              <a:ext cx="104000" cy="67950"/>
            </a:xfrm>
            <a:custGeom>
              <a:rect b="b" l="l" r="r" t="t"/>
              <a:pathLst>
                <a:path extrusionOk="0" h="2718" w="416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82"/>
            <p:cNvSpPr/>
            <p:nvPr/>
          </p:nvSpPr>
          <p:spPr>
            <a:xfrm>
              <a:off x="2070125" y="3444225"/>
              <a:ext cx="106350" cy="69075"/>
            </a:xfrm>
            <a:custGeom>
              <a:rect b="b" l="l" r="r" t="t"/>
              <a:pathLst>
                <a:path extrusionOk="0" h="2763" w="4254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82"/>
            <p:cNvSpPr/>
            <p:nvPr/>
          </p:nvSpPr>
          <p:spPr>
            <a:xfrm>
              <a:off x="2219775" y="3375350"/>
              <a:ext cx="89025" cy="85875"/>
            </a:xfrm>
            <a:custGeom>
              <a:rect b="b" l="l" r="r" t="t"/>
              <a:pathLst>
                <a:path extrusionOk="0" h="3435" w="3561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82"/>
            <p:cNvSpPr/>
            <p:nvPr/>
          </p:nvSpPr>
          <p:spPr>
            <a:xfrm>
              <a:off x="2037825" y="3339125"/>
              <a:ext cx="138650" cy="88225"/>
            </a:xfrm>
            <a:custGeom>
              <a:rect b="b" l="l" r="r" t="t"/>
              <a:pathLst>
                <a:path extrusionOk="0" h="3529" w="5546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82"/>
            <p:cNvSpPr/>
            <p:nvPr/>
          </p:nvSpPr>
          <p:spPr>
            <a:xfrm>
              <a:off x="2193775" y="3460400"/>
              <a:ext cx="140225" cy="89825"/>
            </a:xfrm>
            <a:custGeom>
              <a:rect b="b" l="l" r="r" t="t"/>
              <a:pathLst>
                <a:path extrusionOk="0" h="3593" w="5609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6" name="Google Shape;1376;p82"/>
          <p:cNvGrpSpPr/>
          <p:nvPr/>
        </p:nvGrpSpPr>
        <p:grpSpPr>
          <a:xfrm>
            <a:off x="3776106" y="3201964"/>
            <a:ext cx="350079" cy="349133"/>
            <a:chOff x="2037825" y="3981825"/>
            <a:chExt cx="296175" cy="295375"/>
          </a:xfrm>
        </p:grpSpPr>
        <p:sp>
          <p:nvSpPr>
            <p:cNvPr id="1377" name="Google Shape;1377;p82"/>
            <p:cNvSpPr/>
            <p:nvPr/>
          </p:nvSpPr>
          <p:spPr>
            <a:xfrm>
              <a:off x="2072500" y="4085775"/>
              <a:ext cx="88225" cy="86675"/>
            </a:xfrm>
            <a:custGeom>
              <a:rect b="b" l="l" r="r" t="t"/>
              <a:pathLst>
                <a:path extrusionOk="0" h="3467" w="3529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82"/>
            <p:cNvSpPr/>
            <p:nvPr/>
          </p:nvSpPr>
          <p:spPr>
            <a:xfrm>
              <a:off x="2176450" y="3981825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82"/>
            <p:cNvSpPr/>
            <p:nvPr/>
          </p:nvSpPr>
          <p:spPr>
            <a:xfrm>
              <a:off x="2037825" y="4168475"/>
              <a:ext cx="157550" cy="108725"/>
            </a:xfrm>
            <a:custGeom>
              <a:rect b="b" l="l" r="r" t="t"/>
              <a:pathLst>
                <a:path extrusionOk="0" h="4349" w="6302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0" name="Google Shape;1380;p82"/>
          <p:cNvGrpSpPr/>
          <p:nvPr/>
        </p:nvGrpSpPr>
        <p:grpSpPr>
          <a:xfrm>
            <a:off x="1337467" y="3201489"/>
            <a:ext cx="351024" cy="350079"/>
            <a:chOff x="3859600" y="3591950"/>
            <a:chExt cx="296975" cy="296175"/>
          </a:xfrm>
        </p:grpSpPr>
        <p:sp>
          <p:nvSpPr>
            <p:cNvPr id="1381" name="Google Shape;1381;p82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82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82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4" name="Google Shape;1384;p82"/>
          <p:cNvGrpSpPr/>
          <p:nvPr/>
        </p:nvGrpSpPr>
        <p:grpSpPr>
          <a:xfrm>
            <a:off x="7456448" y="3688123"/>
            <a:ext cx="350079" cy="350079"/>
            <a:chOff x="3860400" y="3955025"/>
            <a:chExt cx="296175" cy="296175"/>
          </a:xfrm>
        </p:grpSpPr>
        <p:sp>
          <p:nvSpPr>
            <p:cNvPr id="1385" name="Google Shape;1385;p82"/>
            <p:cNvSpPr/>
            <p:nvPr/>
          </p:nvSpPr>
          <p:spPr>
            <a:xfrm>
              <a:off x="3973825" y="3955025"/>
              <a:ext cx="68525" cy="68550"/>
            </a:xfrm>
            <a:custGeom>
              <a:rect b="b" l="l" r="r" t="t"/>
              <a:pathLst>
                <a:path extrusionOk="0" h="2742" w="2741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2"/>
                    <a:pt x="630" y="2742"/>
                    <a:pt x="1355" y="2742"/>
                  </a:cubicBezTo>
                  <a:cubicBezTo>
                    <a:pt x="2111" y="2742"/>
                    <a:pt x="2741" y="2112"/>
                    <a:pt x="2741" y="1387"/>
                  </a:cubicBezTo>
                  <a:cubicBezTo>
                    <a:pt x="2741" y="631"/>
                    <a:pt x="2142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82"/>
            <p:cNvSpPr/>
            <p:nvPr/>
          </p:nvSpPr>
          <p:spPr>
            <a:xfrm>
              <a:off x="3947025" y="40219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1"/>
                  </a:moveTo>
                  <a:cubicBezTo>
                    <a:pt x="316" y="442"/>
                    <a:pt x="1" y="1104"/>
                    <a:pt x="1" y="1797"/>
                  </a:cubicBezTo>
                  <a:lnTo>
                    <a:pt x="1" y="2521"/>
                  </a:lnTo>
                  <a:cubicBezTo>
                    <a:pt x="1" y="2710"/>
                    <a:pt x="158" y="2868"/>
                    <a:pt x="347" y="2868"/>
                  </a:cubicBezTo>
                  <a:lnTo>
                    <a:pt x="4506" y="2868"/>
                  </a:lnTo>
                  <a:cubicBezTo>
                    <a:pt x="4727" y="2868"/>
                    <a:pt x="4884" y="2710"/>
                    <a:pt x="4884" y="2521"/>
                  </a:cubicBezTo>
                  <a:lnTo>
                    <a:pt x="4884" y="1860"/>
                  </a:lnTo>
                  <a:cubicBezTo>
                    <a:pt x="4884" y="1135"/>
                    <a:pt x="4569" y="473"/>
                    <a:pt x="4034" y="32"/>
                  </a:cubicBezTo>
                  <a:cubicBezTo>
                    <a:pt x="3655" y="473"/>
                    <a:pt x="3120" y="788"/>
                    <a:pt x="2427" y="788"/>
                  </a:cubicBezTo>
                  <a:cubicBezTo>
                    <a:pt x="1797" y="788"/>
                    <a:pt x="1198" y="473"/>
                    <a:pt x="8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82"/>
            <p:cNvSpPr/>
            <p:nvPr/>
          </p:nvSpPr>
          <p:spPr>
            <a:xfrm>
              <a:off x="4086450" y="4145650"/>
              <a:ext cx="70125" cy="104775"/>
            </a:xfrm>
            <a:custGeom>
              <a:rect b="b" l="l" r="r" t="t"/>
              <a:pathLst>
                <a:path extrusionOk="0" h="4191" w="2805">
                  <a:moveTo>
                    <a:pt x="0" y="0"/>
                  </a:moveTo>
                  <a:lnTo>
                    <a:pt x="0" y="4190"/>
                  </a:lnTo>
                  <a:lnTo>
                    <a:pt x="2458" y="4190"/>
                  </a:lnTo>
                  <a:cubicBezTo>
                    <a:pt x="2647" y="4190"/>
                    <a:pt x="2804" y="4033"/>
                    <a:pt x="2804" y="3844"/>
                  </a:cubicBezTo>
                  <a:lnTo>
                    <a:pt x="2804" y="315"/>
                  </a:lnTo>
                  <a:cubicBezTo>
                    <a:pt x="2773" y="158"/>
                    <a:pt x="2647" y="0"/>
                    <a:pt x="2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82"/>
            <p:cNvSpPr/>
            <p:nvPr/>
          </p:nvSpPr>
          <p:spPr>
            <a:xfrm>
              <a:off x="3860400" y="4180300"/>
              <a:ext cx="70125" cy="70125"/>
            </a:xfrm>
            <a:custGeom>
              <a:rect b="b" l="l" r="r" t="t"/>
              <a:pathLst>
                <a:path extrusionOk="0" h="2805" w="2805">
                  <a:moveTo>
                    <a:pt x="347" y="0"/>
                  </a:moveTo>
                  <a:cubicBezTo>
                    <a:pt x="158" y="0"/>
                    <a:pt x="0" y="189"/>
                    <a:pt x="0" y="347"/>
                  </a:cubicBezTo>
                  <a:lnTo>
                    <a:pt x="0" y="2458"/>
                  </a:lnTo>
                  <a:cubicBezTo>
                    <a:pt x="0" y="2678"/>
                    <a:pt x="158" y="2804"/>
                    <a:pt x="347" y="2804"/>
                  </a:cubicBezTo>
                  <a:lnTo>
                    <a:pt x="2804" y="2804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82"/>
            <p:cNvSpPr/>
            <p:nvPr/>
          </p:nvSpPr>
          <p:spPr>
            <a:xfrm>
              <a:off x="3947025" y="4111775"/>
              <a:ext cx="122125" cy="139425"/>
            </a:xfrm>
            <a:custGeom>
              <a:rect b="b" l="l" r="r" t="t"/>
              <a:pathLst>
                <a:path extrusionOk="0" h="5577" w="4885">
                  <a:moveTo>
                    <a:pt x="2466" y="1377"/>
                  </a:moveTo>
                  <a:cubicBezTo>
                    <a:pt x="2522" y="1377"/>
                    <a:pt x="2582" y="1392"/>
                    <a:pt x="2647" y="1418"/>
                  </a:cubicBezTo>
                  <a:cubicBezTo>
                    <a:pt x="2742" y="1450"/>
                    <a:pt x="2836" y="1607"/>
                    <a:pt x="2836" y="1733"/>
                  </a:cubicBezTo>
                  <a:lnTo>
                    <a:pt x="2836" y="3497"/>
                  </a:lnTo>
                  <a:lnTo>
                    <a:pt x="3183" y="3497"/>
                  </a:lnTo>
                  <a:cubicBezTo>
                    <a:pt x="3372" y="3497"/>
                    <a:pt x="3529" y="3655"/>
                    <a:pt x="3529" y="3844"/>
                  </a:cubicBezTo>
                  <a:cubicBezTo>
                    <a:pt x="3529" y="4033"/>
                    <a:pt x="3340" y="4159"/>
                    <a:pt x="3151" y="4159"/>
                  </a:cubicBezTo>
                  <a:lnTo>
                    <a:pt x="1765" y="4159"/>
                  </a:lnTo>
                  <a:cubicBezTo>
                    <a:pt x="1576" y="4159"/>
                    <a:pt x="1419" y="4002"/>
                    <a:pt x="1419" y="3812"/>
                  </a:cubicBezTo>
                  <a:cubicBezTo>
                    <a:pt x="1419" y="3623"/>
                    <a:pt x="1576" y="3466"/>
                    <a:pt x="1765" y="3466"/>
                  </a:cubicBezTo>
                  <a:lnTo>
                    <a:pt x="2112" y="3466"/>
                  </a:lnTo>
                  <a:lnTo>
                    <a:pt x="2112" y="2552"/>
                  </a:lnTo>
                  <a:lnTo>
                    <a:pt x="1986" y="2678"/>
                  </a:lnTo>
                  <a:cubicBezTo>
                    <a:pt x="1938" y="2726"/>
                    <a:pt x="1852" y="2749"/>
                    <a:pt x="1765" y="2749"/>
                  </a:cubicBezTo>
                  <a:cubicBezTo>
                    <a:pt x="1679" y="2749"/>
                    <a:pt x="1592" y="2726"/>
                    <a:pt x="1545" y="2678"/>
                  </a:cubicBezTo>
                  <a:cubicBezTo>
                    <a:pt x="1419" y="2552"/>
                    <a:pt x="1419" y="2300"/>
                    <a:pt x="1545" y="2206"/>
                  </a:cubicBezTo>
                  <a:lnTo>
                    <a:pt x="2238" y="1481"/>
                  </a:lnTo>
                  <a:cubicBezTo>
                    <a:pt x="2312" y="1407"/>
                    <a:pt x="2385" y="1377"/>
                    <a:pt x="2466" y="1377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5577"/>
                  </a:lnTo>
                  <a:lnTo>
                    <a:pt x="4853" y="5577"/>
                  </a:lnTo>
                  <a:cubicBezTo>
                    <a:pt x="4884" y="3245"/>
                    <a:pt x="4884" y="2678"/>
                    <a:pt x="4884" y="347"/>
                  </a:cubicBezTo>
                  <a:cubicBezTo>
                    <a:pt x="4884" y="158"/>
                    <a:pt x="4727" y="0"/>
                    <a:pt x="45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0" name="Google Shape;1390;p82"/>
          <p:cNvGrpSpPr/>
          <p:nvPr/>
        </p:nvGrpSpPr>
        <p:grpSpPr>
          <a:xfrm>
            <a:off x="6247701" y="2702596"/>
            <a:ext cx="355664" cy="349133"/>
            <a:chOff x="5716825" y="3235950"/>
            <a:chExt cx="300900" cy="295375"/>
          </a:xfrm>
        </p:grpSpPr>
        <p:sp>
          <p:nvSpPr>
            <p:cNvPr id="1391" name="Google Shape;1391;p82"/>
            <p:cNvSpPr/>
            <p:nvPr/>
          </p:nvSpPr>
          <p:spPr>
            <a:xfrm>
              <a:off x="5716825" y="3309975"/>
              <a:ext cx="137075" cy="146525"/>
            </a:xfrm>
            <a:custGeom>
              <a:rect b="b" l="l" r="r" t="t"/>
              <a:pathLst>
                <a:path extrusionOk="0" h="5861" w="5483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82"/>
            <p:cNvSpPr/>
            <p:nvPr/>
          </p:nvSpPr>
          <p:spPr>
            <a:xfrm>
              <a:off x="5794025" y="3235950"/>
              <a:ext cx="145725" cy="133900"/>
            </a:xfrm>
            <a:custGeom>
              <a:rect b="b" l="l" r="r" t="t"/>
              <a:pathLst>
                <a:path extrusionOk="0" h="5356" w="5829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82"/>
            <p:cNvSpPr/>
            <p:nvPr/>
          </p:nvSpPr>
          <p:spPr>
            <a:xfrm>
              <a:off x="5880650" y="3309975"/>
              <a:ext cx="137075" cy="145725"/>
            </a:xfrm>
            <a:custGeom>
              <a:rect b="b" l="l" r="r" t="t"/>
              <a:pathLst>
                <a:path extrusionOk="0" h="5829" w="5483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82"/>
            <p:cNvSpPr/>
            <p:nvPr/>
          </p:nvSpPr>
          <p:spPr>
            <a:xfrm>
              <a:off x="5794025" y="3396625"/>
              <a:ext cx="147300" cy="134700"/>
            </a:xfrm>
            <a:custGeom>
              <a:rect b="b" l="l" r="r" t="t"/>
              <a:pathLst>
                <a:path extrusionOk="0" h="5388" w="5892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5" name="Google Shape;1395;p82"/>
          <p:cNvGrpSpPr/>
          <p:nvPr/>
        </p:nvGrpSpPr>
        <p:grpSpPr>
          <a:xfrm>
            <a:off x="3786334" y="2200097"/>
            <a:ext cx="329601" cy="327739"/>
            <a:chOff x="5727850" y="3609275"/>
            <a:chExt cx="278850" cy="277275"/>
          </a:xfrm>
        </p:grpSpPr>
        <p:sp>
          <p:nvSpPr>
            <p:cNvPr id="1396" name="Google Shape;1396;p82"/>
            <p:cNvSpPr/>
            <p:nvPr/>
          </p:nvSpPr>
          <p:spPr>
            <a:xfrm>
              <a:off x="5884600" y="3765225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6" y="662"/>
                  </a:moveTo>
                  <a:cubicBezTo>
                    <a:pt x="2646" y="662"/>
                    <a:pt x="2804" y="819"/>
                    <a:pt x="2804" y="1008"/>
                  </a:cubicBezTo>
                  <a:cubicBezTo>
                    <a:pt x="2804" y="1197"/>
                    <a:pt x="2646" y="1355"/>
                    <a:pt x="2426" y="1355"/>
                  </a:cubicBezTo>
                  <a:cubicBezTo>
                    <a:pt x="2237" y="1355"/>
                    <a:pt x="2079" y="1197"/>
                    <a:pt x="2079" y="1008"/>
                  </a:cubicBezTo>
                  <a:cubicBezTo>
                    <a:pt x="2079" y="819"/>
                    <a:pt x="2237" y="662"/>
                    <a:pt x="2426" y="662"/>
                  </a:cubicBezTo>
                  <a:close/>
                  <a:moveTo>
                    <a:pt x="2426" y="1670"/>
                  </a:moveTo>
                  <a:cubicBezTo>
                    <a:pt x="2646" y="1670"/>
                    <a:pt x="2804" y="1828"/>
                    <a:pt x="2804" y="2048"/>
                  </a:cubicBezTo>
                  <a:lnTo>
                    <a:pt x="2804" y="3781"/>
                  </a:lnTo>
                  <a:cubicBezTo>
                    <a:pt x="2804" y="3970"/>
                    <a:pt x="2646" y="4127"/>
                    <a:pt x="2426" y="4127"/>
                  </a:cubicBezTo>
                  <a:cubicBezTo>
                    <a:pt x="2237" y="4127"/>
                    <a:pt x="2079" y="3970"/>
                    <a:pt x="2079" y="3781"/>
                  </a:cubicBezTo>
                  <a:lnTo>
                    <a:pt x="2079" y="2048"/>
                  </a:lnTo>
                  <a:cubicBezTo>
                    <a:pt x="2079" y="1828"/>
                    <a:pt x="2237" y="1670"/>
                    <a:pt x="2426" y="1670"/>
                  </a:cubicBezTo>
                  <a:close/>
                  <a:moveTo>
                    <a:pt x="2426" y="0"/>
                  </a:moveTo>
                  <a:cubicBezTo>
                    <a:pt x="1103" y="0"/>
                    <a:pt x="0" y="1103"/>
                    <a:pt x="0" y="2426"/>
                  </a:cubicBezTo>
                  <a:cubicBezTo>
                    <a:pt x="0" y="3749"/>
                    <a:pt x="1103" y="4852"/>
                    <a:pt x="2426" y="4852"/>
                  </a:cubicBezTo>
                  <a:cubicBezTo>
                    <a:pt x="3781" y="4852"/>
                    <a:pt x="4883" y="3749"/>
                    <a:pt x="4883" y="2426"/>
                  </a:cubicBezTo>
                  <a:cubicBezTo>
                    <a:pt x="4883" y="1040"/>
                    <a:pt x="3781" y="0"/>
                    <a:pt x="2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82"/>
            <p:cNvSpPr/>
            <p:nvPr/>
          </p:nvSpPr>
          <p:spPr>
            <a:xfrm>
              <a:off x="5727850" y="3669125"/>
              <a:ext cx="35475" cy="216625"/>
            </a:xfrm>
            <a:custGeom>
              <a:rect b="b" l="l" r="r" t="t"/>
              <a:pathLst>
                <a:path extrusionOk="0" h="8665" w="1419">
                  <a:moveTo>
                    <a:pt x="32" y="1"/>
                  </a:moveTo>
                  <a:lnTo>
                    <a:pt x="32" y="7310"/>
                  </a:lnTo>
                  <a:cubicBezTo>
                    <a:pt x="1" y="8034"/>
                    <a:pt x="631" y="8665"/>
                    <a:pt x="1418" y="8665"/>
                  </a:cubicBezTo>
                  <a:lnTo>
                    <a:pt x="1418" y="347"/>
                  </a:lnTo>
                  <a:lnTo>
                    <a:pt x="1072" y="347"/>
                  </a:lnTo>
                  <a:cubicBezTo>
                    <a:pt x="662" y="347"/>
                    <a:pt x="316" y="253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82"/>
            <p:cNvSpPr/>
            <p:nvPr/>
          </p:nvSpPr>
          <p:spPr>
            <a:xfrm>
              <a:off x="5779825" y="3677800"/>
              <a:ext cx="174900" cy="207950"/>
            </a:xfrm>
            <a:custGeom>
              <a:rect b="b" l="l" r="r" t="t"/>
              <a:pathLst>
                <a:path extrusionOk="0" h="8318" w="6996">
                  <a:moveTo>
                    <a:pt x="5262" y="693"/>
                  </a:moveTo>
                  <a:cubicBezTo>
                    <a:pt x="5451" y="693"/>
                    <a:pt x="5609" y="851"/>
                    <a:pt x="5609" y="1040"/>
                  </a:cubicBezTo>
                  <a:cubicBezTo>
                    <a:pt x="5609" y="1229"/>
                    <a:pt x="5451" y="1386"/>
                    <a:pt x="5262" y="1386"/>
                  </a:cubicBezTo>
                  <a:lnTo>
                    <a:pt x="1072" y="1386"/>
                  </a:lnTo>
                  <a:cubicBezTo>
                    <a:pt x="883" y="1386"/>
                    <a:pt x="726" y="1229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262" y="2080"/>
                  </a:moveTo>
                  <a:cubicBezTo>
                    <a:pt x="5451" y="2080"/>
                    <a:pt x="5609" y="2237"/>
                    <a:pt x="5609" y="2426"/>
                  </a:cubicBezTo>
                  <a:cubicBezTo>
                    <a:pt x="5609" y="2615"/>
                    <a:pt x="5451" y="2773"/>
                    <a:pt x="5262" y="2773"/>
                  </a:cubicBezTo>
                  <a:lnTo>
                    <a:pt x="1072" y="2773"/>
                  </a:lnTo>
                  <a:cubicBezTo>
                    <a:pt x="883" y="2773"/>
                    <a:pt x="726" y="2615"/>
                    <a:pt x="726" y="2426"/>
                  </a:cubicBezTo>
                  <a:cubicBezTo>
                    <a:pt x="726" y="2237"/>
                    <a:pt x="883" y="2080"/>
                    <a:pt x="1072" y="2080"/>
                  </a:cubicBezTo>
                  <a:close/>
                  <a:moveTo>
                    <a:pt x="1" y="0"/>
                  </a:moveTo>
                  <a:lnTo>
                    <a:pt x="1" y="8318"/>
                  </a:lnTo>
                  <a:lnTo>
                    <a:pt x="4695" y="8318"/>
                  </a:lnTo>
                  <a:cubicBezTo>
                    <a:pt x="4002" y="7750"/>
                    <a:pt x="3498" y="6868"/>
                    <a:pt x="3498" y="5892"/>
                  </a:cubicBezTo>
                  <a:cubicBezTo>
                    <a:pt x="3498" y="5766"/>
                    <a:pt x="3561" y="5640"/>
                    <a:pt x="3561" y="5545"/>
                  </a:cubicBezTo>
                  <a:lnTo>
                    <a:pt x="1072" y="5545"/>
                  </a:lnTo>
                  <a:cubicBezTo>
                    <a:pt x="883" y="5545"/>
                    <a:pt x="726" y="5388"/>
                    <a:pt x="726" y="5167"/>
                  </a:cubicBezTo>
                  <a:lnTo>
                    <a:pt x="726" y="3812"/>
                  </a:lnTo>
                  <a:cubicBezTo>
                    <a:pt x="726" y="3592"/>
                    <a:pt x="883" y="3434"/>
                    <a:pt x="1072" y="3434"/>
                  </a:cubicBezTo>
                  <a:lnTo>
                    <a:pt x="4695" y="3434"/>
                  </a:lnTo>
                  <a:cubicBezTo>
                    <a:pt x="5199" y="3056"/>
                    <a:pt x="5861" y="2773"/>
                    <a:pt x="6617" y="2773"/>
                  </a:cubicBezTo>
                  <a:cubicBezTo>
                    <a:pt x="6743" y="2773"/>
                    <a:pt x="6869" y="2804"/>
                    <a:pt x="6995" y="2804"/>
                  </a:cubicBezTo>
                  <a:lnTo>
                    <a:pt x="69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82"/>
            <p:cNvSpPr/>
            <p:nvPr/>
          </p:nvSpPr>
          <p:spPr>
            <a:xfrm>
              <a:off x="5815275" y="3781750"/>
              <a:ext cx="66200" cy="17350"/>
            </a:xfrm>
            <a:custGeom>
              <a:rect b="b" l="l" r="r" t="t"/>
              <a:pathLst>
                <a:path extrusionOk="0" h="694" w="2648">
                  <a:moveTo>
                    <a:pt x="1" y="1"/>
                  </a:moveTo>
                  <a:lnTo>
                    <a:pt x="1" y="694"/>
                  </a:lnTo>
                  <a:lnTo>
                    <a:pt x="2301" y="694"/>
                  </a:lnTo>
                  <a:cubicBezTo>
                    <a:pt x="2364" y="473"/>
                    <a:pt x="2490" y="221"/>
                    <a:pt x="2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82"/>
            <p:cNvSpPr/>
            <p:nvPr/>
          </p:nvSpPr>
          <p:spPr>
            <a:xfrm>
              <a:off x="5727850" y="3609275"/>
              <a:ext cx="226075" cy="51225"/>
            </a:xfrm>
            <a:custGeom>
              <a:rect b="b" l="l" r="r" t="t"/>
              <a:pathLst>
                <a:path extrusionOk="0" h="2049" w="9043">
                  <a:moveTo>
                    <a:pt x="1072" y="0"/>
                  </a:moveTo>
                  <a:cubicBezTo>
                    <a:pt x="473" y="0"/>
                    <a:pt x="32" y="473"/>
                    <a:pt x="32" y="1040"/>
                  </a:cubicBezTo>
                  <a:cubicBezTo>
                    <a:pt x="1" y="1576"/>
                    <a:pt x="473" y="2048"/>
                    <a:pt x="1072" y="2048"/>
                  </a:cubicBezTo>
                  <a:lnTo>
                    <a:pt x="9043" y="2048"/>
                  </a:lnTo>
                  <a:cubicBezTo>
                    <a:pt x="8475" y="2048"/>
                    <a:pt x="8034" y="1576"/>
                    <a:pt x="8034" y="1040"/>
                  </a:cubicBezTo>
                  <a:cubicBezTo>
                    <a:pt x="8034" y="441"/>
                    <a:pt x="8507" y="0"/>
                    <a:pt x="90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1" name="Google Shape;1401;p82"/>
          <p:cNvSpPr txBox="1"/>
          <p:nvPr/>
        </p:nvSpPr>
        <p:spPr>
          <a:xfrm>
            <a:off x="2830950" y="7741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Processos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02" name="Google Shape;1402;p82"/>
          <p:cNvGrpSpPr/>
          <p:nvPr/>
        </p:nvGrpSpPr>
        <p:grpSpPr>
          <a:xfrm>
            <a:off x="3152867" y="1649493"/>
            <a:ext cx="256832" cy="345974"/>
            <a:chOff x="839542" y="1588608"/>
            <a:chExt cx="256832" cy="345974"/>
          </a:xfrm>
        </p:grpSpPr>
        <p:sp>
          <p:nvSpPr>
            <p:cNvPr id="1403" name="Google Shape;1403;p82"/>
            <p:cNvSpPr/>
            <p:nvPr/>
          </p:nvSpPr>
          <p:spPr>
            <a:xfrm>
              <a:off x="976301" y="1735421"/>
              <a:ext cx="22173" cy="23520"/>
            </a:xfrm>
            <a:custGeom>
              <a:rect b="b" l="l" r="r" t="t"/>
              <a:pathLst>
                <a:path extrusionOk="0" h="524" w="494">
                  <a:moveTo>
                    <a:pt x="1" y="0"/>
                  </a:moveTo>
                  <a:lnTo>
                    <a:pt x="1" y="523"/>
                  </a:lnTo>
                  <a:lnTo>
                    <a:pt x="494" y="523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82"/>
            <p:cNvSpPr/>
            <p:nvPr/>
          </p:nvSpPr>
          <p:spPr>
            <a:xfrm>
              <a:off x="937432" y="1735421"/>
              <a:ext cx="22173" cy="23520"/>
            </a:xfrm>
            <a:custGeom>
              <a:rect b="b" l="l" r="r" t="t"/>
              <a:pathLst>
                <a:path extrusionOk="0" h="524" w="494">
                  <a:moveTo>
                    <a:pt x="1" y="0"/>
                  </a:moveTo>
                  <a:lnTo>
                    <a:pt x="1" y="523"/>
                  </a:lnTo>
                  <a:lnTo>
                    <a:pt x="493" y="523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82"/>
            <p:cNvSpPr/>
            <p:nvPr/>
          </p:nvSpPr>
          <p:spPr>
            <a:xfrm>
              <a:off x="976301" y="1814506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1"/>
                  </a:moveTo>
                  <a:lnTo>
                    <a:pt x="1" y="494"/>
                  </a:lnTo>
                  <a:lnTo>
                    <a:pt x="494" y="494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82"/>
            <p:cNvSpPr/>
            <p:nvPr/>
          </p:nvSpPr>
          <p:spPr>
            <a:xfrm>
              <a:off x="897217" y="1775637"/>
              <a:ext cx="24193" cy="22173"/>
            </a:xfrm>
            <a:custGeom>
              <a:rect b="b" l="l" r="r" t="t"/>
              <a:pathLst>
                <a:path extrusionOk="0" h="494" w="539">
                  <a:moveTo>
                    <a:pt x="0" y="0"/>
                  </a:moveTo>
                  <a:lnTo>
                    <a:pt x="0" y="493"/>
                  </a:lnTo>
                  <a:lnTo>
                    <a:pt x="538" y="49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82"/>
            <p:cNvSpPr/>
            <p:nvPr/>
          </p:nvSpPr>
          <p:spPr>
            <a:xfrm>
              <a:off x="976301" y="1775637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0"/>
                  </a:moveTo>
                  <a:lnTo>
                    <a:pt x="1" y="493"/>
                  </a:lnTo>
                  <a:lnTo>
                    <a:pt x="494" y="493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82"/>
            <p:cNvSpPr/>
            <p:nvPr/>
          </p:nvSpPr>
          <p:spPr>
            <a:xfrm>
              <a:off x="1015215" y="1775637"/>
              <a:ext cx="24148" cy="22173"/>
            </a:xfrm>
            <a:custGeom>
              <a:rect b="b" l="l" r="r" t="t"/>
              <a:pathLst>
                <a:path extrusionOk="0" h="494" w="538">
                  <a:moveTo>
                    <a:pt x="0" y="0"/>
                  </a:moveTo>
                  <a:lnTo>
                    <a:pt x="0" y="493"/>
                  </a:lnTo>
                  <a:lnTo>
                    <a:pt x="538" y="49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82"/>
            <p:cNvSpPr/>
            <p:nvPr/>
          </p:nvSpPr>
          <p:spPr>
            <a:xfrm>
              <a:off x="976301" y="1853375"/>
              <a:ext cx="22173" cy="18852"/>
            </a:xfrm>
            <a:custGeom>
              <a:rect b="b" l="l" r="r" t="t"/>
              <a:pathLst>
                <a:path extrusionOk="0" h="420" w="494">
                  <a:moveTo>
                    <a:pt x="1" y="1"/>
                  </a:moveTo>
                  <a:lnTo>
                    <a:pt x="1" y="419"/>
                  </a:lnTo>
                  <a:lnTo>
                    <a:pt x="494" y="419"/>
                  </a:lnTo>
                  <a:lnTo>
                    <a:pt x="4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82"/>
            <p:cNvSpPr/>
            <p:nvPr/>
          </p:nvSpPr>
          <p:spPr>
            <a:xfrm>
              <a:off x="897217" y="1814506"/>
              <a:ext cx="24193" cy="22173"/>
            </a:xfrm>
            <a:custGeom>
              <a:rect b="b" l="l" r="r" t="t"/>
              <a:pathLst>
                <a:path extrusionOk="0" h="494" w="539">
                  <a:moveTo>
                    <a:pt x="0" y="1"/>
                  </a:moveTo>
                  <a:lnTo>
                    <a:pt x="0" y="494"/>
                  </a:lnTo>
                  <a:lnTo>
                    <a:pt x="538" y="494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82"/>
            <p:cNvSpPr/>
            <p:nvPr/>
          </p:nvSpPr>
          <p:spPr>
            <a:xfrm>
              <a:off x="937432" y="1814506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1"/>
                  </a:moveTo>
                  <a:lnTo>
                    <a:pt x="1" y="494"/>
                  </a:lnTo>
                  <a:lnTo>
                    <a:pt x="493" y="494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82"/>
            <p:cNvSpPr/>
            <p:nvPr/>
          </p:nvSpPr>
          <p:spPr>
            <a:xfrm>
              <a:off x="937432" y="1775637"/>
              <a:ext cx="22173" cy="22173"/>
            </a:xfrm>
            <a:custGeom>
              <a:rect b="b" l="l" r="r" t="t"/>
              <a:pathLst>
                <a:path extrusionOk="0" h="494" w="494">
                  <a:moveTo>
                    <a:pt x="1" y="0"/>
                  </a:moveTo>
                  <a:lnTo>
                    <a:pt x="1" y="493"/>
                  </a:lnTo>
                  <a:lnTo>
                    <a:pt x="493" y="493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82"/>
            <p:cNvSpPr/>
            <p:nvPr/>
          </p:nvSpPr>
          <p:spPr>
            <a:xfrm>
              <a:off x="937432" y="1853375"/>
              <a:ext cx="22173" cy="18852"/>
            </a:xfrm>
            <a:custGeom>
              <a:rect b="b" l="l" r="r" t="t"/>
              <a:pathLst>
                <a:path extrusionOk="0" h="420" w="494">
                  <a:moveTo>
                    <a:pt x="1" y="1"/>
                  </a:moveTo>
                  <a:lnTo>
                    <a:pt x="1" y="419"/>
                  </a:lnTo>
                  <a:lnTo>
                    <a:pt x="493" y="419"/>
                  </a:lnTo>
                  <a:lnTo>
                    <a:pt x="4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82"/>
            <p:cNvSpPr/>
            <p:nvPr/>
          </p:nvSpPr>
          <p:spPr>
            <a:xfrm>
              <a:off x="1015215" y="1853375"/>
              <a:ext cx="24148" cy="18852"/>
            </a:xfrm>
            <a:custGeom>
              <a:rect b="b" l="l" r="r" t="t"/>
              <a:pathLst>
                <a:path extrusionOk="0" h="420" w="538">
                  <a:moveTo>
                    <a:pt x="0" y="1"/>
                  </a:moveTo>
                  <a:lnTo>
                    <a:pt x="0" y="419"/>
                  </a:lnTo>
                  <a:lnTo>
                    <a:pt x="538" y="419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82"/>
            <p:cNvSpPr/>
            <p:nvPr/>
          </p:nvSpPr>
          <p:spPr>
            <a:xfrm>
              <a:off x="897217" y="1642917"/>
              <a:ext cx="142151" cy="42955"/>
            </a:xfrm>
            <a:custGeom>
              <a:rect b="b" l="l" r="r" t="t"/>
              <a:pathLst>
                <a:path extrusionOk="0" h="957" w="3167">
                  <a:moveTo>
                    <a:pt x="2450" y="254"/>
                  </a:moveTo>
                  <a:cubicBezTo>
                    <a:pt x="2554" y="254"/>
                    <a:pt x="2629" y="344"/>
                    <a:pt x="2629" y="448"/>
                  </a:cubicBezTo>
                  <a:cubicBezTo>
                    <a:pt x="2629" y="553"/>
                    <a:pt x="2554" y="627"/>
                    <a:pt x="2450" y="627"/>
                  </a:cubicBezTo>
                  <a:lnTo>
                    <a:pt x="2017" y="627"/>
                  </a:lnTo>
                  <a:cubicBezTo>
                    <a:pt x="1912" y="627"/>
                    <a:pt x="1838" y="553"/>
                    <a:pt x="1838" y="448"/>
                  </a:cubicBezTo>
                  <a:cubicBezTo>
                    <a:pt x="1838" y="344"/>
                    <a:pt x="1912" y="254"/>
                    <a:pt x="2017" y="254"/>
                  </a:cubicBezTo>
                  <a:close/>
                  <a:moveTo>
                    <a:pt x="0" y="0"/>
                  </a:moveTo>
                  <a:lnTo>
                    <a:pt x="0" y="956"/>
                  </a:lnTo>
                  <a:lnTo>
                    <a:pt x="3167" y="956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82"/>
            <p:cNvSpPr/>
            <p:nvPr/>
          </p:nvSpPr>
          <p:spPr>
            <a:xfrm>
              <a:off x="1015215" y="1814506"/>
              <a:ext cx="24148" cy="22173"/>
            </a:xfrm>
            <a:custGeom>
              <a:rect b="b" l="l" r="r" t="t"/>
              <a:pathLst>
                <a:path extrusionOk="0" h="494" w="538">
                  <a:moveTo>
                    <a:pt x="0" y="1"/>
                  </a:moveTo>
                  <a:lnTo>
                    <a:pt x="0" y="494"/>
                  </a:lnTo>
                  <a:lnTo>
                    <a:pt x="538" y="494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82"/>
            <p:cNvSpPr/>
            <p:nvPr/>
          </p:nvSpPr>
          <p:spPr>
            <a:xfrm>
              <a:off x="839542" y="1588608"/>
              <a:ext cx="256832" cy="345974"/>
            </a:xfrm>
            <a:custGeom>
              <a:rect b="b" l="l" r="r" t="t"/>
              <a:pathLst>
                <a:path extrusionOk="0" h="7708" w="5722">
                  <a:moveTo>
                    <a:pt x="4631" y="852"/>
                  </a:moveTo>
                  <a:cubicBezTo>
                    <a:pt x="4736" y="852"/>
                    <a:pt x="4810" y="926"/>
                    <a:pt x="4810" y="1031"/>
                  </a:cubicBezTo>
                  <a:lnTo>
                    <a:pt x="4810" y="2360"/>
                  </a:lnTo>
                  <a:cubicBezTo>
                    <a:pt x="4810" y="2450"/>
                    <a:pt x="4736" y="2539"/>
                    <a:pt x="4631" y="2539"/>
                  </a:cubicBezTo>
                  <a:lnTo>
                    <a:pt x="1106" y="2539"/>
                  </a:lnTo>
                  <a:cubicBezTo>
                    <a:pt x="1002" y="2539"/>
                    <a:pt x="912" y="2450"/>
                    <a:pt x="912" y="2360"/>
                  </a:cubicBezTo>
                  <a:lnTo>
                    <a:pt x="912" y="1031"/>
                  </a:lnTo>
                  <a:cubicBezTo>
                    <a:pt x="912" y="926"/>
                    <a:pt x="1002" y="852"/>
                    <a:pt x="1106" y="852"/>
                  </a:cubicBezTo>
                  <a:close/>
                  <a:moveTo>
                    <a:pt x="4631" y="2898"/>
                  </a:moveTo>
                  <a:cubicBezTo>
                    <a:pt x="4736" y="2898"/>
                    <a:pt x="4810" y="2987"/>
                    <a:pt x="4810" y="3077"/>
                  </a:cubicBezTo>
                  <a:lnTo>
                    <a:pt x="4810" y="6497"/>
                  </a:lnTo>
                  <a:cubicBezTo>
                    <a:pt x="4810" y="6602"/>
                    <a:pt x="4736" y="6692"/>
                    <a:pt x="4631" y="6692"/>
                  </a:cubicBezTo>
                  <a:lnTo>
                    <a:pt x="1106" y="6692"/>
                  </a:lnTo>
                  <a:cubicBezTo>
                    <a:pt x="1002" y="6692"/>
                    <a:pt x="912" y="6602"/>
                    <a:pt x="912" y="6497"/>
                  </a:cubicBezTo>
                  <a:lnTo>
                    <a:pt x="912" y="3077"/>
                  </a:lnTo>
                  <a:cubicBezTo>
                    <a:pt x="912" y="2987"/>
                    <a:pt x="1002" y="2898"/>
                    <a:pt x="1106" y="2898"/>
                  </a:cubicBezTo>
                  <a:close/>
                  <a:moveTo>
                    <a:pt x="643" y="0"/>
                  </a:moveTo>
                  <a:cubicBezTo>
                    <a:pt x="285" y="0"/>
                    <a:pt x="1" y="284"/>
                    <a:pt x="1" y="643"/>
                  </a:cubicBezTo>
                  <a:lnTo>
                    <a:pt x="1" y="7080"/>
                  </a:lnTo>
                  <a:cubicBezTo>
                    <a:pt x="1" y="7423"/>
                    <a:pt x="285" y="7707"/>
                    <a:pt x="643" y="7707"/>
                  </a:cubicBezTo>
                  <a:lnTo>
                    <a:pt x="5094" y="7707"/>
                  </a:lnTo>
                  <a:cubicBezTo>
                    <a:pt x="5438" y="7707"/>
                    <a:pt x="5721" y="7423"/>
                    <a:pt x="5721" y="7080"/>
                  </a:cubicBezTo>
                  <a:lnTo>
                    <a:pt x="5721" y="643"/>
                  </a:lnTo>
                  <a:cubicBezTo>
                    <a:pt x="5721" y="284"/>
                    <a:pt x="5438" y="0"/>
                    <a:pt x="50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82"/>
            <p:cNvSpPr/>
            <p:nvPr/>
          </p:nvSpPr>
          <p:spPr>
            <a:xfrm>
              <a:off x="897217" y="1735421"/>
              <a:ext cx="24193" cy="23520"/>
            </a:xfrm>
            <a:custGeom>
              <a:rect b="b" l="l" r="r" t="t"/>
              <a:pathLst>
                <a:path extrusionOk="0" h="524" w="539">
                  <a:moveTo>
                    <a:pt x="0" y="0"/>
                  </a:moveTo>
                  <a:lnTo>
                    <a:pt x="0" y="523"/>
                  </a:lnTo>
                  <a:lnTo>
                    <a:pt x="538" y="52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82"/>
            <p:cNvSpPr/>
            <p:nvPr/>
          </p:nvSpPr>
          <p:spPr>
            <a:xfrm>
              <a:off x="1015215" y="1735421"/>
              <a:ext cx="24148" cy="23520"/>
            </a:xfrm>
            <a:custGeom>
              <a:rect b="b" l="l" r="r" t="t"/>
              <a:pathLst>
                <a:path extrusionOk="0" h="524" w="538">
                  <a:moveTo>
                    <a:pt x="0" y="0"/>
                  </a:moveTo>
                  <a:lnTo>
                    <a:pt x="0" y="523"/>
                  </a:lnTo>
                  <a:lnTo>
                    <a:pt x="538" y="523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82"/>
            <p:cNvSpPr/>
            <p:nvPr/>
          </p:nvSpPr>
          <p:spPr>
            <a:xfrm>
              <a:off x="897217" y="1853375"/>
              <a:ext cx="24193" cy="18852"/>
            </a:xfrm>
            <a:custGeom>
              <a:rect b="b" l="l" r="r" t="t"/>
              <a:pathLst>
                <a:path extrusionOk="0" h="420" w="539">
                  <a:moveTo>
                    <a:pt x="0" y="1"/>
                  </a:moveTo>
                  <a:lnTo>
                    <a:pt x="0" y="419"/>
                  </a:lnTo>
                  <a:lnTo>
                    <a:pt x="538" y="419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1" name="Google Shape;1421;p82"/>
          <p:cNvGrpSpPr/>
          <p:nvPr/>
        </p:nvGrpSpPr>
        <p:grpSpPr>
          <a:xfrm>
            <a:off x="3778162" y="1668934"/>
            <a:ext cx="345964" cy="307094"/>
            <a:chOff x="3081278" y="1125367"/>
            <a:chExt cx="345964" cy="307094"/>
          </a:xfrm>
        </p:grpSpPr>
        <p:sp>
          <p:nvSpPr>
            <p:cNvPr id="1422" name="Google Shape;1422;p82"/>
            <p:cNvSpPr/>
            <p:nvPr/>
          </p:nvSpPr>
          <p:spPr>
            <a:xfrm>
              <a:off x="3081278" y="1357324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54" y="687"/>
                  </a:cubicBezTo>
                  <a:cubicBezTo>
                    <a:pt x="493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32" y="150"/>
                    <a:pt x="1598" y="210"/>
                    <a:pt x="1165" y="210"/>
                  </a:cubicBezTo>
                  <a:cubicBezTo>
                    <a:pt x="732" y="210"/>
                    <a:pt x="299" y="15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82"/>
            <p:cNvSpPr/>
            <p:nvPr/>
          </p:nvSpPr>
          <p:spPr>
            <a:xfrm>
              <a:off x="3081278" y="1397540"/>
              <a:ext cx="104627" cy="34921"/>
            </a:xfrm>
            <a:custGeom>
              <a:rect b="b" l="l" r="r" t="t"/>
              <a:pathLst>
                <a:path extrusionOk="0" h="778" w="2331">
                  <a:moveTo>
                    <a:pt x="0" y="1"/>
                  </a:moveTo>
                  <a:lnTo>
                    <a:pt x="0" y="508"/>
                  </a:lnTo>
                  <a:cubicBezTo>
                    <a:pt x="45" y="583"/>
                    <a:pt x="433" y="777"/>
                    <a:pt x="1165" y="777"/>
                  </a:cubicBezTo>
                  <a:cubicBezTo>
                    <a:pt x="1897" y="777"/>
                    <a:pt x="2285" y="583"/>
                    <a:pt x="2330" y="508"/>
                  </a:cubicBezTo>
                  <a:lnTo>
                    <a:pt x="2330" y="1"/>
                  </a:lnTo>
                  <a:cubicBezTo>
                    <a:pt x="2032" y="150"/>
                    <a:pt x="1598" y="210"/>
                    <a:pt x="1165" y="210"/>
                  </a:cubicBezTo>
                  <a:cubicBezTo>
                    <a:pt x="732" y="210"/>
                    <a:pt x="299" y="15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82"/>
            <p:cNvSpPr/>
            <p:nvPr/>
          </p:nvSpPr>
          <p:spPr>
            <a:xfrm>
              <a:off x="3322615" y="1317109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69" y="687"/>
                  </a:cubicBezTo>
                  <a:cubicBezTo>
                    <a:pt x="508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46" y="135"/>
                    <a:pt x="1598" y="209"/>
                    <a:pt x="1165" y="209"/>
                  </a:cubicBezTo>
                  <a:cubicBezTo>
                    <a:pt x="747" y="209"/>
                    <a:pt x="299" y="1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82"/>
            <p:cNvSpPr/>
            <p:nvPr/>
          </p:nvSpPr>
          <p:spPr>
            <a:xfrm>
              <a:off x="3322615" y="1357324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69" y="687"/>
                  </a:cubicBezTo>
                  <a:cubicBezTo>
                    <a:pt x="508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46" y="150"/>
                    <a:pt x="1598" y="210"/>
                    <a:pt x="1165" y="210"/>
                  </a:cubicBezTo>
                  <a:cubicBezTo>
                    <a:pt x="747" y="210"/>
                    <a:pt x="299" y="15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82"/>
            <p:cNvSpPr/>
            <p:nvPr/>
          </p:nvSpPr>
          <p:spPr>
            <a:xfrm>
              <a:off x="3322615" y="1397540"/>
              <a:ext cx="104627" cy="34921"/>
            </a:xfrm>
            <a:custGeom>
              <a:rect b="b" l="l" r="r" t="t"/>
              <a:pathLst>
                <a:path extrusionOk="0" h="778" w="2331">
                  <a:moveTo>
                    <a:pt x="0" y="1"/>
                  </a:moveTo>
                  <a:lnTo>
                    <a:pt x="0" y="508"/>
                  </a:lnTo>
                  <a:cubicBezTo>
                    <a:pt x="45" y="583"/>
                    <a:pt x="433" y="777"/>
                    <a:pt x="1165" y="777"/>
                  </a:cubicBezTo>
                  <a:cubicBezTo>
                    <a:pt x="1897" y="777"/>
                    <a:pt x="2285" y="583"/>
                    <a:pt x="2330" y="508"/>
                  </a:cubicBezTo>
                  <a:lnTo>
                    <a:pt x="2330" y="1"/>
                  </a:lnTo>
                  <a:cubicBezTo>
                    <a:pt x="2046" y="150"/>
                    <a:pt x="1598" y="210"/>
                    <a:pt x="1165" y="210"/>
                  </a:cubicBezTo>
                  <a:cubicBezTo>
                    <a:pt x="747" y="210"/>
                    <a:pt x="299" y="15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82"/>
            <p:cNvSpPr/>
            <p:nvPr/>
          </p:nvSpPr>
          <p:spPr>
            <a:xfrm>
              <a:off x="3201924" y="1236633"/>
              <a:ext cx="104627" cy="36940"/>
            </a:xfrm>
            <a:custGeom>
              <a:rect b="b" l="l" r="r" t="t"/>
              <a:pathLst>
                <a:path extrusionOk="0" h="823" w="2331">
                  <a:moveTo>
                    <a:pt x="1" y="1"/>
                  </a:moveTo>
                  <a:lnTo>
                    <a:pt x="1" y="569"/>
                  </a:lnTo>
                  <a:cubicBezTo>
                    <a:pt x="46" y="598"/>
                    <a:pt x="120" y="643"/>
                    <a:pt x="255" y="688"/>
                  </a:cubicBezTo>
                  <a:cubicBezTo>
                    <a:pt x="509" y="778"/>
                    <a:pt x="822" y="822"/>
                    <a:pt x="1166" y="822"/>
                  </a:cubicBezTo>
                  <a:cubicBezTo>
                    <a:pt x="1509" y="822"/>
                    <a:pt x="1838" y="778"/>
                    <a:pt x="2077" y="688"/>
                  </a:cubicBezTo>
                  <a:cubicBezTo>
                    <a:pt x="2211" y="643"/>
                    <a:pt x="2286" y="598"/>
                    <a:pt x="2331" y="569"/>
                  </a:cubicBezTo>
                  <a:lnTo>
                    <a:pt x="2331" y="1"/>
                  </a:lnTo>
                  <a:cubicBezTo>
                    <a:pt x="2032" y="135"/>
                    <a:pt x="1599" y="210"/>
                    <a:pt x="1166" y="210"/>
                  </a:cubicBezTo>
                  <a:cubicBezTo>
                    <a:pt x="747" y="210"/>
                    <a:pt x="29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82"/>
            <p:cNvSpPr/>
            <p:nvPr/>
          </p:nvSpPr>
          <p:spPr>
            <a:xfrm>
              <a:off x="3201924" y="1276894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1" y="0"/>
                  </a:moveTo>
                  <a:lnTo>
                    <a:pt x="1" y="568"/>
                  </a:lnTo>
                  <a:cubicBezTo>
                    <a:pt x="46" y="598"/>
                    <a:pt x="120" y="642"/>
                    <a:pt x="255" y="687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7"/>
                  </a:cubicBezTo>
                  <a:cubicBezTo>
                    <a:pt x="2211" y="642"/>
                    <a:pt x="2286" y="598"/>
                    <a:pt x="2331" y="568"/>
                  </a:cubicBezTo>
                  <a:lnTo>
                    <a:pt x="2331" y="0"/>
                  </a:lnTo>
                  <a:cubicBezTo>
                    <a:pt x="2032" y="135"/>
                    <a:pt x="1599" y="209"/>
                    <a:pt x="1166" y="209"/>
                  </a:cubicBezTo>
                  <a:cubicBezTo>
                    <a:pt x="747" y="209"/>
                    <a:pt x="299" y="13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82"/>
            <p:cNvSpPr/>
            <p:nvPr/>
          </p:nvSpPr>
          <p:spPr>
            <a:xfrm>
              <a:off x="3201924" y="1317109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1" y="0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7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7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0"/>
                  </a:lnTo>
                  <a:cubicBezTo>
                    <a:pt x="2032" y="135"/>
                    <a:pt x="1599" y="209"/>
                    <a:pt x="1166" y="209"/>
                  </a:cubicBezTo>
                  <a:cubicBezTo>
                    <a:pt x="747" y="209"/>
                    <a:pt x="299" y="13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82"/>
            <p:cNvSpPr/>
            <p:nvPr/>
          </p:nvSpPr>
          <p:spPr>
            <a:xfrm>
              <a:off x="3201924" y="1357324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1" y="0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7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7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0"/>
                  </a:lnTo>
                  <a:cubicBezTo>
                    <a:pt x="2032" y="150"/>
                    <a:pt x="1599" y="210"/>
                    <a:pt x="1166" y="210"/>
                  </a:cubicBezTo>
                  <a:cubicBezTo>
                    <a:pt x="747" y="210"/>
                    <a:pt x="299" y="15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82"/>
            <p:cNvSpPr/>
            <p:nvPr/>
          </p:nvSpPr>
          <p:spPr>
            <a:xfrm>
              <a:off x="3201924" y="1196418"/>
              <a:ext cx="104627" cy="36940"/>
            </a:xfrm>
            <a:custGeom>
              <a:rect b="b" l="l" r="r" t="t"/>
              <a:pathLst>
                <a:path extrusionOk="0" h="823" w="2331">
                  <a:moveTo>
                    <a:pt x="1" y="1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8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8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1"/>
                  </a:lnTo>
                  <a:cubicBezTo>
                    <a:pt x="2032" y="135"/>
                    <a:pt x="1599" y="210"/>
                    <a:pt x="1166" y="210"/>
                  </a:cubicBezTo>
                  <a:cubicBezTo>
                    <a:pt x="747" y="210"/>
                    <a:pt x="29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82"/>
            <p:cNvSpPr/>
            <p:nvPr/>
          </p:nvSpPr>
          <p:spPr>
            <a:xfrm>
              <a:off x="3201924" y="1397540"/>
              <a:ext cx="104627" cy="34921"/>
            </a:xfrm>
            <a:custGeom>
              <a:rect b="b" l="l" r="r" t="t"/>
              <a:pathLst>
                <a:path extrusionOk="0" h="778" w="2331">
                  <a:moveTo>
                    <a:pt x="1" y="1"/>
                  </a:moveTo>
                  <a:lnTo>
                    <a:pt x="1" y="508"/>
                  </a:lnTo>
                  <a:cubicBezTo>
                    <a:pt x="46" y="583"/>
                    <a:pt x="434" y="777"/>
                    <a:pt x="1166" y="777"/>
                  </a:cubicBezTo>
                  <a:cubicBezTo>
                    <a:pt x="1898" y="777"/>
                    <a:pt x="2286" y="583"/>
                    <a:pt x="2331" y="508"/>
                  </a:cubicBezTo>
                  <a:lnTo>
                    <a:pt x="2331" y="1"/>
                  </a:lnTo>
                  <a:cubicBezTo>
                    <a:pt x="2032" y="150"/>
                    <a:pt x="1599" y="210"/>
                    <a:pt x="1166" y="210"/>
                  </a:cubicBezTo>
                  <a:cubicBezTo>
                    <a:pt x="747" y="210"/>
                    <a:pt x="299" y="15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82"/>
            <p:cNvSpPr/>
            <p:nvPr/>
          </p:nvSpPr>
          <p:spPr>
            <a:xfrm>
              <a:off x="3322615" y="1246059"/>
              <a:ext cx="104627" cy="26841"/>
            </a:xfrm>
            <a:custGeom>
              <a:rect b="b" l="l" r="r" t="t"/>
              <a:pathLst>
                <a:path extrusionOk="0" h="598" w="2331">
                  <a:moveTo>
                    <a:pt x="1165" y="0"/>
                  </a:moveTo>
                  <a:cubicBezTo>
                    <a:pt x="837" y="0"/>
                    <a:pt x="523" y="45"/>
                    <a:pt x="299" y="120"/>
                  </a:cubicBezTo>
                  <a:cubicBezTo>
                    <a:pt x="60" y="209"/>
                    <a:pt x="0" y="284"/>
                    <a:pt x="0" y="299"/>
                  </a:cubicBezTo>
                  <a:cubicBezTo>
                    <a:pt x="0" y="314"/>
                    <a:pt x="60" y="403"/>
                    <a:pt x="299" y="478"/>
                  </a:cubicBezTo>
                  <a:cubicBezTo>
                    <a:pt x="523" y="553"/>
                    <a:pt x="837" y="598"/>
                    <a:pt x="1165" y="598"/>
                  </a:cubicBezTo>
                  <a:cubicBezTo>
                    <a:pt x="1509" y="598"/>
                    <a:pt x="1807" y="553"/>
                    <a:pt x="2046" y="478"/>
                  </a:cubicBezTo>
                  <a:cubicBezTo>
                    <a:pt x="2285" y="403"/>
                    <a:pt x="2330" y="314"/>
                    <a:pt x="2330" y="299"/>
                  </a:cubicBezTo>
                  <a:cubicBezTo>
                    <a:pt x="2330" y="284"/>
                    <a:pt x="2285" y="209"/>
                    <a:pt x="2046" y="120"/>
                  </a:cubicBezTo>
                  <a:cubicBezTo>
                    <a:pt x="1807" y="45"/>
                    <a:pt x="1509" y="0"/>
                    <a:pt x="1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82"/>
            <p:cNvSpPr/>
            <p:nvPr/>
          </p:nvSpPr>
          <p:spPr>
            <a:xfrm>
              <a:off x="3322615" y="1276894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2"/>
                    <a:pt x="269" y="687"/>
                  </a:cubicBezTo>
                  <a:cubicBezTo>
                    <a:pt x="508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2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46" y="135"/>
                    <a:pt x="1598" y="209"/>
                    <a:pt x="1165" y="209"/>
                  </a:cubicBezTo>
                  <a:cubicBezTo>
                    <a:pt x="747" y="209"/>
                    <a:pt x="299" y="1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82"/>
            <p:cNvSpPr/>
            <p:nvPr/>
          </p:nvSpPr>
          <p:spPr>
            <a:xfrm>
              <a:off x="3081278" y="1286274"/>
              <a:ext cx="104627" cy="26841"/>
            </a:xfrm>
            <a:custGeom>
              <a:rect b="b" l="l" r="r" t="t"/>
              <a:pathLst>
                <a:path extrusionOk="0" h="598" w="2331">
                  <a:moveTo>
                    <a:pt x="1165" y="0"/>
                  </a:moveTo>
                  <a:cubicBezTo>
                    <a:pt x="837" y="0"/>
                    <a:pt x="523" y="45"/>
                    <a:pt x="284" y="135"/>
                  </a:cubicBezTo>
                  <a:cubicBezTo>
                    <a:pt x="60" y="209"/>
                    <a:pt x="0" y="284"/>
                    <a:pt x="0" y="299"/>
                  </a:cubicBezTo>
                  <a:cubicBezTo>
                    <a:pt x="0" y="314"/>
                    <a:pt x="60" y="404"/>
                    <a:pt x="284" y="478"/>
                  </a:cubicBezTo>
                  <a:cubicBezTo>
                    <a:pt x="523" y="553"/>
                    <a:pt x="837" y="598"/>
                    <a:pt x="1165" y="598"/>
                  </a:cubicBezTo>
                  <a:cubicBezTo>
                    <a:pt x="1494" y="598"/>
                    <a:pt x="1807" y="553"/>
                    <a:pt x="2046" y="478"/>
                  </a:cubicBezTo>
                  <a:cubicBezTo>
                    <a:pt x="2270" y="404"/>
                    <a:pt x="2330" y="314"/>
                    <a:pt x="2330" y="299"/>
                  </a:cubicBezTo>
                  <a:cubicBezTo>
                    <a:pt x="2330" y="284"/>
                    <a:pt x="2270" y="209"/>
                    <a:pt x="2046" y="135"/>
                  </a:cubicBezTo>
                  <a:cubicBezTo>
                    <a:pt x="1807" y="45"/>
                    <a:pt x="1494" y="0"/>
                    <a:pt x="1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82"/>
            <p:cNvSpPr/>
            <p:nvPr/>
          </p:nvSpPr>
          <p:spPr>
            <a:xfrm>
              <a:off x="3081278" y="1317109"/>
              <a:ext cx="104627" cy="36895"/>
            </a:xfrm>
            <a:custGeom>
              <a:rect b="b" l="l" r="r" t="t"/>
              <a:pathLst>
                <a:path extrusionOk="0" h="822" w="2331">
                  <a:moveTo>
                    <a:pt x="0" y="0"/>
                  </a:moveTo>
                  <a:lnTo>
                    <a:pt x="0" y="568"/>
                  </a:lnTo>
                  <a:cubicBezTo>
                    <a:pt x="45" y="598"/>
                    <a:pt x="120" y="643"/>
                    <a:pt x="254" y="687"/>
                  </a:cubicBezTo>
                  <a:cubicBezTo>
                    <a:pt x="493" y="777"/>
                    <a:pt x="822" y="822"/>
                    <a:pt x="1165" y="822"/>
                  </a:cubicBezTo>
                  <a:cubicBezTo>
                    <a:pt x="1509" y="822"/>
                    <a:pt x="1837" y="777"/>
                    <a:pt x="2076" y="687"/>
                  </a:cubicBezTo>
                  <a:cubicBezTo>
                    <a:pt x="2211" y="643"/>
                    <a:pt x="2285" y="598"/>
                    <a:pt x="2330" y="568"/>
                  </a:cubicBezTo>
                  <a:lnTo>
                    <a:pt x="2330" y="0"/>
                  </a:lnTo>
                  <a:cubicBezTo>
                    <a:pt x="2032" y="135"/>
                    <a:pt x="1598" y="209"/>
                    <a:pt x="1165" y="209"/>
                  </a:cubicBezTo>
                  <a:cubicBezTo>
                    <a:pt x="732" y="209"/>
                    <a:pt x="299" y="1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82"/>
            <p:cNvSpPr/>
            <p:nvPr/>
          </p:nvSpPr>
          <p:spPr>
            <a:xfrm>
              <a:off x="3201924" y="1125367"/>
              <a:ext cx="104627" cy="26886"/>
            </a:xfrm>
            <a:custGeom>
              <a:rect b="b" l="l" r="r" t="t"/>
              <a:pathLst>
                <a:path extrusionOk="0" h="599" w="2331">
                  <a:moveTo>
                    <a:pt x="1166" y="1"/>
                  </a:moveTo>
                  <a:cubicBezTo>
                    <a:pt x="837" y="1"/>
                    <a:pt x="523" y="45"/>
                    <a:pt x="284" y="120"/>
                  </a:cubicBezTo>
                  <a:cubicBezTo>
                    <a:pt x="60" y="210"/>
                    <a:pt x="1" y="284"/>
                    <a:pt x="1" y="299"/>
                  </a:cubicBezTo>
                  <a:cubicBezTo>
                    <a:pt x="1" y="314"/>
                    <a:pt x="60" y="404"/>
                    <a:pt x="284" y="479"/>
                  </a:cubicBezTo>
                  <a:cubicBezTo>
                    <a:pt x="523" y="553"/>
                    <a:pt x="837" y="598"/>
                    <a:pt x="1166" y="598"/>
                  </a:cubicBezTo>
                  <a:cubicBezTo>
                    <a:pt x="1494" y="598"/>
                    <a:pt x="1808" y="553"/>
                    <a:pt x="2047" y="479"/>
                  </a:cubicBezTo>
                  <a:cubicBezTo>
                    <a:pt x="2286" y="404"/>
                    <a:pt x="2331" y="314"/>
                    <a:pt x="2331" y="299"/>
                  </a:cubicBezTo>
                  <a:cubicBezTo>
                    <a:pt x="2331" y="284"/>
                    <a:pt x="2286" y="210"/>
                    <a:pt x="2047" y="120"/>
                  </a:cubicBezTo>
                  <a:cubicBezTo>
                    <a:pt x="1808" y="45"/>
                    <a:pt x="1494" y="1"/>
                    <a:pt x="11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82"/>
            <p:cNvSpPr/>
            <p:nvPr/>
          </p:nvSpPr>
          <p:spPr>
            <a:xfrm>
              <a:off x="3201924" y="1156202"/>
              <a:ext cx="104627" cy="36940"/>
            </a:xfrm>
            <a:custGeom>
              <a:rect b="b" l="l" r="r" t="t"/>
              <a:pathLst>
                <a:path extrusionOk="0" h="823" w="2331">
                  <a:moveTo>
                    <a:pt x="1" y="1"/>
                  </a:moveTo>
                  <a:lnTo>
                    <a:pt x="1" y="568"/>
                  </a:lnTo>
                  <a:cubicBezTo>
                    <a:pt x="46" y="598"/>
                    <a:pt x="120" y="643"/>
                    <a:pt x="255" y="688"/>
                  </a:cubicBezTo>
                  <a:cubicBezTo>
                    <a:pt x="509" y="777"/>
                    <a:pt x="822" y="822"/>
                    <a:pt x="1166" y="822"/>
                  </a:cubicBezTo>
                  <a:cubicBezTo>
                    <a:pt x="1509" y="822"/>
                    <a:pt x="1838" y="777"/>
                    <a:pt x="2077" y="688"/>
                  </a:cubicBezTo>
                  <a:cubicBezTo>
                    <a:pt x="2211" y="643"/>
                    <a:pt x="2286" y="598"/>
                    <a:pt x="2331" y="568"/>
                  </a:cubicBezTo>
                  <a:lnTo>
                    <a:pt x="2331" y="1"/>
                  </a:lnTo>
                  <a:cubicBezTo>
                    <a:pt x="2032" y="135"/>
                    <a:pt x="1599" y="210"/>
                    <a:pt x="1166" y="210"/>
                  </a:cubicBezTo>
                  <a:cubicBezTo>
                    <a:pt x="747" y="210"/>
                    <a:pt x="299" y="135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9" name="Google Shape;1439;p82"/>
          <p:cNvGrpSpPr/>
          <p:nvPr/>
        </p:nvGrpSpPr>
        <p:grpSpPr>
          <a:xfrm>
            <a:off x="5033125" y="1649493"/>
            <a:ext cx="345929" cy="345974"/>
            <a:chOff x="3657130" y="701714"/>
            <a:chExt cx="345929" cy="345974"/>
          </a:xfrm>
        </p:grpSpPr>
        <p:sp>
          <p:nvSpPr>
            <p:cNvPr id="1440" name="Google Shape;1440;p82"/>
            <p:cNvSpPr/>
            <p:nvPr/>
          </p:nvSpPr>
          <p:spPr>
            <a:xfrm>
              <a:off x="3702686" y="747270"/>
              <a:ext cx="254812" cy="254812"/>
            </a:xfrm>
            <a:custGeom>
              <a:rect b="b" l="l" r="r" t="t"/>
              <a:pathLst>
                <a:path extrusionOk="0" h="5677" w="5677">
                  <a:moveTo>
                    <a:pt x="4499" y="990"/>
                  </a:moveTo>
                  <a:cubicBezTo>
                    <a:pt x="4548" y="990"/>
                    <a:pt x="4595" y="1010"/>
                    <a:pt x="4631" y="1046"/>
                  </a:cubicBezTo>
                  <a:cubicBezTo>
                    <a:pt x="4691" y="1106"/>
                    <a:pt x="4706" y="1196"/>
                    <a:pt x="4661" y="1270"/>
                  </a:cubicBezTo>
                  <a:lnTo>
                    <a:pt x="3481" y="3212"/>
                  </a:lnTo>
                  <a:lnTo>
                    <a:pt x="3989" y="3720"/>
                  </a:lnTo>
                  <a:cubicBezTo>
                    <a:pt x="4048" y="3780"/>
                    <a:pt x="4048" y="3899"/>
                    <a:pt x="3989" y="3974"/>
                  </a:cubicBezTo>
                  <a:cubicBezTo>
                    <a:pt x="3944" y="4004"/>
                    <a:pt x="3899" y="4019"/>
                    <a:pt x="3854" y="4019"/>
                  </a:cubicBezTo>
                  <a:cubicBezTo>
                    <a:pt x="3809" y="4019"/>
                    <a:pt x="3765" y="4004"/>
                    <a:pt x="3720" y="3974"/>
                  </a:cubicBezTo>
                  <a:lnTo>
                    <a:pt x="3227" y="3466"/>
                  </a:lnTo>
                  <a:lnTo>
                    <a:pt x="1270" y="4661"/>
                  </a:lnTo>
                  <a:cubicBezTo>
                    <a:pt x="1240" y="4676"/>
                    <a:pt x="1211" y="4676"/>
                    <a:pt x="1181" y="4676"/>
                  </a:cubicBezTo>
                  <a:cubicBezTo>
                    <a:pt x="1136" y="4676"/>
                    <a:pt x="1091" y="4661"/>
                    <a:pt x="1046" y="4631"/>
                  </a:cubicBezTo>
                  <a:cubicBezTo>
                    <a:pt x="986" y="4571"/>
                    <a:pt x="972" y="4482"/>
                    <a:pt x="1016" y="4407"/>
                  </a:cubicBezTo>
                  <a:lnTo>
                    <a:pt x="2211" y="2450"/>
                  </a:lnTo>
                  <a:lnTo>
                    <a:pt x="1703" y="1957"/>
                  </a:lnTo>
                  <a:cubicBezTo>
                    <a:pt x="1629" y="1883"/>
                    <a:pt x="1629" y="1763"/>
                    <a:pt x="1703" y="1689"/>
                  </a:cubicBezTo>
                  <a:cubicBezTo>
                    <a:pt x="1741" y="1659"/>
                    <a:pt x="1789" y="1644"/>
                    <a:pt x="1836" y="1644"/>
                  </a:cubicBezTo>
                  <a:cubicBezTo>
                    <a:pt x="1883" y="1644"/>
                    <a:pt x="1927" y="1659"/>
                    <a:pt x="1957" y="1689"/>
                  </a:cubicBezTo>
                  <a:lnTo>
                    <a:pt x="2465" y="2196"/>
                  </a:lnTo>
                  <a:lnTo>
                    <a:pt x="4407" y="1016"/>
                  </a:lnTo>
                  <a:cubicBezTo>
                    <a:pt x="4436" y="999"/>
                    <a:pt x="4468" y="990"/>
                    <a:pt x="4499" y="990"/>
                  </a:cubicBezTo>
                  <a:close/>
                  <a:moveTo>
                    <a:pt x="2659" y="1"/>
                  </a:moveTo>
                  <a:cubicBezTo>
                    <a:pt x="1240" y="90"/>
                    <a:pt x="90" y="1226"/>
                    <a:pt x="1" y="2644"/>
                  </a:cubicBezTo>
                  <a:lnTo>
                    <a:pt x="225" y="2644"/>
                  </a:lnTo>
                  <a:cubicBezTo>
                    <a:pt x="329" y="2644"/>
                    <a:pt x="419" y="2734"/>
                    <a:pt x="419" y="2839"/>
                  </a:cubicBezTo>
                  <a:cubicBezTo>
                    <a:pt x="419" y="2928"/>
                    <a:pt x="329" y="3018"/>
                    <a:pt x="225" y="3018"/>
                  </a:cubicBezTo>
                  <a:lnTo>
                    <a:pt x="1" y="3018"/>
                  </a:lnTo>
                  <a:cubicBezTo>
                    <a:pt x="90" y="4437"/>
                    <a:pt x="1240" y="5587"/>
                    <a:pt x="2659" y="5676"/>
                  </a:cubicBezTo>
                  <a:lnTo>
                    <a:pt x="2659" y="5452"/>
                  </a:lnTo>
                  <a:cubicBezTo>
                    <a:pt x="2659" y="5348"/>
                    <a:pt x="2749" y="5258"/>
                    <a:pt x="2839" y="5258"/>
                  </a:cubicBezTo>
                  <a:cubicBezTo>
                    <a:pt x="2943" y="5258"/>
                    <a:pt x="3033" y="5348"/>
                    <a:pt x="3033" y="5452"/>
                  </a:cubicBezTo>
                  <a:lnTo>
                    <a:pt x="3033" y="5676"/>
                  </a:lnTo>
                  <a:cubicBezTo>
                    <a:pt x="4452" y="5587"/>
                    <a:pt x="5587" y="4437"/>
                    <a:pt x="5676" y="3018"/>
                  </a:cubicBezTo>
                  <a:lnTo>
                    <a:pt x="5482" y="3018"/>
                  </a:lnTo>
                  <a:cubicBezTo>
                    <a:pt x="5378" y="3018"/>
                    <a:pt x="5303" y="2928"/>
                    <a:pt x="5303" y="2839"/>
                  </a:cubicBezTo>
                  <a:cubicBezTo>
                    <a:pt x="5303" y="2734"/>
                    <a:pt x="5378" y="2644"/>
                    <a:pt x="5482" y="2644"/>
                  </a:cubicBezTo>
                  <a:lnTo>
                    <a:pt x="5676" y="2644"/>
                  </a:lnTo>
                  <a:cubicBezTo>
                    <a:pt x="5587" y="1226"/>
                    <a:pt x="4452" y="90"/>
                    <a:pt x="3033" y="1"/>
                  </a:cubicBezTo>
                  <a:lnTo>
                    <a:pt x="3033" y="195"/>
                  </a:lnTo>
                  <a:cubicBezTo>
                    <a:pt x="3033" y="300"/>
                    <a:pt x="2943" y="374"/>
                    <a:pt x="2839" y="374"/>
                  </a:cubicBezTo>
                  <a:cubicBezTo>
                    <a:pt x="2749" y="374"/>
                    <a:pt x="2659" y="300"/>
                    <a:pt x="2659" y="195"/>
                  </a:cubicBezTo>
                  <a:lnTo>
                    <a:pt x="26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82"/>
            <p:cNvSpPr/>
            <p:nvPr/>
          </p:nvSpPr>
          <p:spPr>
            <a:xfrm>
              <a:off x="3657130" y="701714"/>
              <a:ext cx="345929" cy="345974"/>
            </a:xfrm>
            <a:custGeom>
              <a:rect b="b" l="l" r="r" t="t"/>
              <a:pathLst>
                <a:path extrusionOk="0" h="7708" w="7707">
                  <a:moveTo>
                    <a:pt x="3854" y="642"/>
                  </a:moveTo>
                  <a:cubicBezTo>
                    <a:pt x="5631" y="642"/>
                    <a:pt x="7065" y="2076"/>
                    <a:pt x="7065" y="3854"/>
                  </a:cubicBezTo>
                  <a:cubicBezTo>
                    <a:pt x="7065" y="5616"/>
                    <a:pt x="5631" y="7065"/>
                    <a:pt x="3854" y="7065"/>
                  </a:cubicBezTo>
                  <a:cubicBezTo>
                    <a:pt x="2091" y="7065"/>
                    <a:pt x="642" y="5616"/>
                    <a:pt x="642" y="3854"/>
                  </a:cubicBezTo>
                  <a:cubicBezTo>
                    <a:pt x="642" y="2076"/>
                    <a:pt x="2091" y="642"/>
                    <a:pt x="3854" y="642"/>
                  </a:cubicBezTo>
                  <a:close/>
                  <a:moveTo>
                    <a:pt x="3854" y="0"/>
                  </a:moveTo>
                  <a:cubicBezTo>
                    <a:pt x="1733" y="0"/>
                    <a:pt x="0" y="1718"/>
                    <a:pt x="0" y="3854"/>
                  </a:cubicBezTo>
                  <a:cubicBezTo>
                    <a:pt x="0" y="5975"/>
                    <a:pt x="1733" y="7707"/>
                    <a:pt x="3854" y="7707"/>
                  </a:cubicBezTo>
                  <a:cubicBezTo>
                    <a:pt x="5989" y="7707"/>
                    <a:pt x="7707" y="5975"/>
                    <a:pt x="7707" y="3854"/>
                  </a:cubicBezTo>
                  <a:cubicBezTo>
                    <a:pt x="7707" y="1718"/>
                    <a:pt x="5989" y="0"/>
                    <a:pt x="38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82"/>
            <p:cNvSpPr/>
            <p:nvPr/>
          </p:nvSpPr>
          <p:spPr>
            <a:xfrm>
              <a:off x="3810630" y="855215"/>
              <a:ext cx="38915" cy="38915"/>
            </a:xfrm>
            <a:custGeom>
              <a:rect b="b" l="l" r="r" t="t"/>
              <a:pathLst>
                <a:path extrusionOk="0" h="867" w="867">
                  <a:moveTo>
                    <a:pt x="434" y="0"/>
                  </a:moveTo>
                  <a:cubicBezTo>
                    <a:pt x="195" y="0"/>
                    <a:pt x="0" y="195"/>
                    <a:pt x="0" y="434"/>
                  </a:cubicBezTo>
                  <a:cubicBezTo>
                    <a:pt x="0" y="673"/>
                    <a:pt x="195" y="867"/>
                    <a:pt x="434" y="867"/>
                  </a:cubicBezTo>
                  <a:cubicBezTo>
                    <a:pt x="673" y="867"/>
                    <a:pt x="867" y="673"/>
                    <a:pt x="867" y="434"/>
                  </a:cubicBezTo>
                  <a:cubicBezTo>
                    <a:pt x="867" y="195"/>
                    <a:pt x="673" y="0"/>
                    <a:pt x="4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82"/>
          <p:cNvGrpSpPr/>
          <p:nvPr/>
        </p:nvGrpSpPr>
        <p:grpSpPr>
          <a:xfrm>
            <a:off x="2517048" y="3223992"/>
            <a:ext cx="339959" cy="305078"/>
            <a:chOff x="3660451" y="2051804"/>
            <a:chExt cx="339959" cy="305078"/>
          </a:xfrm>
        </p:grpSpPr>
        <p:sp>
          <p:nvSpPr>
            <p:cNvPr id="1444" name="Google Shape;1444;p82"/>
            <p:cNvSpPr/>
            <p:nvPr/>
          </p:nvSpPr>
          <p:spPr>
            <a:xfrm>
              <a:off x="3660451" y="2194623"/>
              <a:ext cx="339959" cy="162259"/>
            </a:xfrm>
            <a:custGeom>
              <a:rect b="b" l="l" r="r" t="t"/>
              <a:pathLst>
                <a:path extrusionOk="0" h="3615" w="7574">
                  <a:moveTo>
                    <a:pt x="5647" y="1031"/>
                  </a:moveTo>
                  <a:cubicBezTo>
                    <a:pt x="5751" y="1031"/>
                    <a:pt x="5826" y="1121"/>
                    <a:pt x="5826" y="1225"/>
                  </a:cubicBezTo>
                  <a:lnTo>
                    <a:pt x="5826" y="3092"/>
                  </a:lnTo>
                  <a:lnTo>
                    <a:pt x="5467" y="3092"/>
                  </a:lnTo>
                  <a:lnTo>
                    <a:pt x="5467" y="1404"/>
                  </a:lnTo>
                  <a:lnTo>
                    <a:pt x="2107" y="1404"/>
                  </a:lnTo>
                  <a:lnTo>
                    <a:pt x="2107" y="3092"/>
                  </a:lnTo>
                  <a:lnTo>
                    <a:pt x="1748" y="3092"/>
                  </a:lnTo>
                  <a:lnTo>
                    <a:pt x="1748" y="1225"/>
                  </a:lnTo>
                  <a:cubicBezTo>
                    <a:pt x="1748" y="1121"/>
                    <a:pt x="1823" y="1031"/>
                    <a:pt x="1927" y="1031"/>
                  </a:cubicBezTo>
                  <a:close/>
                  <a:moveTo>
                    <a:pt x="2734" y="0"/>
                  </a:moveTo>
                  <a:lnTo>
                    <a:pt x="2211" y="135"/>
                  </a:lnTo>
                  <a:cubicBezTo>
                    <a:pt x="1718" y="254"/>
                    <a:pt x="1330" y="657"/>
                    <a:pt x="1255" y="1121"/>
                  </a:cubicBezTo>
                  <a:cubicBezTo>
                    <a:pt x="1196" y="1539"/>
                    <a:pt x="1106" y="2599"/>
                    <a:pt x="1061" y="3092"/>
                  </a:cubicBezTo>
                  <a:lnTo>
                    <a:pt x="255" y="3092"/>
                  </a:lnTo>
                  <a:cubicBezTo>
                    <a:pt x="105" y="3092"/>
                    <a:pt x="1" y="3212"/>
                    <a:pt x="1" y="3361"/>
                  </a:cubicBezTo>
                  <a:cubicBezTo>
                    <a:pt x="1" y="3495"/>
                    <a:pt x="105" y="3615"/>
                    <a:pt x="255" y="3615"/>
                  </a:cubicBezTo>
                  <a:lnTo>
                    <a:pt x="7319" y="3615"/>
                  </a:lnTo>
                  <a:cubicBezTo>
                    <a:pt x="7454" y="3615"/>
                    <a:pt x="7573" y="3495"/>
                    <a:pt x="7573" y="3361"/>
                  </a:cubicBezTo>
                  <a:cubicBezTo>
                    <a:pt x="7573" y="3212"/>
                    <a:pt x="7454" y="3092"/>
                    <a:pt x="7319" y="3092"/>
                  </a:cubicBezTo>
                  <a:lnTo>
                    <a:pt x="6513" y="3092"/>
                  </a:lnTo>
                  <a:cubicBezTo>
                    <a:pt x="6468" y="2599"/>
                    <a:pt x="6378" y="1539"/>
                    <a:pt x="6319" y="1121"/>
                  </a:cubicBezTo>
                  <a:cubicBezTo>
                    <a:pt x="6244" y="657"/>
                    <a:pt x="5856" y="254"/>
                    <a:pt x="5363" y="135"/>
                  </a:cubicBezTo>
                  <a:lnTo>
                    <a:pt x="4840" y="0"/>
                  </a:lnTo>
                  <a:cubicBezTo>
                    <a:pt x="4750" y="508"/>
                    <a:pt x="4317" y="896"/>
                    <a:pt x="3780" y="896"/>
                  </a:cubicBezTo>
                  <a:cubicBezTo>
                    <a:pt x="3257" y="896"/>
                    <a:pt x="2824" y="508"/>
                    <a:pt x="2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82"/>
            <p:cNvSpPr/>
            <p:nvPr/>
          </p:nvSpPr>
          <p:spPr>
            <a:xfrm>
              <a:off x="3774409" y="2051804"/>
              <a:ext cx="112033" cy="133488"/>
            </a:xfrm>
            <a:custGeom>
              <a:rect b="b" l="l" r="r" t="t"/>
              <a:pathLst>
                <a:path extrusionOk="0" h="2974" w="2496">
                  <a:moveTo>
                    <a:pt x="1241" y="1"/>
                  </a:moveTo>
                  <a:cubicBezTo>
                    <a:pt x="494" y="1"/>
                    <a:pt x="1" y="494"/>
                    <a:pt x="1" y="1256"/>
                  </a:cubicBezTo>
                  <a:cubicBezTo>
                    <a:pt x="1" y="2047"/>
                    <a:pt x="539" y="2973"/>
                    <a:pt x="1241" y="2973"/>
                  </a:cubicBezTo>
                  <a:cubicBezTo>
                    <a:pt x="1943" y="2973"/>
                    <a:pt x="2495" y="2047"/>
                    <a:pt x="2495" y="1256"/>
                  </a:cubicBezTo>
                  <a:cubicBezTo>
                    <a:pt x="2495" y="494"/>
                    <a:pt x="2002" y="1"/>
                    <a:pt x="1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6" name="Google Shape;1446;p82"/>
          <p:cNvGrpSpPr/>
          <p:nvPr/>
        </p:nvGrpSpPr>
        <p:grpSpPr>
          <a:xfrm>
            <a:off x="1915680" y="2704184"/>
            <a:ext cx="301710" cy="345963"/>
            <a:chOff x="235549" y="1531606"/>
            <a:chExt cx="301710" cy="345963"/>
          </a:xfrm>
        </p:grpSpPr>
        <p:sp>
          <p:nvSpPr>
            <p:cNvPr id="1447" name="Google Shape;1447;p82"/>
            <p:cNvSpPr/>
            <p:nvPr/>
          </p:nvSpPr>
          <p:spPr>
            <a:xfrm>
              <a:off x="423924" y="1769578"/>
              <a:ext cx="113335" cy="16159"/>
            </a:xfrm>
            <a:custGeom>
              <a:rect b="b" l="l" r="r" t="t"/>
              <a:pathLst>
                <a:path extrusionOk="0" h="360" w="2525">
                  <a:moveTo>
                    <a:pt x="135" y="1"/>
                  </a:moveTo>
                  <a:lnTo>
                    <a:pt x="1" y="359"/>
                  </a:lnTo>
                  <a:lnTo>
                    <a:pt x="2346" y="359"/>
                  </a:lnTo>
                  <a:cubicBezTo>
                    <a:pt x="2450" y="359"/>
                    <a:pt x="2525" y="270"/>
                    <a:pt x="2525" y="180"/>
                  </a:cubicBezTo>
                  <a:cubicBezTo>
                    <a:pt x="2525" y="76"/>
                    <a:pt x="2450" y="1"/>
                    <a:pt x="2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82"/>
            <p:cNvSpPr/>
            <p:nvPr/>
          </p:nvSpPr>
          <p:spPr>
            <a:xfrm>
              <a:off x="287164" y="1823213"/>
              <a:ext cx="138829" cy="54356"/>
            </a:xfrm>
            <a:custGeom>
              <a:rect b="b" l="l" r="r" t="t"/>
              <a:pathLst>
                <a:path extrusionOk="0" h="1211" w="3093">
                  <a:moveTo>
                    <a:pt x="1046" y="1"/>
                  </a:moveTo>
                  <a:lnTo>
                    <a:pt x="1046" y="703"/>
                  </a:lnTo>
                  <a:lnTo>
                    <a:pt x="270" y="703"/>
                  </a:lnTo>
                  <a:cubicBezTo>
                    <a:pt x="120" y="703"/>
                    <a:pt x="1" y="807"/>
                    <a:pt x="1" y="957"/>
                  </a:cubicBezTo>
                  <a:cubicBezTo>
                    <a:pt x="1" y="1106"/>
                    <a:pt x="120" y="1211"/>
                    <a:pt x="270" y="1211"/>
                  </a:cubicBezTo>
                  <a:lnTo>
                    <a:pt x="2824" y="1211"/>
                  </a:lnTo>
                  <a:cubicBezTo>
                    <a:pt x="2973" y="1211"/>
                    <a:pt x="3093" y="1106"/>
                    <a:pt x="3093" y="957"/>
                  </a:cubicBezTo>
                  <a:cubicBezTo>
                    <a:pt x="3093" y="807"/>
                    <a:pt x="2973" y="703"/>
                    <a:pt x="2824" y="703"/>
                  </a:cubicBezTo>
                  <a:lnTo>
                    <a:pt x="2047" y="703"/>
                  </a:lnTo>
                  <a:lnTo>
                    <a:pt x="20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82"/>
            <p:cNvSpPr/>
            <p:nvPr/>
          </p:nvSpPr>
          <p:spPr>
            <a:xfrm>
              <a:off x="383708" y="1605350"/>
              <a:ext cx="60370" cy="61044"/>
            </a:xfrm>
            <a:custGeom>
              <a:rect b="b" l="l" r="r" t="t"/>
              <a:pathLst>
                <a:path extrusionOk="0" h="1360" w="1345">
                  <a:moveTo>
                    <a:pt x="673" y="1"/>
                  </a:moveTo>
                  <a:cubicBezTo>
                    <a:pt x="299" y="1"/>
                    <a:pt x="1" y="314"/>
                    <a:pt x="1" y="688"/>
                  </a:cubicBezTo>
                  <a:cubicBezTo>
                    <a:pt x="1" y="1046"/>
                    <a:pt x="299" y="1360"/>
                    <a:pt x="673" y="1360"/>
                  </a:cubicBezTo>
                  <a:cubicBezTo>
                    <a:pt x="1046" y="1360"/>
                    <a:pt x="1345" y="1046"/>
                    <a:pt x="1345" y="688"/>
                  </a:cubicBezTo>
                  <a:cubicBezTo>
                    <a:pt x="1345" y="314"/>
                    <a:pt x="1046" y="1"/>
                    <a:pt x="6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82"/>
            <p:cNvSpPr/>
            <p:nvPr/>
          </p:nvSpPr>
          <p:spPr>
            <a:xfrm>
              <a:off x="425270" y="1531606"/>
              <a:ext cx="73791" cy="208536"/>
            </a:xfrm>
            <a:custGeom>
              <a:rect b="b" l="l" r="r" t="t"/>
              <a:pathLst>
                <a:path extrusionOk="0" h="4646" w="1644">
                  <a:moveTo>
                    <a:pt x="180" y="1"/>
                  </a:moveTo>
                  <a:cubicBezTo>
                    <a:pt x="75" y="1"/>
                    <a:pt x="1" y="90"/>
                    <a:pt x="1" y="195"/>
                  </a:cubicBezTo>
                  <a:lnTo>
                    <a:pt x="1" y="1315"/>
                  </a:lnTo>
                  <a:cubicBezTo>
                    <a:pt x="449" y="1435"/>
                    <a:pt x="792" y="1838"/>
                    <a:pt x="792" y="2331"/>
                  </a:cubicBezTo>
                  <a:cubicBezTo>
                    <a:pt x="792" y="2809"/>
                    <a:pt x="449" y="3227"/>
                    <a:pt x="1" y="3331"/>
                  </a:cubicBezTo>
                  <a:lnTo>
                    <a:pt x="1" y="4467"/>
                  </a:lnTo>
                  <a:cubicBezTo>
                    <a:pt x="1" y="4556"/>
                    <a:pt x="75" y="4646"/>
                    <a:pt x="180" y="4646"/>
                  </a:cubicBezTo>
                  <a:lnTo>
                    <a:pt x="1464" y="4646"/>
                  </a:lnTo>
                  <a:cubicBezTo>
                    <a:pt x="1554" y="4646"/>
                    <a:pt x="1644" y="4556"/>
                    <a:pt x="1644" y="4467"/>
                  </a:cubicBezTo>
                  <a:lnTo>
                    <a:pt x="1644" y="195"/>
                  </a:lnTo>
                  <a:cubicBezTo>
                    <a:pt x="1644" y="90"/>
                    <a:pt x="1554" y="1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82"/>
            <p:cNvSpPr/>
            <p:nvPr/>
          </p:nvSpPr>
          <p:spPr>
            <a:xfrm>
              <a:off x="235549" y="1617423"/>
              <a:ext cx="178373" cy="189774"/>
            </a:xfrm>
            <a:custGeom>
              <a:rect b="b" l="l" r="r" t="t"/>
              <a:pathLst>
                <a:path extrusionOk="0" h="4228" w="3974">
                  <a:moveTo>
                    <a:pt x="2107" y="1"/>
                  </a:moveTo>
                  <a:cubicBezTo>
                    <a:pt x="942" y="1"/>
                    <a:pt x="1" y="956"/>
                    <a:pt x="1" y="2121"/>
                  </a:cubicBezTo>
                  <a:cubicBezTo>
                    <a:pt x="1" y="3286"/>
                    <a:pt x="942" y="4227"/>
                    <a:pt x="2107" y="4227"/>
                  </a:cubicBezTo>
                  <a:lnTo>
                    <a:pt x="3556" y="4227"/>
                  </a:lnTo>
                  <a:lnTo>
                    <a:pt x="3974" y="3391"/>
                  </a:lnTo>
                  <a:lnTo>
                    <a:pt x="2271" y="3391"/>
                  </a:lnTo>
                  <a:cubicBezTo>
                    <a:pt x="1554" y="3391"/>
                    <a:pt x="987" y="2823"/>
                    <a:pt x="987" y="2121"/>
                  </a:cubicBezTo>
                  <a:cubicBezTo>
                    <a:pt x="987" y="1405"/>
                    <a:pt x="1554" y="837"/>
                    <a:pt x="2271" y="837"/>
                  </a:cubicBezTo>
                  <a:lnTo>
                    <a:pt x="3033" y="837"/>
                  </a:lnTo>
                  <a:cubicBezTo>
                    <a:pt x="2973" y="703"/>
                    <a:pt x="2943" y="568"/>
                    <a:pt x="2943" y="419"/>
                  </a:cubicBezTo>
                  <a:cubicBezTo>
                    <a:pt x="2943" y="269"/>
                    <a:pt x="2973" y="135"/>
                    <a:pt x="30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2" name="Google Shape;1452;p82"/>
          <p:cNvGrpSpPr/>
          <p:nvPr/>
        </p:nvGrpSpPr>
        <p:grpSpPr>
          <a:xfrm>
            <a:off x="6840890" y="3710966"/>
            <a:ext cx="345963" cy="304400"/>
            <a:chOff x="1937609" y="2512352"/>
            <a:chExt cx="345963" cy="304400"/>
          </a:xfrm>
        </p:grpSpPr>
        <p:sp>
          <p:nvSpPr>
            <p:cNvPr id="1453" name="Google Shape;1453;p82"/>
            <p:cNvSpPr/>
            <p:nvPr/>
          </p:nvSpPr>
          <p:spPr>
            <a:xfrm>
              <a:off x="2023426" y="2612935"/>
              <a:ext cx="175007" cy="85865"/>
            </a:xfrm>
            <a:custGeom>
              <a:rect b="b" l="l" r="r" t="t"/>
              <a:pathLst>
                <a:path extrusionOk="0" h="1913" w="3899">
                  <a:moveTo>
                    <a:pt x="1136" y="0"/>
                  </a:moveTo>
                  <a:lnTo>
                    <a:pt x="792" y="75"/>
                  </a:lnTo>
                  <a:cubicBezTo>
                    <a:pt x="434" y="165"/>
                    <a:pt x="165" y="448"/>
                    <a:pt x="120" y="777"/>
                  </a:cubicBezTo>
                  <a:cubicBezTo>
                    <a:pt x="90" y="941"/>
                    <a:pt x="60" y="1225"/>
                    <a:pt x="15" y="1598"/>
                  </a:cubicBezTo>
                  <a:cubicBezTo>
                    <a:pt x="1" y="1673"/>
                    <a:pt x="30" y="1763"/>
                    <a:pt x="90" y="1822"/>
                  </a:cubicBezTo>
                  <a:cubicBezTo>
                    <a:pt x="135" y="1882"/>
                    <a:pt x="225" y="1912"/>
                    <a:pt x="299" y="1912"/>
                  </a:cubicBezTo>
                  <a:lnTo>
                    <a:pt x="3600" y="1912"/>
                  </a:lnTo>
                  <a:cubicBezTo>
                    <a:pt x="3690" y="1912"/>
                    <a:pt x="3764" y="1882"/>
                    <a:pt x="3809" y="1822"/>
                  </a:cubicBezTo>
                  <a:cubicBezTo>
                    <a:pt x="3869" y="1763"/>
                    <a:pt x="3899" y="1673"/>
                    <a:pt x="3884" y="1598"/>
                  </a:cubicBezTo>
                  <a:cubicBezTo>
                    <a:pt x="3839" y="1225"/>
                    <a:pt x="3809" y="941"/>
                    <a:pt x="3779" y="777"/>
                  </a:cubicBezTo>
                  <a:cubicBezTo>
                    <a:pt x="3735" y="448"/>
                    <a:pt x="3466" y="165"/>
                    <a:pt x="3107" y="75"/>
                  </a:cubicBezTo>
                  <a:lnTo>
                    <a:pt x="2764" y="0"/>
                  </a:lnTo>
                  <a:cubicBezTo>
                    <a:pt x="2674" y="359"/>
                    <a:pt x="2345" y="643"/>
                    <a:pt x="1957" y="643"/>
                  </a:cubicBezTo>
                  <a:cubicBezTo>
                    <a:pt x="1554" y="643"/>
                    <a:pt x="1225" y="359"/>
                    <a:pt x="1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82"/>
            <p:cNvSpPr/>
            <p:nvPr/>
          </p:nvSpPr>
          <p:spPr>
            <a:xfrm>
              <a:off x="2071676" y="2512352"/>
              <a:ext cx="78504" cy="94573"/>
            </a:xfrm>
            <a:custGeom>
              <a:rect b="b" l="l" r="r" t="t"/>
              <a:pathLst>
                <a:path extrusionOk="0" h="2107" w="1749">
                  <a:moveTo>
                    <a:pt x="882" y="1"/>
                  </a:moveTo>
                  <a:cubicBezTo>
                    <a:pt x="344" y="1"/>
                    <a:pt x="1" y="344"/>
                    <a:pt x="1" y="882"/>
                  </a:cubicBezTo>
                  <a:cubicBezTo>
                    <a:pt x="1" y="1494"/>
                    <a:pt x="434" y="2107"/>
                    <a:pt x="882" y="2107"/>
                  </a:cubicBezTo>
                  <a:cubicBezTo>
                    <a:pt x="1315" y="2107"/>
                    <a:pt x="1748" y="1494"/>
                    <a:pt x="1748" y="882"/>
                  </a:cubicBezTo>
                  <a:cubicBezTo>
                    <a:pt x="1748" y="344"/>
                    <a:pt x="1405" y="1"/>
                    <a:pt x="8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82"/>
            <p:cNvSpPr/>
            <p:nvPr/>
          </p:nvSpPr>
          <p:spPr>
            <a:xfrm>
              <a:off x="1937609" y="2752343"/>
              <a:ext cx="84518" cy="44301"/>
            </a:xfrm>
            <a:custGeom>
              <a:rect b="b" l="l" r="r" t="t"/>
              <a:pathLst>
                <a:path extrusionOk="0" h="987" w="1883">
                  <a:moveTo>
                    <a:pt x="165" y="1"/>
                  </a:moveTo>
                  <a:cubicBezTo>
                    <a:pt x="75" y="1"/>
                    <a:pt x="1" y="76"/>
                    <a:pt x="1" y="165"/>
                  </a:cubicBezTo>
                  <a:lnTo>
                    <a:pt x="1" y="822"/>
                  </a:lnTo>
                  <a:cubicBezTo>
                    <a:pt x="1" y="912"/>
                    <a:pt x="75" y="987"/>
                    <a:pt x="165" y="987"/>
                  </a:cubicBezTo>
                  <a:lnTo>
                    <a:pt x="1733" y="987"/>
                  </a:lnTo>
                  <a:cubicBezTo>
                    <a:pt x="1808" y="987"/>
                    <a:pt x="1883" y="912"/>
                    <a:pt x="1883" y="822"/>
                  </a:cubicBezTo>
                  <a:lnTo>
                    <a:pt x="1883" y="165"/>
                  </a:lnTo>
                  <a:cubicBezTo>
                    <a:pt x="1883" y="76"/>
                    <a:pt x="180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82"/>
            <p:cNvSpPr/>
            <p:nvPr/>
          </p:nvSpPr>
          <p:spPr>
            <a:xfrm>
              <a:off x="1981191" y="2703420"/>
              <a:ext cx="45648" cy="32901"/>
            </a:xfrm>
            <a:custGeom>
              <a:rect b="b" l="l" r="r" t="t"/>
              <a:pathLst>
                <a:path extrusionOk="0" h="733" w="1017">
                  <a:moveTo>
                    <a:pt x="718" y="1"/>
                  </a:moveTo>
                  <a:lnTo>
                    <a:pt x="1" y="732"/>
                  </a:lnTo>
                  <a:lnTo>
                    <a:pt x="523" y="732"/>
                  </a:lnTo>
                  <a:lnTo>
                    <a:pt x="1016" y="225"/>
                  </a:lnTo>
                  <a:cubicBezTo>
                    <a:pt x="912" y="195"/>
                    <a:pt x="822" y="135"/>
                    <a:pt x="747" y="45"/>
                  </a:cubicBezTo>
                  <a:cubicBezTo>
                    <a:pt x="747" y="31"/>
                    <a:pt x="732" y="16"/>
                    <a:pt x="7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82"/>
            <p:cNvSpPr/>
            <p:nvPr/>
          </p:nvSpPr>
          <p:spPr>
            <a:xfrm>
              <a:off x="2199054" y="2752343"/>
              <a:ext cx="84518" cy="44301"/>
            </a:xfrm>
            <a:custGeom>
              <a:rect b="b" l="l" r="r" t="t"/>
              <a:pathLst>
                <a:path extrusionOk="0" h="987" w="1883">
                  <a:moveTo>
                    <a:pt x="165" y="1"/>
                  </a:moveTo>
                  <a:cubicBezTo>
                    <a:pt x="75" y="1"/>
                    <a:pt x="1" y="76"/>
                    <a:pt x="1" y="165"/>
                  </a:cubicBezTo>
                  <a:lnTo>
                    <a:pt x="1" y="822"/>
                  </a:lnTo>
                  <a:cubicBezTo>
                    <a:pt x="1" y="912"/>
                    <a:pt x="75" y="987"/>
                    <a:pt x="165" y="987"/>
                  </a:cubicBezTo>
                  <a:lnTo>
                    <a:pt x="1733" y="987"/>
                  </a:lnTo>
                  <a:cubicBezTo>
                    <a:pt x="1823" y="987"/>
                    <a:pt x="1883" y="912"/>
                    <a:pt x="1883" y="822"/>
                  </a:cubicBezTo>
                  <a:lnTo>
                    <a:pt x="1883" y="165"/>
                  </a:lnTo>
                  <a:cubicBezTo>
                    <a:pt x="1883" y="76"/>
                    <a:pt x="1823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82"/>
            <p:cNvSpPr/>
            <p:nvPr/>
          </p:nvSpPr>
          <p:spPr>
            <a:xfrm>
              <a:off x="2195059" y="2704093"/>
              <a:ext cx="45603" cy="32227"/>
            </a:xfrm>
            <a:custGeom>
              <a:rect b="b" l="l" r="r" t="t"/>
              <a:pathLst>
                <a:path extrusionOk="0" h="718" w="1016">
                  <a:moveTo>
                    <a:pt x="299" y="1"/>
                  </a:moveTo>
                  <a:cubicBezTo>
                    <a:pt x="284" y="16"/>
                    <a:pt x="269" y="16"/>
                    <a:pt x="269" y="30"/>
                  </a:cubicBezTo>
                  <a:cubicBezTo>
                    <a:pt x="194" y="120"/>
                    <a:pt x="105" y="180"/>
                    <a:pt x="0" y="210"/>
                  </a:cubicBezTo>
                  <a:lnTo>
                    <a:pt x="493" y="717"/>
                  </a:lnTo>
                  <a:lnTo>
                    <a:pt x="1016" y="717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82"/>
            <p:cNvSpPr/>
            <p:nvPr/>
          </p:nvSpPr>
          <p:spPr>
            <a:xfrm>
              <a:off x="2068354" y="2772495"/>
              <a:ext cx="84518" cy="44257"/>
            </a:xfrm>
            <a:custGeom>
              <a:rect b="b" l="l" r="r" t="t"/>
              <a:pathLst>
                <a:path extrusionOk="0" h="986" w="1883">
                  <a:moveTo>
                    <a:pt x="165" y="0"/>
                  </a:moveTo>
                  <a:cubicBezTo>
                    <a:pt x="75" y="0"/>
                    <a:pt x="0" y="75"/>
                    <a:pt x="0" y="164"/>
                  </a:cubicBezTo>
                  <a:lnTo>
                    <a:pt x="0" y="821"/>
                  </a:lnTo>
                  <a:cubicBezTo>
                    <a:pt x="0" y="911"/>
                    <a:pt x="75" y="986"/>
                    <a:pt x="165" y="986"/>
                  </a:cubicBezTo>
                  <a:lnTo>
                    <a:pt x="1733" y="986"/>
                  </a:lnTo>
                  <a:cubicBezTo>
                    <a:pt x="1822" y="986"/>
                    <a:pt x="1882" y="911"/>
                    <a:pt x="1882" y="821"/>
                  </a:cubicBezTo>
                  <a:lnTo>
                    <a:pt x="1882" y="164"/>
                  </a:lnTo>
                  <a:cubicBezTo>
                    <a:pt x="1882" y="75"/>
                    <a:pt x="1822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82"/>
            <p:cNvSpPr/>
            <p:nvPr/>
          </p:nvSpPr>
          <p:spPr>
            <a:xfrm>
              <a:off x="2102510" y="2715493"/>
              <a:ext cx="16832" cy="40935"/>
            </a:xfrm>
            <a:custGeom>
              <a:rect b="b" l="l" r="r" t="t"/>
              <a:pathLst>
                <a:path extrusionOk="0" h="912" w="375">
                  <a:moveTo>
                    <a:pt x="1" y="0"/>
                  </a:moveTo>
                  <a:lnTo>
                    <a:pt x="1" y="912"/>
                  </a:lnTo>
                  <a:lnTo>
                    <a:pt x="374" y="912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1" name="Google Shape;1461;p82"/>
          <p:cNvGrpSpPr/>
          <p:nvPr/>
        </p:nvGrpSpPr>
        <p:grpSpPr>
          <a:xfrm>
            <a:off x="4404260" y="1672296"/>
            <a:ext cx="345974" cy="300367"/>
            <a:chOff x="2500041" y="699021"/>
            <a:chExt cx="345974" cy="300367"/>
          </a:xfrm>
        </p:grpSpPr>
        <p:sp>
          <p:nvSpPr>
            <p:cNvPr id="1462" name="Google Shape;1462;p82"/>
            <p:cNvSpPr/>
            <p:nvPr/>
          </p:nvSpPr>
          <p:spPr>
            <a:xfrm>
              <a:off x="2540301" y="813653"/>
              <a:ext cx="53638" cy="26841"/>
            </a:xfrm>
            <a:custGeom>
              <a:rect b="b" l="l" r="r" t="t"/>
              <a:pathLst>
                <a:path extrusionOk="0" h="598" w="1195">
                  <a:moveTo>
                    <a:pt x="0" y="0"/>
                  </a:moveTo>
                  <a:lnTo>
                    <a:pt x="0" y="598"/>
                  </a:lnTo>
                  <a:lnTo>
                    <a:pt x="1195" y="598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82"/>
            <p:cNvSpPr/>
            <p:nvPr/>
          </p:nvSpPr>
          <p:spPr>
            <a:xfrm>
              <a:off x="2646180" y="813653"/>
              <a:ext cx="53682" cy="26841"/>
            </a:xfrm>
            <a:custGeom>
              <a:rect b="b" l="l" r="r" t="t"/>
              <a:pathLst>
                <a:path extrusionOk="0" h="598" w="1196">
                  <a:moveTo>
                    <a:pt x="1" y="0"/>
                  </a:moveTo>
                  <a:lnTo>
                    <a:pt x="1" y="598"/>
                  </a:lnTo>
                  <a:lnTo>
                    <a:pt x="1196" y="598"/>
                  </a:lnTo>
                  <a:lnTo>
                    <a:pt x="1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82"/>
            <p:cNvSpPr/>
            <p:nvPr/>
          </p:nvSpPr>
          <p:spPr>
            <a:xfrm>
              <a:off x="2500041" y="699021"/>
              <a:ext cx="345974" cy="55029"/>
            </a:xfrm>
            <a:custGeom>
              <a:rect b="b" l="l" r="r" t="t"/>
              <a:pathLst>
                <a:path extrusionOk="0" h="1226" w="7708">
                  <a:moveTo>
                    <a:pt x="972" y="434"/>
                  </a:moveTo>
                  <a:cubicBezTo>
                    <a:pt x="1017" y="434"/>
                    <a:pt x="1061" y="449"/>
                    <a:pt x="1091" y="478"/>
                  </a:cubicBezTo>
                  <a:cubicBezTo>
                    <a:pt x="1136" y="523"/>
                    <a:pt x="1151" y="568"/>
                    <a:pt x="1151" y="613"/>
                  </a:cubicBezTo>
                  <a:cubicBezTo>
                    <a:pt x="1151" y="658"/>
                    <a:pt x="1136" y="717"/>
                    <a:pt x="1091" y="747"/>
                  </a:cubicBezTo>
                  <a:cubicBezTo>
                    <a:pt x="1061" y="777"/>
                    <a:pt x="1017" y="807"/>
                    <a:pt x="972" y="807"/>
                  </a:cubicBezTo>
                  <a:cubicBezTo>
                    <a:pt x="927" y="807"/>
                    <a:pt x="867" y="777"/>
                    <a:pt x="837" y="747"/>
                  </a:cubicBezTo>
                  <a:cubicBezTo>
                    <a:pt x="807" y="717"/>
                    <a:pt x="778" y="658"/>
                    <a:pt x="778" y="613"/>
                  </a:cubicBezTo>
                  <a:cubicBezTo>
                    <a:pt x="778" y="568"/>
                    <a:pt x="807" y="523"/>
                    <a:pt x="837" y="478"/>
                  </a:cubicBezTo>
                  <a:cubicBezTo>
                    <a:pt x="867" y="449"/>
                    <a:pt x="927" y="434"/>
                    <a:pt x="972" y="434"/>
                  </a:cubicBezTo>
                  <a:close/>
                  <a:moveTo>
                    <a:pt x="1778" y="434"/>
                  </a:moveTo>
                  <a:cubicBezTo>
                    <a:pt x="1823" y="434"/>
                    <a:pt x="1868" y="449"/>
                    <a:pt x="1898" y="478"/>
                  </a:cubicBezTo>
                  <a:cubicBezTo>
                    <a:pt x="1943" y="523"/>
                    <a:pt x="1958" y="568"/>
                    <a:pt x="1958" y="613"/>
                  </a:cubicBezTo>
                  <a:cubicBezTo>
                    <a:pt x="1958" y="658"/>
                    <a:pt x="1943" y="717"/>
                    <a:pt x="1898" y="747"/>
                  </a:cubicBezTo>
                  <a:cubicBezTo>
                    <a:pt x="1868" y="777"/>
                    <a:pt x="1823" y="807"/>
                    <a:pt x="1778" y="807"/>
                  </a:cubicBezTo>
                  <a:cubicBezTo>
                    <a:pt x="1719" y="807"/>
                    <a:pt x="1674" y="777"/>
                    <a:pt x="1644" y="747"/>
                  </a:cubicBezTo>
                  <a:cubicBezTo>
                    <a:pt x="1614" y="717"/>
                    <a:pt x="1584" y="658"/>
                    <a:pt x="1584" y="613"/>
                  </a:cubicBezTo>
                  <a:cubicBezTo>
                    <a:pt x="1584" y="568"/>
                    <a:pt x="1614" y="523"/>
                    <a:pt x="1644" y="478"/>
                  </a:cubicBezTo>
                  <a:cubicBezTo>
                    <a:pt x="1674" y="449"/>
                    <a:pt x="1719" y="434"/>
                    <a:pt x="1778" y="434"/>
                  </a:cubicBezTo>
                  <a:close/>
                  <a:moveTo>
                    <a:pt x="2585" y="434"/>
                  </a:moveTo>
                  <a:cubicBezTo>
                    <a:pt x="2630" y="434"/>
                    <a:pt x="2674" y="449"/>
                    <a:pt x="2704" y="478"/>
                  </a:cubicBezTo>
                  <a:cubicBezTo>
                    <a:pt x="2749" y="523"/>
                    <a:pt x="2764" y="568"/>
                    <a:pt x="2764" y="613"/>
                  </a:cubicBezTo>
                  <a:cubicBezTo>
                    <a:pt x="2764" y="658"/>
                    <a:pt x="2749" y="717"/>
                    <a:pt x="2704" y="747"/>
                  </a:cubicBezTo>
                  <a:cubicBezTo>
                    <a:pt x="2674" y="777"/>
                    <a:pt x="2630" y="807"/>
                    <a:pt x="2585" y="807"/>
                  </a:cubicBezTo>
                  <a:cubicBezTo>
                    <a:pt x="2525" y="807"/>
                    <a:pt x="2480" y="777"/>
                    <a:pt x="2450" y="747"/>
                  </a:cubicBezTo>
                  <a:cubicBezTo>
                    <a:pt x="2421" y="717"/>
                    <a:pt x="2391" y="658"/>
                    <a:pt x="2391" y="613"/>
                  </a:cubicBezTo>
                  <a:cubicBezTo>
                    <a:pt x="2391" y="568"/>
                    <a:pt x="2421" y="523"/>
                    <a:pt x="2450" y="478"/>
                  </a:cubicBezTo>
                  <a:cubicBezTo>
                    <a:pt x="2480" y="449"/>
                    <a:pt x="2525" y="434"/>
                    <a:pt x="2585" y="434"/>
                  </a:cubicBezTo>
                  <a:close/>
                  <a:moveTo>
                    <a:pt x="568" y="0"/>
                  </a:moveTo>
                  <a:cubicBezTo>
                    <a:pt x="255" y="0"/>
                    <a:pt x="1" y="254"/>
                    <a:pt x="1" y="553"/>
                  </a:cubicBezTo>
                  <a:lnTo>
                    <a:pt x="1" y="1225"/>
                  </a:lnTo>
                  <a:lnTo>
                    <a:pt x="7708" y="1225"/>
                  </a:lnTo>
                  <a:lnTo>
                    <a:pt x="7708" y="553"/>
                  </a:lnTo>
                  <a:cubicBezTo>
                    <a:pt x="7708" y="254"/>
                    <a:pt x="7454" y="0"/>
                    <a:pt x="7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82"/>
            <p:cNvSpPr/>
            <p:nvPr/>
          </p:nvSpPr>
          <p:spPr>
            <a:xfrm>
              <a:off x="2752105" y="813653"/>
              <a:ext cx="53682" cy="26841"/>
            </a:xfrm>
            <a:custGeom>
              <a:rect b="b" l="l" r="r" t="t"/>
              <a:pathLst>
                <a:path extrusionOk="0" h="598" w="1196">
                  <a:moveTo>
                    <a:pt x="1" y="0"/>
                  </a:moveTo>
                  <a:lnTo>
                    <a:pt x="1" y="598"/>
                  </a:lnTo>
                  <a:lnTo>
                    <a:pt x="1196" y="598"/>
                  </a:lnTo>
                  <a:lnTo>
                    <a:pt x="1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82"/>
            <p:cNvSpPr/>
            <p:nvPr/>
          </p:nvSpPr>
          <p:spPr>
            <a:xfrm>
              <a:off x="2500041" y="770744"/>
              <a:ext cx="345974" cy="228644"/>
            </a:xfrm>
            <a:custGeom>
              <a:rect b="b" l="l" r="r" t="t"/>
              <a:pathLst>
                <a:path extrusionOk="0" h="5094" w="7708">
                  <a:moveTo>
                    <a:pt x="2286" y="598"/>
                  </a:moveTo>
                  <a:cubicBezTo>
                    <a:pt x="2391" y="598"/>
                    <a:pt x="2465" y="673"/>
                    <a:pt x="2465" y="777"/>
                  </a:cubicBezTo>
                  <a:lnTo>
                    <a:pt x="2465" y="1748"/>
                  </a:lnTo>
                  <a:cubicBezTo>
                    <a:pt x="2465" y="1853"/>
                    <a:pt x="2391" y="1927"/>
                    <a:pt x="2286" y="1927"/>
                  </a:cubicBezTo>
                  <a:lnTo>
                    <a:pt x="718" y="1927"/>
                  </a:lnTo>
                  <a:cubicBezTo>
                    <a:pt x="613" y="1927"/>
                    <a:pt x="524" y="1853"/>
                    <a:pt x="524" y="1748"/>
                  </a:cubicBezTo>
                  <a:lnTo>
                    <a:pt x="524" y="777"/>
                  </a:lnTo>
                  <a:cubicBezTo>
                    <a:pt x="524" y="673"/>
                    <a:pt x="613" y="598"/>
                    <a:pt x="718" y="598"/>
                  </a:cubicBezTo>
                  <a:close/>
                  <a:moveTo>
                    <a:pt x="4646" y="598"/>
                  </a:moveTo>
                  <a:cubicBezTo>
                    <a:pt x="4750" y="598"/>
                    <a:pt x="4825" y="673"/>
                    <a:pt x="4825" y="777"/>
                  </a:cubicBezTo>
                  <a:lnTo>
                    <a:pt x="4825" y="1748"/>
                  </a:lnTo>
                  <a:cubicBezTo>
                    <a:pt x="4825" y="1853"/>
                    <a:pt x="4750" y="1927"/>
                    <a:pt x="4646" y="1927"/>
                  </a:cubicBezTo>
                  <a:lnTo>
                    <a:pt x="3063" y="1927"/>
                  </a:lnTo>
                  <a:cubicBezTo>
                    <a:pt x="2973" y="1927"/>
                    <a:pt x="2884" y="1853"/>
                    <a:pt x="2884" y="1748"/>
                  </a:cubicBezTo>
                  <a:lnTo>
                    <a:pt x="2884" y="777"/>
                  </a:lnTo>
                  <a:cubicBezTo>
                    <a:pt x="2884" y="673"/>
                    <a:pt x="2973" y="598"/>
                    <a:pt x="3063" y="598"/>
                  </a:cubicBezTo>
                  <a:close/>
                  <a:moveTo>
                    <a:pt x="7006" y="598"/>
                  </a:moveTo>
                  <a:cubicBezTo>
                    <a:pt x="7095" y="598"/>
                    <a:pt x="7185" y="673"/>
                    <a:pt x="7185" y="777"/>
                  </a:cubicBezTo>
                  <a:lnTo>
                    <a:pt x="7185" y="1748"/>
                  </a:lnTo>
                  <a:cubicBezTo>
                    <a:pt x="7185" y="1853"/>
                    <a:pt x="7095" y="1927"/>
                    <a:pt x="7006" y="1927"/>
                  </a:cubicBezTo>
                  <a:lnTo>
                    <a:pt x="5423" y="1927"/>
                  </a:lnTo>
                  <a:cubicBezTo>
                    <a:pt x="5333" y="1927"/>
                    <a:pt x="5243" y="1853"/>
                    <a:pt x="5243" y="1748"/>
                  </a:cubicBezTo>
                  <a:lnTo>
                    <a:pt x="5243" y="777"/>
                  </a:lnTo>
                  <a:cubicBezTo>
                    <a:pt x="5243" y="673"/>
                    <a:pt x="5333" y="598"/>
                    <a:pt x="5423" y="598"/>
                  </a:cubicBezTo>
                  <a:close/>
                  <a:moveTo>
                    <a:pt x="2286" y="2525"/>
                  </a:moveTo>
                  <a:cubicBezTo>
                    <a:pt x="2391" y="2525"/>
                    <a:pt x="2465" y="2614"/>
                    <a:pt x="2465" y="2704"/>
                  </a:cubicBezTo>
                  <a:cubicBezTo>
                    <a:pt x="2465" y="2809"/>
                    <a:pt x="2391" y="2898"/>
                    <a:pt x="2286" y="2898"/>
                  </a:cubicBezTo>
                  <a:lnTo>
                    <a:pt x="718" y="2898"/>
                  </a:lnTo>
                  <a:cubicBezTo>
                    <a:pt x="613" y="2898"/>
                    <a:pt x="524" y="2809"/>
                    <a:pt x="524" y="2704"/>
                  </a:cubicBezTo>
                  <a:cubicBezTo>
                    <a:pt x="524" y="2614"/>
                    <a:pt x="613" y="2525"/>
                    <a:pt x="718" y="2525"/>
                  </a:cubicBezTo>
                  <a:close/>
                  <a:moveTo>
                    <a:pt x="4646" y="2525"/>
                  </a:moveTo>
                  <a:cubicBezTo>
                    <a:pt x="4750" y="2525"/>
                    <a:pt x="4825" y="2614"/>
                    <a:pt x="4825" y="2704"/>
                  </a:cubicBezTo>
                  <a:cubicBezTo>
                    <a:pt x="4825" y="2809"/>
                    <a:pt x="4750" y="2898"/>
                    <a:pt x="4646" y="2898"/>
                  </a:cubicBezTo>
                  <a:lnTo>
                    <a:pt x="3063" y="2898"/>
                  </a:lnTo>
                  <a:cubicBezTo>
                    <a:pt x="2973" y="2898"/>
                    <a:pt x="2884" y="2809"/>
                    <a:pt x="2884" y="2704"/>
                  </a:cubicBezTo>
                  <a:cubicBezTo>
                    <a:pt x="2884" y="2614"/>
                    <a:pt x="2973" y="2525"/>
                    <a:pt x="3063" y="2525"/>
                  </a:cubicBezTo>
                  <a:close/>
                  <a:moveTo>
                    <a:pt x="7006" y="2525"/>
                  </a:moveTo>
                  <a:cubicBezTo>
                    <a:pt x="7095" y="2525"/>
                    <a:pt x="7185" y="2614"/>
                    <a:pt x="7185" y="2704"/>
                  </a:cubicBezTo>
                  <a:cubicBezTo>
                    <a:pt x="7185" y="2809"/>
                    <a:pt x="7095" y="2898"/>
                    <a:pt x="7006" y="2898"/>
                  </a:cubicBezTo>
                  <a:lnTo>
                    <a:pt x="5423" y="2898"/>
                  </a:lnTo>
                  <a:cubicBezTo>
                    <a:pt x="5333" y="2898"/>
                    <a:pt x="5243" y="2809"/>
                    <a:pt x="5243" y="2704"/>
                  </a:cubicBezTo>
                  <a:cubicBezTo>
                    <a:pt x="5243" y="2614"/>
                    <a:pt x="5333" y="2525"/>
                    <a:pt x="5423" y="2525"/>
                  </a:cubicBezTo>
                  <a:close/>
                  <a:moveTo>
                    <a:pt x="2286" y="3257"/>
                  </a:moveTo>
                  <a:cubicBezTo>
                    <a:pt x="2391" y="3257"/>
                    <a:pt x="2465" y="3331"/>
                    <a:pt x="2465" y="3436"/>
                  </a:cubicBezTo>
                  <a:cubicBezTo>
                    <a:pt x="2465" y="3540"/>
                    <a:pt x="2391" y="3615"/>
                    <a:pt x="2286" y="3615"/>
                  </a:cubicBezTo>
                  <a:lnTo>
                    <a:pt x="718" y="3615"/>
                  </a:lnTo>
                  <a:cubicBezTo>
                    <a:pt x="613" y="3615"/>
                    <a:pt x="524" y="3540"/>
                    <a:pt x="524" y="3436"/>
                  </a:cubicBezTo>
                  <a:cubicBezTo>
                    <a:pt x="524" y="3331"/>
                    <a:pt x="613" y="3257"/>
                    <a:pt x="718" y="3257"/>
                  </a:cubicBezTo>
                  <a:close/>
                  <a:moveTo>
                    <a:pt x="4646" y="3257"/>
                  </a:moveTo>
                  <a:cubicBezTo>
                    <a:pt x="4750" y="3257"/>
                    <a:pt x="4825" y="3331"/>
                    <a:pt x="4825" y="3436"/>
                  </a:cubicBezTo>
                  <a:cubicBezTo>
                    <a:pt x="4825" y="3540"/>
                    <a:pt x="4750" y="3615"/>
                    <a:pt x="4646" y="3615"/>
                  </a:cubicBezTo>
                  <a:lnTo>
                    <a:pt x="3063" y="3615"/>
                  </a:lnTo>
                  <a:cubicBezTo>
                    <a:pt x="2973" y="3615"/>
                    <a:pt x="2884" y="3540"/>
                    <a:pt x="2884" y="3436"/>
                  </a:cubicBezTo>
                  <a:cubicBezTo>
                    <a:pt x="2884" y="3331"/>
                    <a:pt x="2973" y="3257"/>
                    <a:pt x="3063" y="3257"/>
                  </a:cubicBezTo>
                  <a:close/>
                  <a:moveTo>
                    <a:pt x="7006" y="3257"/>
                  </a:moveTo>
                  <a:cubicBezTo>
                    <a:pt x="7095" y="3257"/>
                    <a:pt x="7185" y="3331"/>
                    <a:pt x="7185" y="3436"/>
                  </a:cubicBezTo>
                  <a:cubicBezTo>
                    <a:pt x="7185" y="3540"/>
                    <a:pt x="7095" y="3615"/>
                    <a:pt x="7006" y="3615"/>
                  </a:cubicBezTo>
                  <a:lnTo>
                    <a:pt x="5423" y="3615"/>
                  </a:lnTo>
                  <a:cubicBezTo>
                    <a:pt x="5333" y="3615"/>
                    <a:pt x="5243" y="3540"/>
                    <a:pt x="5243" y="3436"/>
                  </a:cubicBezTo>
                  <a:cubicBezTo>
                    <a:pt x="5243" y="3331"/>
                    <a:pt x="5333" y="3257"/>
                    <a:pt x="5423" y="3257"/>
                  </a:cubicBezTo>
                  <a:close/>
                  <a:moveTo>
                    <a:pt x="2286" y="3974"/>
                  </a:moveTo>
                  <a:cubicBezTo>
                    <a:pt x="2391" y="3974"/>
                    <a:pt x="2465" y="4063"/>
                    <a:pt x="2465" y="4168"/>
                  </a:cubicBezTo>
                  <a:cubicBezTo>
                    <a:pt x="2465" y="4257"/>
                    <a:pt x="2391" y="4347"/>
                    <a:pt x="2286" y="4347"/>
                  </a:cubicBezTo>
                  <a:lnTo>
                    <a:pt x="718" y="4347"/>
                  </a:lnTo>
                  <a:cubicBezTo>
                    <a:pt x="613" y="4347"/>
                    <a:pt x="524" y="4257"/>
                    <a:pt x="524" y="4168"/>
                  </a:cubicBezTo>
                  <a:cubicBezTo>
                    <a:pt x="524" y="4063"/>
                    <a:pt x="613" y="3974"/>
                    <a:pt x="718" y="3974"/>
                  </a:cubicBezTo>
                  <a:close/>
                  <a:moveTo>
                    <a:pt x="4646" y="3974"/>
                  </a:moveTo>
                  <a:cubicBezTo>
                    <a:pt x="4750" y="3974"/>
                    <a:pt x="4825" y="4063"/>
                    <a:pt x="4825" y="4168"/>
                  </a:cubicBezTo>
                  <a:cubicBezTo>
                    <a:pt x="4825" y="4257"/>
                    <a:pt x="4750" y="4347"/>
                    <a:pt x="4646" y="4347"/>
                  </a:cubicBezTo>
                  <a:lnTo>
                    <a:pt x="3063" y="4347"/>
                  </a:lnTo>
                  <a:cubicBezTo>
                    <a:pt x="2973" y="4347"/>
                    <a:pt x="2884" y="4257"/>
                    <a:pt x="2884" y="4168"/>
                  </a:cubicBezTo>
                  <a:cubicBezTo>
                    <a:pt x="2884" y="4063"/>
                    <a:pt x="2973" y="3974"/>
                    <a:pt x="3063" y="3974"/>
                  </a:cubicBezTo>
                  <a:close/>
                  <a:moveTo>
                    <a:pt x="7006" y="3974"/>
                  </a:moveTo>
                  <a:cubicBezTo>
                    <a:pt x="7095" y="3974"/>
                    <a:pt x="7185" y="4063"/>
                    <a:pt x="7185" y="4168"/>
                  </a:cubicBezTo>
                  <a:cubicBezTo>
                    <a:pt x="7185" y="4257"/>
                    <a:pt x="7095" y="4347"/>
                    <a:pt x="7006" y="4347"/>
                  </a:cubicBezTo>
                  <a:lnTo>
                    <a:pt x="5423" y="4347"/>
                  </a:lnTo>
                  <a:cubicBezTo>
                    <a:pt x="5333" y="4347"/>
                    <a:pt x="5243" y="4257"/>
                    <a:pt x="5243" y="4168"/>
                  </a:cubicBezTo>
                  <a:cubicBezTo>
                    <a:pt x="5243" y="4063"/>
                    <a:pt x="5333" y="3974"/>
                    <a:pt x="5423" y="3974"/>
                  </a:cubicBezTo>
                  <a:close/>
                  <a:moveTo>
                    <a:pt x="1" y="1"/>
                  </a:moveTo>
                  <a:lnTo>
                    <a:pt x="1" y="4526"/>
                  </a:lnTo>
                  <a:cubicBezTo>
                    <a:pt x="1" y="4840"/>
                    <a:pt x="255" y="5094"/>
                    <a:pt x="568" y="5094"/>
                  </a:cubicBezTo>
                  <a:lnTo>
                    <a:pt x="7140" y="5094"/>
                  </a:lnTo>
                  <a:cubicBezTo>
                    <a:pt x="7454" y="5094"/>
                    <a:pt x="7708" y="4840"/>
                    <a:pt x="7708" y="4526"/>
                  </a:cubicBezTo>
                  <a:lnTo>
                    <a:pt x="7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7" name="Google Shape;1467;p82"/>
          <p:cNvSpPr/>
          <p:nvPr/>
        </p:nvSpPr>
        <p:spPr>
          <a:xfrm>
            <a:off x="4431364" y="3215799"/>
            <a:ext cx="291763" cy="321464"/>
          </a:xfrm>
          <a:custGeom>
            <a:rect b="b" l="l" r="r" t="t"/>
            <a:pathLst>
              <a:path extrusionOk="0" h="6797" w="6169">
                <a:moveTo>
                  <a:pt x="3435" y="0"/>
                </a:moveTo>
                <a:cubicBezTo>
                  <a:pt x="2659" y="0"/>
                  <a:pt x="2016" y="478"/>
                  <a:pt x="2016" y="1374"/>
                </a:cubicBezTo>
                <a:cubicBezTo>
                  <a:pt x="2016" y="2256"/>
                  <a:pt x="2659" y="3226"/>
                  <a:pt x="3435" y="3226"/>
                </a:cubicBezTo>
                <a:cubicBezTo>
                  <a:pt x="4212" y="3226"/>
                  <a:pt x="4839" y="2256"/>
                  <a:pt x="4839" y="1374"/>
                </a:cubicBezTo>
                <a:cubicBezTo>
                  <a:pt x="4839" y="478"/>
                  <a:pt x="4212" y="0"/>
                  <a:pt x="3435" y="0"/>
                </a:cubicBezTo>
                <a:close/>
                <a:moveTo>
                  <a:pt x="1718" y="3525"/>
                </a:moveTo>
                <a:lnTo>
                  <a:pt x="1419" y="3674"/>
                </a:lnTo>
                <a:cubicBezTo>
                  <a:pt x="1031" y="3854"/>
                  <a:pt x="702" y="4332"/>
                  <a:pt x="702" y="4705"/>
                </a:cubicBezTo>
                <a:lnTo>
                  <a:pt x="702" y="5138"/>
                </a:lnTo>
                <a:cubicBezTo>
                  <a:pt x="732" y="5183"/>
                  <a:pt x="777" y="5228"/>
                  <a:pt x="822" y="5288"/>
                </a:cubicBezTo>
                <a:cubicBezTo>
                  <a:pt x="1016" y="5482"/>
                  <a:pt x="1270" y="5586"/>
                  <a:pt x="1553" y="5586"/>
                </a:cubicBezTo>
                <a:cubicBezTo>
                  <a:pt x="1837" y="5586"/>
                  <a:pt x="2091" y="5482"/>
                  <a:pt x="2285" y="5288"/>
                </a:cubicBezTo>
                <a:cubicBezTo>
                  <a:pt x="2689" y="4869"/>
                  <a:pt x="2689" y="4212"/>
                  <a:pt x="2285" y="3809"/>
                </a:cubicBezTo>
                <a:cubicBezTo>
                  <a:pt x="2136" y="3660"/>
                  <a:pt x="1927" y="3555"/>
                  <a:pt x="1718" y="3525"/>
                </a:cubicBezTo>
                <a:close/>
                <a:moveTo>
                  <a:pt x="4526" y="3226"/>
                </a:moveTo>
                <a:lnTo>
                  <a:pt x="3928" y="4496"/>
                </a:lnTo>
                <a:lnTo>
                  <a:pt x="3615" y="3674"/>
                </a:lnTo>
                <a:cubicBezTo>
                  <a:pt x="3555" y="3689"/>
                  <a:pt x="3495" y="3704"/>
                  <a:pt x="3435" y="3704"/>
                </a:cubicBezTo>
                <a:cubicBezTo>
                  <a:pt x="3376" y="3704"/>
                  <a:pt x="3301" y="3689"/>
                  <a:pt x="3241" y="3674"/>
                </a:cubicBezTo>
                <a:lnTo>
                  <a:pt x="3077" y="4137"/>
                </a:lnTo>
                <a:cubicBezTo>
                  <a:pt x="3181" y="4541"/>
                  <a:pt x="3122" y="4989"/>
                  <a:pt x="2898" y="5362"/>
                </a:cubicBezTo>
                <a:cubicBezTo>
                  <a:pt x="2943" y="5377"/>
                  <a:pt x="2972" y="5407"/>
                  <a:pt x="3002" y="5422"/>
                </a:cubicBezTo>
                <a:lnTo>
                  <a:pt x="3286" y="5721"/>
                </a:lnTo>
                <a:lnTo>
                  <a:pt x="6169" y="5721"/>
                </a:lnTo>
                <a:lnTo>
                  <a:pt x="6169" y="4705"/>
                </a:lnTo>
                <a:cubicBezTo>
                  <a:pt x="6169" y="4332"/>
                  <a:pt x="5840" y="3854"/>
                  <a:pt x="5437" y="3674"/>
                </a:cubicBezTo>
                <a:lnTo>
                  <a:pt x="4526" y="3226"/>
                </a:lnTo>
                <a:close/>
                <a:moveTo>
                  <a:pt x="1553" y="3346"/>
                </a:moveTo>
                <a:cubicBezTo>
                  <a:pt x="1867" y="3346"/>
                  <a:pt x="2166" y="3480"/>
                  <a:pt x="2405" y="3704"/>
                </a:cubicBezTo>
                <a:cubicBezTo>
                  <a:pt x="2868" y="4167"/>
                  <a:pt x="2868" y="4929"/>
                  <a:pt x="2405" y="5392"/>
                </a:cubicBezTo>
                <a:cubicBezTo>
                  <a:pt x="2166" y="5616"/>
                  <a:pt x="1867" y="5736"/>
                  <a:pt x="1553" y="5736"/>
                </a:cubicBezTo>
                <a:cubicBezTo>
                  <a:pt x="1240" y="5736"/>
                  <a:pt x="941" y="5616"/>
                  <a:pt x="702" y="5392"/>
                </a:cubicBezTo>
                <a:cubicBezTo>
                  <a:pt x="239" y="4929"/>
                  <a:pt x="239" y="4167"/>
                  <a:pt x="702" y="3704"/>
                </a:cubicBezTo>
                <a:cubicBezTo>
                  <a:pt x="941" y="3480"/>
                  <a:pt x="1240" y="3346"/>
                  <a:pt x="1553" y="3346"/>
                </a:cubicBezTo>
                <a:close/>
                <a:moveTo>
                  <a:pt x="1553" y="3137"/>
                </a:moveTo>
                <a:cubicBezTo>
                  <a:pt x="1180" y="3137"/>
                  <a:pt x="822" y="3286"/>
                  <a:pt x="553" y="3555"/>
                </a:cubicBezTo>
                <a:cubicBezTo>
                  <a:pt x="0" y="4093"/>
                  <a:pt x="0" y="5004"/>
                  <a:pt x="553" y="5541"/>
                </a:cubicBezTo>
                <a:cubicBezTo>
                  <a:pt x="822" y="5810"/>
                  <a:pt x="1180" y="5960"/>
                  <a:pt x="1553" y="5960"/>
                </a:cubicBezTo>
                <a:cubicBezTo>
                  <a:pt x="1837" y="5960"/>
                  <a:pt x="2121" y="5870"/>
                  <a:pt x="2360" y="5706"/>
                </a:cubicBezTo>
                <a:lnTo>
                  <a:pt x="2465" y="5646"/>
                </a:lnTo>
                <a:lnTo>
                  <a:pt x="2479" y="5751"/>
                </a:lnTo>
                <a:cubicBezTo>
                  <a:pt x="2494" y="5810"/>
                  <a:pt x="2509" y="5840"/>
                  <a:pt x="2554" y="5870"/>
                </a:cubicBezTo>
                <a:lnTo>
                  <a:pt x="3391" y="6721"/>
                </a:lnTo>
                <a:cubicBezTo>
                  <a:pt x="3435" y="6766"/>
                  <a:pt x="3495" y="6796"/>
                  <a:pt x="3570" y="6796"/>
                </a:cubicBezTo>
                <a:cubicBezTo>
                  <a:pt x="3630" y="6796"/>
                  <a:pt x="3689" y="6766"/>
                  <a:pt x="3734" y="6721"/>
                </a:cubicBezTo>
                <a:cubicBezTo>
                  <a:pt x="3779" y="6677"/>
                  <a:pt x="3794" y="6617"/>
                  <a:pt x="3794" y="6557"/>
                </a:cubicBezTo>
                <a:cubicBezTo>
                  <a:pt x="3794" y="6497"/>
                  <a:pt x="3779" y="6438"/>
                  <a:pt x="3734" y="6393"/>
                </a:cubicBezTo>
                <a:lnTo>
                  <a:pt x="2883" y="5541"/>
                </a:lnTo>
                <a:cubicBezTo>
                  <a:pt x="2853" y="5512"/>
                  <a:pt x="2808" y="5482"/>
                  <a:pt x="2763" y="5482"/>
                </a:cubicBezTo>
                <a:lnTo>
                  <a:pt x="2644" y="5452"/>
                </a:lnTo>
                <a:lnTo>
                  <a:pt x="2718" y="5362"/>
                </a:lnTo>
                <a:cubicBezTo>
                  <a:pt x="3107" y="4795"/>
                  <a:pt x="3032" y="4033"/>
                  <a:pt x="2554" y="3555"/>
                </a:cubicBezTo>
                <a:cubicBezTo>
                  <a:pt x="2285" y="3286"/>
                  <a:pt x="1927" y="3137"/>
                  <a:pt x="1553" y="31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8" name="Google Shape;1468;p82"/>
          <p:cNvGrpSpPr/>
          <p:nvPr/>
        </p:nvGrpSpPr>
        <p:grpSpPr>
          <a:xfrm>
            <a:off x="1371598" y="3707448"/>
            <a:ext cx="282783" cy="311466"/>
            <a:chOff x="7324421" y="4654672"/>
            <a:chExt cx="282783" cy="311466"/>
          </a:xfrm>
        </p:grpSpPr>
        <p:sp>
          <p:nvSpPr>
            <p:cNvPr id="1469" name="Google Shape;1469;p82"/>
            <p:cNvSpPr/>
            <p:nvPr/>
          </p:nvSpPr>
          <p:spPr>
            <a:xfrm>
              <a:off x="7352492" y="4839324"/>
              <a:ext cx="48778" cy="49156"/>
            </a:xfrm>
            <a:custGeom>
              <a:rect b="b" l="l" r="r" t="t"/>
              <a:pathLst>
                <a:path extrusionOk="0" h="1002" w="987">
                  <a:moveTo>
                    <a:pt x="493" y="1"/>
                  </a:moveTo>
                  <a:cubicBezTo>
                    <a:pt x="225" y="1"/>
                    <a:pt x="0" y="225"/>
                    <a:pt x="0" y="493"/>
                  </a:cubicBezTo>
                  <a:cubicBezTo>
                    <a:pt x="0" y="777"/>
                    <a:pt x="225" y="1001"/>
                    <a:pt x="493" y="1001"/>
                  </a:cubicBezTo>
                  <a:cubicBezTo>
                    <a:pt x="777" y="1001"/>
                    <a:pt x="986" y="777"/>
                    <a:pt x="986" y="493"/>
                  </a:cubicBezTo>
                  <a:cubicBezTo>
                    <a:pt x="986" y="225"/>
                    <a:pt x="777" y="1"/>
                    <a:pt x="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82"/>
            <p:cNvSpPr/>
            <p:nvPr/>
          </p:nvSpPr>
          <p:spPr>
            <a:xfrm>
              <a:off x="7324421" y="4906729"/>
              <a:ext cx="104128" cy="59409"/>
            </a:xfrm>
            <a:custGeom>
              <a:rect b="b" l="l" r="r" t="t"/>
              <a:pathLst>
                <a:path extrusionOk="0" h="1211" w="2107">
                  <a:moveTo>
                    <a:pt x="807" y="1"/>
                  </a:moveTo>
                  <a:cubicBezTo>
                    <a:pt x="419" y="1"/>
                    <a:pt x="105" y="270"/>
                    <a:pt x="61" y="643"/>
                  </a:cubicBezTo>
                  <a:lnTo>
                    <a:pt x="16" y="1076"/>
                  </a:lnTo>
                  <a:cubicBezTo>
                    <a:pt x="1" y="1136"/>
                    <a:pt x="61" y="1210"/>
                    <a:pt x="135" y="1210"/>
                  </a:cubicBezTo>
                  <a:lnTo>
                    <a:pt x="1987" y="1210"/>
                  </a:lnTo>
                  <a:cubicBezTo>
                    <a:pt x="2047" y="1210"/>
                    <a:pt x="2107" y="1136"/>
                    <a:pt x="2107" y="1076"/>
                  </a:cubicBezTo>
                  <a:lnTo>
                    <a:pt x="2047" y="643"/>
                  </a:lnTo>
                  <a:cubicBezTo>
                    <a:pt x="2002" y="270"/>
                    <a:pt x="1689" y="1"/>
                    <a:pt x="1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82"/>
            <p:cNvSpPr/>
            <p:nvPr/>
          </p:nvSpPr>
          <p:spPr>
            <a:xfrm>
              <a:off x="7531098" y="4654672"/>
              <a:ext cx="48778" cy="48420"/>
            </a:xfrm>
            <a:custGeom>
              <a:rect b="b" l="l" r="r" t="t"/>
              <a:pathLst>
                <a:path extrusionOk="0" h="987" w="987">
                  <a:moveTo>
                    <a:pt x="494" y="1"/>
                  </a:moveTo>
                  <a:cubicBezTo>
                    <a:pt x="225" y="1"/>
                    <a:pt x="1" y="225"/>
                    <a:pt x="1" y="494"/>
                  </a:cubicBezTo>
                  <a:cubicBezTo>
                    <a:pt x="1" y="777"/>
                    <a:pt x="225" y="987"/>
                    <a:pt x="494" y="987"/>
                  </a:cubicBezTo>
                  <a:cubicBezTo>
                    <a:pt x="763" y="987"/>
                    <a:pt x="987" y="777"/>
                    <a:pt x="987" y="494"/>
                  </a:cubicBezTo>
                  <a:cubicBezTo>
                    <a:pt x="987" y="225"/>
                    <a:pt x="763" y="1"/>
                    <a:pt x="4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82"/>
            <p:cNvSpPr/>
            <p:nvPr/>
          </p:nvSpPr>
          <p:spPr>
            <a:xfrm>
              <a:off x="7503076" y="4721341"/>
              <a:ext cx="104128" cy="60144"/>
            </a:xfrm>
            <a:custGeom>
              <a:rect b="b" l="l" r="r" t="t"/>
              <a:pathLst>
                <a:path extrusionOk="0" h="1226" w="2107">
                  <a:moveTo>
                    <a:pt x="792" y="1"/>
                  </a:moveTo>
                  <a:cubicBezTo>
                    <a:pt x="419" y="1"/>
                    <a:pt x="105" y="285"/>
                    <a:pt x="60" y="658"/>
                  </a:cubicBezTo>
                  <a:lnTo>
                    <a:pt x="0" y="1076"/>
                  </a:lnTo>
                  <a:cubicBezTo>
                    <a:pt x="0" y="1151"/>
                    <a:pt x="60" y="1226"/>
                    <a:pt x="135" y="1226"/>
                  </a:cubicBezTo>
                  <a:lnTo>
                    <a:pt x="1972" y="1226"/>
                  </a:lnTo>
                  <a:cubicBezTo>
                    <a:pt x="2047" y="1226"/>
                    <a:pt x="2106" y="1151"/>
                    <a:pt x="2091" y="1076"/>
                  </a:cubicBezTo>
                  <a:lnTo>
                    <a:pt x="2047" y="658"/>
                  </a:lnTo>
                  <a:cubicBezTo>
                    <a:pt x="2002" y="285"/>
                    <a:pt x="1688" y="1"/>
                    <a:pt x="1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82"/>
            <p:cNvSpPr/>
            <p:nvPr/>
          </p:nvSpPr>
          <p:spPr>
            <a:xfrm>
              <a:off x="7328128" y="4671695"/>
              <a:ext cx="184584" cy="163263"/>
            </a:xfrm>
            <a:custGeom>
              <a:rect b="b" l="l" r="r" t="t"/>
              <a:pathLst>
                <a:path extrusionOk="0" h="3328" w="3735">
                  <a:moveTo>
                    <a:pt x="2788" y="1"/>
                  </a:moveTo>
                  <a:cubicBezTo>
                    <a:pt x="2176" y="1"/>
                    <a:pt x="1589" y="208"/>
                    <a:pt x="1106" y="580"/>
                  </a:cubicBezTo>
                  <a:cubicBezTo>
                    <a:pt x="508" y="1028"/>
                    <a:pt x="135" y="1685"/>
                    <a:pt x="30" y="2432"/>
                  </a:cubicBezTo>
                  <a:cubicBezTo>
                    <a:pt x="1" y="2671"/>
                    <a:pt x="1" y="2925"/>
                    <a:pt x="30" y="3164"/>
                  </a:cubicBezTo>
                  <a:cubicBezTo>
                    <a:pt x="45" y="3253"/>
                    <a:pt x="135" y="3328"/>
                    <a:pt x="225" y="3328"/>
                  </a:cubicBezTo>
                  <a:cubicBezTo>
                    <a:pt x="225" y="3328"/>
                    <a:pt x="240" y="3328"/>
                    <a:pt x="240" y="3313"/>
                  </a:cubicBezTo>
                  <a:cubicBezTo>
                    <a:pt x="344" y="3313"/>
                    <a:pt x="419" y="3208"/>
                    <a:pt x="404" y="3104"/>
                  </a:cubicBezTo>
                  <a:cubicBezTo>
                    <a:pt x="374" y="2895"/>
                    <a:pt x="374" y="2686"/>
                    <a:pt x="404" y="2477"/>
                  </a:cubicBezTo>
                  <a:cubicBezTo>
                    <a:pt x="493" y="1834"/>
                    <a:pt x="822" y="1267"/>
                    <a:pt x="1330" y="879"/>
                  </a:cubicBezTo>
                  <a:cubicBezTo>
                    <a:pt x="1748" y="547"/>
                    <a:pt x="2246" y="377"/>
                    <a:pt x="2767" y="377"/>
                  </a:cubicBezTo>
                  <a:cubicBezTo>
                    <a:pt x="2880" y="377"/>
                    <a:pt x="2993" y="385"/>
                    <a:pt x="3107" y="401"/>
                  </a:cubicBezTo>
                  <a:cubicBezTo>
                    <a:pt x="3227" y="415"/>
                    <a:pt x="3346" y="430"/>
                    <a:pt x="3466" y="475"/>
                  </a:cubicBezTo>
                  <a:cubicBezTo>
                    <a:pt x="3479" y="477"/>
                    <a:pt x="3492" y="478"/>
                    <a:pt x="3505" y="478"/>
                  </a:cubicBezTo>
                  <a:cubicBezTo>
                    <a:pt x="3595" y="478"/>
                    <a:pt x="3679" y="432"/>
                    <a:pt x="3705" y="341"/>
                  </a:cubicBezTo>
                  <a:cubicBezTo>
                    <a:pt x="3735" y="236"/>
                    <a:pt x="3675" y="147"/>
                    <a:pt x="3570" y="117"/>
                  </a:cubicBezTo>
                  <a:cubicBezTo>
                    <a:pt x="3436" y="72"/>
                    <a:pt x="3301" y="42"/>
                    <a:pt x="3167" y="27"/>
                  </a:cubicBezTo>
                  <a:cubicBezTo>
                    <a:pt x="3040" y="9"/>
                    <a:pt x="2913" y="1"/>
                    <a:pt x="2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82"/>
            <p:cNvSpPr/>
            <p:nvPr/>
          </p:nvSpPr>
          <p:spPr>
            <a:xfrm>
              <a:off x="7446984" y="4798312"/>
              <a:ext cx="157254" cy="147320"/>
            </a:xfrm>
            <a:custGeom>
              <a:rect b="b" l="l" r="r" t="t"/>
              <a:pathLst>
                <a:path extrusionOk="0" h="3003" w="3182">
                  <a:moveTo>
                    <a:pt x="3002" y="0"/>
                  </a:moveTo>
                  <a:cubicBezTo>
                    <a:pt x="2898" y="0"/>
                    <a:pt x="2808" y="90"/>
                    <a:pt x="2808" y="179"/>
                  </a:cubicBezTo>
                  <a:cubicBezTo>
                    <a:pt x="2808" y="299"/>
                    <a:pt x="2808" y="403"/>
                    <a:pt x="2793" y="523"/>
                  </a:cubicBezTo>
                  <a:cubicBezTo>
                    <a:pt x="2629" y="1733"/>
                    <a:pt x="1598" y="2629"/>
                    <a:pt x="404" y="2629"/>
                  </a:cubicBezTo>
                  <a:cubicBezTo>
                    <a:pt x="344" y="2629"/>
                    <a:pt x="269" y="2629"/>
                    <a:pt x="209" y="2614"/>
                  </a:cubicBezTo>
                  <a:cubicBezTo>
                    <a:pt x="105" y="2614"/>
                    <a:pt x="15" y="2689"/>
                    <a:pt x="15" y="2793"/>
                  </a:cubicBezTo>
                  <a:cubicBezTo>
                    <a:pt x="0" y="2898"/>
                    <a:pt x="75" y="2987"/>
                    <a:pt x="179" y="2987"/>
                  </a:cubicBezTo>
                  <a:cubicBezTo>
                    <a:pt x="254" y="2987"/>
                    <a:pt x="329" y="3002"/>
                    <a:pt x="404" y="3002"/>
                  </a:cubicBezTo>
                  <a:cubicBezTo>
                    <a:pt x="1793" y="3002"/>
                    <a:pt x="2972" y="1972"/>
                    <a:pt x="3152" y="568"/>
                  </a:cubicBezTo>
                  <a:cubicBezTo>
                    <a:pt x="3182" y="448"/>
                    <a:pt x="3182" y="314"/>
                    <a:pt x="3182" y="179"/>
                  </a:cubicBezTo>
                  <a:cubicBezTo>
                    <a:pt x="3182" y="75"/>
                    <a:pt x="3092" y="0"/>
                    <a:pt x="30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5" name="Google Shape;1475;p82"/>
          <p:cNvGrpSpPr/>
          <p:nvPr/>
        </p:nvGrpSpPr>
        <p:grpSpPr>
          <a:xfrm>
            <a:off x="1915669" y="3701572"/>
            <a:ext cx="287182" cy="323191"/>
            <a:chOff x="1284837" y="2506413"/>
            <a:chExt cx="287182" cy="323191"/>
          </a:xfrm>
        </p:grpSpPr>
        <p:sp>
          <p:nvSpPr>
            <p:cNvPr id="1476" name="Google Shape;1476;p82"/>
            <p:cNvSpPr/>
            <p:nvPr/>
          </p:nvSpPr>
          <p:spPr>
            <a:xfrm>
              <a:off x="1313650" y="2506413"/>
              <a:ext cx="229605" cy="168022"/>
            </a:xfrm>
            <a:custGeom>
              <a:rect b="b" l="l" r="r" t="t"/>
              <a:pathLst>
                <a:path extrusionOk="0" h="3425" w="4646">
                  <a:moveTo>
                    <a:pt x="2748" y="702"/>
                  </a:moveTo>
                  <a:cubicBezTo>
                    <a:pt x="2853" y="702"/>
                    <a:pt x="2943" y="792"/>
                    <a:pt x="2943" y="897"/>
                  </a:cubicBezTo>
                  <a:cubicBezTo>
                    <a:pt x="2943" y="1016"/>
                    <a:pt x="2853" y="1091"/>
                    <a:pt x="2748" y="1091"/>
                  </a:cubicBezTo>
                  <a:lnTo>
                    <a:pt x="911" y="1091"/>
                  </a:lnTo>
                  <a:cubicBezTo>
                    <a:pt x="807" y="1091"/>
                    <a:pt x="717" y="1016"/>
                    <a:pt x="717" y="897"/>
                  </a:cubicBezTo>
                  <a:cubicBezTo>
                    <a:pt x="717" y="792"/>
                    <a:pt x="807" y="702"/>
                    <a:pt x="911" y="702"/>
                  </a:cubicBezTo>
                  <a:close/>
                  <a:moveTo>
                    <a:pt x="3734" y="1673"/>
                  </a:moveTo>
                  <a:cubicBezTo>
                    <a:pt x="3839" y="1673"/>
                    <a:pt x="3928" y="1763"/>
                    <a:pt x="3928" y="1867"/>
                  </a:cubicBezTo>
                  <a:cubicBezTo>
                    <a:pt x="3928" y="1972"/>
                    <a:pt x="3839" y="2062"/>
                    <a:pt x="3734" y="2062"/>
                  </a:cubicBezTo>
                  <a:lnTo>
                    <a:pt x="911" y="2062"/>
                  </a:lnTo>
                  <a:cubicBezTo>
                    <a:pt x="807" y="2062"/>
                    <a:pt x="717" y="1972"/>
                    <a:pt x="717" y="1867"/>
                  </a:cubicBezTo>
                  <a:cubicBezTo>
                    <a:pt x="717" y="1763"/>
                    <a:pt x="807" y="1673"/>
                    <a:pt x="911" y="1673"/>
                  </a:cubicBezTo>
                  <a:close/>
                  <a:moveTo>
                    <a:pt x="448" y="0"/>
                  </a:moveTo>
                  <a:cubicBezTo>
                    <a:pt x="194" y="0"/>
                    <a:pt x="0" y="195"/>
                    <a:pt x="0" y="448"/>
                  </a:cubicBezTo>
                  <a:lnTo>
                    <a:pt x="0" y="2330"/>
                  </a:lnTo>
                  <a:cubicBezTo>
                    <a:pt x="0" y="2584"/>
                    <a:pt x="194" y="2778"/>
                    <a:pt x="448" y="2778"/>
                  </a:cubicBezTo>
                  <a:lnTo>
                    <a:pt x="837" y="2778"/>
                  </a:lnTo>
                  <a:lnTo>
                    <a:pt x="837" y="3301"/>
                  </a:lnTo>
                  <a:cubicBezTo>
                    <a:pt x="837" y="3373"/>
                    <a:pt x="893" y="3424"/>
                    <a:pt x="958" y="3424"/>
                  </a:cubicBezTo>
                  <a:cubicBezTo>
                    <a:pt x="987" y="3424"/>
                    <a:pt x="1018" y="3414"/>
                    <a:pt x="1046" y="3391"/>
                  </a:cubicBezTo>
                  <a:lnTo>
                    <a:pt x="1867" y="2778"/>
                  </a:lnTo>
                  <a:lnTo>
                    <a:pt x="2778" y="2778"/>
                  </a:lnTo>
                  <a:lnTo>
                    <a:pt x="3615" y="3391"/>
                  </a:lnTo>
                  <a:cubicBezTo>
                    <a:pt x="3638" y="3414"/>
                    <a:pt x="3665" y="3424"/>
                    <a:pt x="3692" y="3424"/>
                  </a:cubicBezTo>
                  <a:cubicBezTo>
                    <a:pt x="3752" y="3424"/>
                    <a:pt x="3809" y="3373"/>
                    <a:pt x="3809" y="3301"/>
                  </a:cubicBezTo>
                  <a:lnTo>
                    <a:pt x="3809" y="2778"/>
                  </a:lnTo>
                  <a:lnTo>
                    <a:pt x="4212" y="2778"/>
                  </a:lnTo>
                  <a:cubicBezTo>
                    <a:pt x="4451" y="2778"/>
                    <a:pt x="4645" y="2584"/>
                    <a:pt x="4645" y="2330"/>
                  </a:cubicBezTo>
                  <a:lnTo>
                    <a:pt x="4645" y="448"/>
                  </a:lnTo>
                  <a:cubicBezTo>
                    <a:pt x="4645" y="195"/>
                    <a:pt x="4451" y="0"/>
                    <a:pt x="42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82"/>
            <p:cNvSpPr/>
            <p:nvPr/>
          </p:nvSpPr>
          <p:spPr>
            <a:xfrm>
              <a:off x="1313650" y="2698375"/>
              <a:ext cx="50952" cy="50627"/>
            </a:xfrm>
            <a:custGeom>
              <a:rect b="b" l="l" r="r" t="t"/>
              <a:pathLst>
                <a:path extrusionOk="0" h="1032" w="1031">
                  <a:moveTo>
                    <a:pt x="523" y="1"/>
                  </a:moveTo>
                  <a:cubicBezTo>
                    <a:pt x="224" y="1"/>
                    <a:pt x="0" y="225"/>
                    <a:pt x="0" y="508"/>
                  </a:cubicBezTo>
                  <a:cubicBezTo>
                    <a:pt x="0" y="807"/>
                    <a:pt x="224" y="1031"/>
                    <a:pt x="523" y="1031"/>
                  </a:cubicBezTo>
                  <a:cubicBezTo>
                    <a:pt x="807" y="1031"/>
                    <a:pt x="1031" y="807"/>
                    <a:pt x="1031" y="508"/>
                  </a:cubicBezTo>
                  <a:cubicBezTo>
                    <a:pt x="1031" y="225"/>
                    <a:pt x="807" y="1"/>
                    <a:pt x="5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82"/>
            <p:cNvSpPr/>
            <p:nvPr/>
          </p:nvSpPr>
          <p:spPr>
            <a:xfrm>
              <a:off x="1284837" y="2767988"/>
              <a:ext cx="107834" cy="61616"/>
            </a:xfrm>
            <a:custGeom>
              <a:rect b="b" l="l" r="r" t="t"/>
              <a:pathLst>
                <a:path extrusionOk="0" h="1256" w="2182">
                  <a:moveTo>
                    <a:pt x="822" y="0"/>
                  </a:moveTo>
                  <a:cubicBezTo>
                    <a:pt x="434" y="0"/>
                    <a:pt x="105" y="284"/>
                    <a:pt x="60" y="688"/>
                  </a:cubicBezTo>
                  <a:lnTo>
                    <a:pt x="1" y="1121"/>
                  </a:lnTo>
                  <a:cubicBezTo>
                    <a:pt x="1" y="1195"/>
                    <a:pt x="60" y="1255"/>
                    <a:pt x="135" y="1255"/>
                  </a:cubicBezTo>
                  <a:lnTo>
                    <a:pt x="2047" y="1255"/>
                  </a:lnTo>
                  <a:cubicBezTo>
                    <a:pt x="2122" y="1255"/>
                    <a:pt x="2181" y="1195"/>
                    <a:pt x="2181" y="1121"/>
                  </a:cubicBezTo>
                  <a:lnTo>
                    <a:pt x="2122" y="688"/>
                  </a:lnTo>
                  <a:cubicBezTo>
                    <a:pt x="2077" y="284"/>
                    <a:pt x="1748" y="0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82"/>
            <p:cNvSpPr/>
            <p:nvPr/>
          </p:nvSpPr>
          <p:spPr>
            <a:xfrm>
              <a:off x="1492997" y="2698375"/>
              <a:ext cx="51001" cy="50627"/>
            </a:xfrm>
            <a:custGeom>
              <a:rect b="b" l="l" r="r" t="t"/>
              <a:pathLst>
                <a:path extrusionOk="0" h="1032" w="1032">
                  <a:moveTo>
                    <a:pt x="508" y="1"/>
                  </a:moveTo>
                  <a:cubicBezTo>
                    <a:pt x="225" y="1"/>
                    <a:pt x="1" y="225"/>
                    <a:pt x="1" y="508"/>
                  </a:cubicBezTo>
                  <a:cubicBezTo>
                    <a:pt x="1" y="807"/>
                    <a:pt x="225" y="1031"/>
                    <a:pt x="508" y="1031"/>
                  </a:cubicBezTo>
                  <a:cubicBezTo>
                    <a:pt x="792" y="1031"/>
                    <a:pt x="1031" y="807"/>
                    <a:pt x="1031" y="508"/>
                  </a:cubicBezTo>
                  <a:cubicBezTo>
                    <a:pt x="1031" y="225"/>
                    <a:pt x="792" y="1"/>
                    <a:pt x="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82"/>
            <p:cNvSpPr/>
            <p:nvPr/>
          </p:nvSpPr>
          <p:spPr>
            <a:xfrm>
              <a:off x="1463493" y="2767988"/>
              <a:ext cx="108526" cy="61616"/>
            </a:xfrm>
            <a:custGeom>
              <a:rect b="b" l="l" r="r" t="t"/>
              <a:pathLst>
                <a:path extrusionOk="0" h="1256" w="2196">
                  <a:moveTo>
                    <a:pt x="837" y="0"/>
                  </a:moveTo>
                  <a:cubicBezTo>
                    <a:pt x="433" y="0"/>
                    <a:pt x="105" y="284"/>
                    <a:pt x="60" y="688"/>
                  </a:cubicBezTo>
                  <a:lnTo>
                    <a:pt x="15" y="1121"/>
                  </a:lnTo>
                  <a:cubicBezTo>
                    <a:pt x="0" y="1195"/>
                    <a:pt x="60" y="1255"/>
                    <a:pt x="135" y="1255"/>
                  </a:cubicBezTo>
                  <a:lnTo>
                    <a:pt x="2061" y="1255"/>
                  </a:lnTo>
                  <a:cubicBezTo>
                    <a:pt x="2136" y="1255"/>
                    <a:pt x="2196" y="1195"/>
                    <a:pt x="2181" y="1121"/>
                  </a:cubicBezTo>
                  <a:lnTo>
                    <a:pt x="2136" y="688"/>
                  </a:lnTo>
                  <a:cubicBezTo>
                    <a:pt x="2091" y="284"/>
                    <a:pt x="1763" y="0"/>
                    <a:pt x="1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1" name="Google Shape;1481;p82"/>
          <p:cNvGrpSpPr/>
          <p:nvPr/>
        </p:nvGrpSpPr>
        <p:grpSpPr>
          <a:xfrm>
            <a:off x="4362620" y="2695141"/>
            <a:ext cx="392274" cy="363737"/>
            <a:chOff x="6543825" y="3202075"/>
            <a:chExt cx="296975" cy="275350"/>
          </a:xfrm>
        </p:grpSpPr>
        <p:sp>
          <p:nvSpPr>
            <p:cNvPr id="1482" name="Google Shape;1482;p82"/>
            <p:cNvSpPr/>
            <p:nvPr/>
          </p:nvSpPr>
          <p:spPr>
            <a:xfrm>
              <a:off x="6683250" y="3202075"/>
              <a:ext cx="17350" cy="43350"/>
            </a:xfrm>
            <a:custGeom>
              <a:rect b="b" l="l" r="r" t="t"/>
              <a:pathLst>
                <a:path extrusionOk="0" h="173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82"/>
            <p:cNvSpPr/>
            <p:nvPr/>
          </p:nvSpPr>
          <p:spPr>
            <a:xfrm>
              <a:off x="6613925" y="3236125"/>
              <a:ext cx="35475" cy="34700"/>
            </a:xfrm>
            <a:custGeom>
              <a:rect b="b" l="l" r="r" t="t"/>
              <a:pathLst>
                <a:path extrusionOk="0" h="1388" w="1419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82"/>
            <p:cNvSpPr/>
            <p:nvPr/>
          </p:nvSpPr>
          <p:spPr>
            <a:xfrm>
              <a:off x="6734425" y="3236425"/>
              <a:ext cx="35475" cy="34400"/>
            </a:xfrm>
            <a:custGeom>
              <a:rect b="b" l="l" r="r" t="t"/>
              <a:pathLst>
                <a:path extrusionOk="0" h="1376" w="1419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82"/>
            <p:cNvSpPr/>
            <p:nvPr/>
          </p:nvSpPr>
          <p:spPr>
            <a:xfrm>
              <a:off x="6805325" y="3322575"/>
              <a:ext cx="35475" cy="121325"/>
            </a:xfrm>
            <a:custGeom>
              <a:rect b="b" l="l" r="r" t="t"/>
              <a:pathLst>
                <a:path extrusionOk="0" h="4853" w="1419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82"/>
            <p:cNvSpPr/>
            <p:nvPr/>
          </p:nvSpPr>
          <p:spPr>
            <a:xfrm>
              <a:off x="6543825" y="3323275"/>
              <a:ext cx="35475" cy="121400"/>
            </a:xfrm>
            <a:custGeom>
              <a:rect b="b" l="l" r="r" t="t"/>
              <a:pathLst>
                <a:path extrusionOk="0" h="4856" w="1419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82"/>
            <p:cNvSpPr/>
            <p:nvPr/>
          </p:nvSpPr>
          <p:spPr>
            <a:xfrm>
              <a:off x="6643075" y="3332025"/>
              <a:ext cx="143375" cy="104000"/>
            </a:xfrm>
            <a:custGeom>
              <a:rect b="b" l="l" r="r" t="t"/>
              <a:pathLst>
                <a:path extrusionOk="0" h="4160" w="5735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82"/>
            <p:cNvSpPr/>
            <p:nvPr/>
          </p:nvSpPr>
          <p:spPr>
            <a:xfrm>
              <a:off x="6595025" y="3288700"/>
              <a:ext cx="175675" cy="188725"/>
            </a:xfrm>
            <a:custGeom>
              <a:rect b="b" l="l" r="r" t="t"/>
              <a:pathLst>
                <a:path extrusionOk="0" h="7549" w="7027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83"/>
          <p:cNvSpPr txBox="1"/>
          <p:nvPr/>
        </p:nvSpPr>
        <p:spPr>
          <a:xfrm>
            <a:off x="650550" y="586903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Educação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4" name="Google Shape;1494;p83"/>
          <p:cNvSpPr txBox="1"/>
          <p:nvPr/>
        </p:nvSpPr>
        <p:spPr>
          <a:xfrm>
            <a:off x="5140775" y="586903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Saúde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95" name="Google Shape;1495;p83"/>
          <p:cNvGrpSpPr/>
          <p:nvPr/>
        </p:nvGrpSpPr>
        <p:grpSpPr>
          <a:xfrm>
            <a:off x="2167705" y="2045127"/>
            <a:ext cx="322099" cy="370529"/>
            <a:chOff x="-42971725" y="3217825"/>
            <a:chExt cx="275675" cy="317125"/>
          </a:xfrm>
        </p:grpSpPr>
        <p:sp>
          <p:nvSpPr>
            <p:cNvPr id="1496" name="Google Shape;1496;p83"/>
            <p:cNvSpPr/>
            <p:nvPr/>
          </p:nvSpPr>
          <p:spPr>
            <a:xfrm>
              <a:off x="-42951250" y="3279250"/>
              <a:ext cx="233950" cy="152050"/>
            </a:xfrm>
            <a:custGeom>
              <a:rect b="b" l="l" r="r" t="t"/>
              <a:pathLst>
                <a:path extrusionOk="0" h="6082" w="9358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83"/>
            <p:cNvSpPr/>
            <p:nvPr/>
          </p:nvSpPr>
          <p:spPr>
            <a:xfrm>
              <a:off x="-42971725" y="3451750"/>
              <a:ext cx="275675" cy="83200"/>
            </a:xfrm>
            <a:custGeom>
              <a:rect b="b" l="l" r="r" t="t"/>
              <a:pathLst>
                <a:path extrusionOk="0" h="3328" w="11027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83"/>
            <p:cNvSpPr/>
            <p:nvPr/>
          </p:nvSpPr>
          <p:spPr>
            <a:xfrm>
              <a:off x="-42866975" y="3217825"/>
              <a:ext cx="63025" cy="40975"/>
            </a:xfrm>
            <a:custGeom>
              <a:rect b="b" l="l" r="r" t="t"/>
              <a:pathLst>
                <a:path extrusionOk="0" h="1639" w="2521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9" name="Google Shape;1499;p83"/>
          <p:cNvGrpSpPr/>
          <p:nvPr/>
        </p:nvGrpSpPr>
        <p:grpSpPr>
          <a:xfrm>
            <a:off x="1594404" y="1507741"/>
            <a:ext cx="378270" cy="337551"/>
            <a:chOff x="-42996150" y="3612600"/>
            <a:chExt cx="323750" cy="288900"/>
          </a:xfrm>
        </p:grpSpPr>
        <p:sp>
          <p:nvSpPr>
            <p:cNvPr id="1500" name="Google Shape;1500;p83"/>
            <p:cNvSpPr/>
            <p:nvPr/>
          </p:nvSpPr>
          <p:spPr>
            <a:xfrm>
              <a:off x="-42914225" y="3612600"/>
              <a:ext cx="241825" cy="239275"/>
            </a:xfrm>
            <a:custGeom>
              <a:rect b="b" l="l" r="r" t="t"/>
              <a:pathLst>
                <a:path extrusionOk="0" h="9571" w="9673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83"/>
            <p:cNvSpPr/>
            <p:nvPr/>
          </p:nvSpPr>
          <p:spPr>
            <a:xfrm>
              <a:off x="-42946525" y="3762850"/>
              <a:ext cx="118950" cy="118950"/>
            </a:xfrm>
            <a:custGeom>
              <a:rect b="b" l="l" r="r" t="t"/>
              <a:pathLst>
                <a:path extrusionOk="0" h="4758" w="4758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83"/>
            <p:cNvSpPr/>
            <p:nvPr/>
          </p:nvSpPr>
          <p:spPr>
            <a:xfrm>
              <a:off x="-42996150" y="3855800"/>
              <a:ext cx="78000" cy="45700"/>
            </a:xfrm>
            <a:custGeom>
              <a:rect b="b" l="l" r="r" t="t"/>
              <a:pathLst>
                <a:path extrusionOk="0" h="1828" w="312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3" name="Google Shape;1503;p83"/>
          <p:cNvGrpSpPr/>
          <p:nvPr/>
        </p:nvGrpSpPr>
        <p:grpSpPr>
          <a:xfrm>
            <a:off x="1597180" y="2544245"/>
            <a:ext cx="372749" cy="370909"/>
            <a:chOff x="-42994575" y="3950300"/>
            <a:chExt cx="319025" cy="317450"/>
          </a:xfrm>
        </p:grpSpPr>
        <p:sp>
          <p:nvSpPr>
            <p:cNvPr id="1504" name="Google Shape;1504;p83"/>
            <p:cNvSpPr/>
            <p:nvPr/>
          </p:nvSpPr>
          <p:spPr>
            <a:xfrm>
              <a:off x="-42930775" y="4225200"/>
              <a:ext cx="191425" cy="42550"/>
            </a:xfrm>
            <a:custGeom>
              <a:rect b="b" l="l" r="r" t="t"/>
              <a:pathLst>
                <a:path extrusionOk="0" h="1702" w="7657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83"/>
            <p:cNvSpPr/>
            <p:nvPr/>
          </p:nvSpPr>
          <p:spPr>
            <a:xfrm>
              <a:off x="-42908725" y="4163750"/>
              <a:ext cx="148900" cy="42550"/>
            </a:xfrm>
            <a:custGeom>
              <a:rect b="b" l="l" r="r" t="t"/>
              <a:pathLst>
                <a:path extrusionOk="0" h="1702" w="5956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83"/>
            <p:cNvSpPr/>
            <p:nvPr/>
          </p:nvSpPr>
          <p:spPr>
            <a:xfrm>
              <a:off x="-42994575" y="3950300"/>
              <a:ext cx="319025" cy="211125"/>
            </a:xfrm>
            <a:custGeom>
              <a:rect b="b" l="l" r="r" t="t"/>
              <a:pathLst>
                <a:path extrusionOk="0" h="8445" w="12761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7" name="Google Shape;1507;p83"/>
          <p:cNvGrpSpPr/>
          <p:nvPr/>
        </p:nvGrpSpPr>
        <p:grpSpPr>
          <a:xfrm>
            <a:off x="2705180" y="3110020"/>
            <a:ext cx="371785" cy="370879"/>
            <a:chOff x="-41111350" y="3239100"/>
            <a:chExt cx="318200" cy="317425"/>
          </a:xfrm>
        </p:grpSpPr>
        <p:sp>
          <p:nvSpPr>
            <p:cNvPr id="1508" name="Google Shape;1508;p83"/>
            <p:cNvSpPr/>
            <p:nvPr/>
          </p:nvSpPr>
          <p:spPr>
            <a:xfrm>
              <a:off x="-41111350" y="3239100"/>
              <a:ext cx="145725" cy="144925"/>
            </a:xfrm>
            <a:custGeom>
              <a:rect b="b" l="l" r="r" t="t"/>
              <a:pathLst>
                <a:path extrusionOk="0" h="5797" w="5829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83"/>
            <p:cNvSpPr/>
            <p:nvPr/>
          </p:nvSpPr>
          <p:spPr>
            <a:xfrm>
              <a:off x="-41110575" y="3412375"/>
              <a:ext cx="146525" cy="144150"/>
            </a:xfrm>
            <a:custGeom>
              <a:rect b="b" l="l" r="r" t="t"/>
              <a:pathLst>
                <a:path extrusionOk="0" h="5766" w="5861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83"/>
            <p:cNvSpPr/>
            <p:nvPr/>
          </p:nvSpPr>
          <p:spPr>
            <a:xfrm>
              <a:off x="-40938875" y="3239100"/>
              <a:ext cx="145725" cy="144925"/>
            </a:xfrm>
            <a:custGeom>
              <a:rect b="b" l="l" r="r" t="t"/>
              <a:pathLst>
                <a:path extrusionOk="0" h="5797" w="5829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83"/>
            <p:cNvSpPr/>
            <p:nvPr/>
          </p:nvSpPr>
          <p:spPr>
            <a:xfrm>
              <a:off x="-40938875" y="3411575"/>
              <a:ext cx="145725" cy="144950"/>
            </a:xfrm>
            <a:custGeom>
              <a:rect b="b" l="l" r="r" t="t"/>
              <a:pathLst>
                <a:path extrusionOk="0" h="5798" w="5829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2" name="Google Shape;1512;p83"/>
          <p:cNvGrpSpPr/>
          <p:nvPr/>
        </p:nvGrpSpPr>
        <p:grpSpPr>
          <a:xfrm>
            <a:off x="1594077" y="3658634"/>
            <a:ext cx="379146" cy="370967"/>
            <a:chOff x="-41117650" y="3605525"/>
            <a:chExt cx="324500" cy="317500"/>
          </a:xfrm>
        </p:grpSpPr>
        <p:sp>
          <p:nvSpPr>
            <p:cNvPr id="1513" name="Google Shape;1513;p83"/>
            <p:cNvSpPr/>
            <p:nvPr/>
          </p:nvSpPr>
          <p:spPr>
            <a:xfrm>
              <a:off x="-41016850" y="3605525"/>
              <a:ext cx="106350" cy="105375"/>
            </a:xfrm>
            <a:custGeom>
              <a:rect b="b" l="l" r="r" t="t"/>
              <a:pathLst>
                <a:path extrusionOk="0" h="4215" w="4254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83"/>
            <p:cNvSpPr/>
            <p:nvPr/>
          </p:nvSpPr>
          <p:spPr>
            <a:xfrm>
              <a:off x="-40900275" y="3721300"/>
              <a:ext cx="107125" cy="105375"/>
            </a:xfrm>
            <a:custGeom>
              <a:rect b="b" l="l" r="r" t="t"/>
              <a:pathLst>
                <a:path extrusionOk="0" h="4215" w="4285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83"/>
            <p:cNvSpPr/>
            <p:nvPr/>
          </p:nvSpPr>
          <p:spPr>
            <a:xfrm>
              <a:off x="-41117650" y="3668350"/>
              <a:ext cx="262300" cy="254675"/>
            </a:xfrm>
            <a:custGeom>
              <a:rect b="b" l="l" r="r" t="t"/>
              <a:pathLst>
                <a:path extrusionOk="0" h="10187" w="10492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6" name="Google Shape;1516;p83"/>
          <p:cNvGrpSpPr/>
          <p:nvPr/>
        </p:nvGrpSpPr>
        <p:grpSpPr>
          <a:xfrm>
            <a:off x="2178818" y="3110822"/>
            <a:ext cx="300016" cy="369273"/>
            <a:chOff x="-39248625" y="3588600"/>
            <a:chExt cx="256775" cy="316050"/>
          </a:xfrm>
        </p:grpSpPr>
        <p:sp>
          <p:nvSpPr>
            <p:cNvPr id="1517" name="Google Shape;1517;p83"/>
            <p:cNvSpPr/>
            <p:nvPr/>
          </p:nvSpPr>
          <p:spPr>
            <a:xfrm>
              <a:off x="-39248625" y="3588600"/>
              <a:ext cx="256775" cy="316050"/>
            </a:xfrm>
            <a:custGeom>
              <a:rect b="b" l="l" r="r" t="t"/>
              <a:pathLst>
                <a:path extrusionOk="0" h="12642" w="10271">
                  <a:moveTo>
                    <a:pt x="5364" y="0"/>
                  </a:moveTo>
                  <a:cubicBezTo>
                    <a:pt x="5041" y="0"/>
                    <a:pt x="4710" y="118"/>
                    <a:pt x="4443" y="355"/>
                  </a:cubicBezTo>
                  <a:lnTo>
                    <a:pt x="3277" y="1552"/>
                  </a:lnTo>
                  <a:cubicBezTo>
                    <a:pt x="2804" y="2025"/>
                    <a:pt x="2804" y="2812"/>
                    <a:pt x="3277" y="3316"/>
                  </a:cubicBezTo>
                  <a:lnTo>
                    <a:pt x="3938" y="3978"/>
                  </a:lnTo>
                  <a:lnTo>
                    <a:pt x="1702" y="6215"/>
                  </a:lnTo>
                  <a:cubicBezTo>
                    <a:pt x="1544" y="6152"/>
                    <a:pt x="1355" y="6057"/>
                    <a:pt x="1135" y="6057"/>
                  </a:cubicBezTo>
                  <a:cubicBezTo>
                    <a:pt x="1119" y="6056"/>
                    <a:pt x="1104" y="6056"/>
                    <a:pt x="1089" y="6056"/>
                  </a:cubicBezTo>
                  <a:cubicBezTo>
                    <a:pt x="538" y="6056"/>
                    <a:pt x="0" y="6611"/>
                    <a:pt x="0" y="7286"/>
                  </a:cubicBezTo>
                  <a:cubicBezTo>
                    <a:pt x="0" y="7947"/>
                    <a:pt x="567" y="8515"/>
                    <a:pt x="1229" y="8515"/>
                  </a:cubicBezTo>
                  <a:cubicBezTo>
                    <a:pt x="1418" y="8515"/>
                    <a:pt x="1576" y="8483"/>
                    <a:pt x="1733" y="8388"/>
                  </a:cubicBezTo>
                  <a:lnTo>
                    <a:pt x="3560" y="10216"/>
                  </a:lnTo>
                  <a:cubicBezTo>
                    <a:pt x="2993" y="10720"/>
                    <a:pt x="2615" y="11381"/>
                    <a:pt x="2521" y="12169"/>
                  </a:cubicBezTo>
                  <a:cubicBezTo>
                    <a:pt x="2489" y="12421"/>
                    <a:pt x="2678" y="12642"/>
                    <a:pt x="2930" y="12642"/>
                  </a:cubicBezTo>
                  <a:lnTo>
                    <a:pt x="8633" y="12642"/>
                  </a:lnTo>
                  <a:cubicBezTo>
                    <a:pt x="8853" y="12642"/>
                    <a:pt x="9074" y="12421"/>
                    <a:pt x="9011" y="12169"/>
                  </a:cubicBezTo>
                  <a:cubicBezTo>
                    <a:pt x="8790" y="10562"/>
                    <a:pt x="7404" y="9334"/>
                    <a:pt x="5766" y="9334"/>
                  </a:cubicBezTo>
                  <a:cubicBezTo>
                    <a:pt x="5199" y="9334"/>
                    <a:pt x="4695" y="9491"/>
                    <a:pt x="4222" y="9743"/>
                  </a:cubicBezTo>
                  <a:lnTo>
                    <a:pt x="2300" y="7853"/>
                  </a:lnTo>
                  <a:cubicBezTo>
                    <a:pt x="2363" y="7695"/>
                    <a:pt x="2395" y="7475"/>
                    <a:pt x="2395" y="7286"/>
                  </a:cubicBezTo>
                  <a:cubicBezTo>
                    <a:pt x="2395" y="7097"/>
                    <a:pt x="2363" y="6939"/>
                    <a:pt x="2300" y="6782"/>
                  </a:cubicBezTo>
                  <a:lnTo>
                    <a:pt x="4285" y="4797"/>
                  </a:lnTo>
                  <a:lnTo>
                    <a:pt x="4285" y="4797"/>
                  </a:lnTo>
                  <a:cubicBezTo>
                    <a:pt x="4253" y="5742"/>
                    <a:pt x="4537" y="6624"/>
                    <a:pt x="5073" y="7317"/>
                  </a:cubicBezTo>
                  <a:lnTo>
                    <a:pt x="10271" y="2119"/>
                  </a:lnTo>
                  <a:cubicBezTo>
                    <a:pt x="9636" y="1606"/>
                    <a:pt x="8888" y="1321"/>
                    <a:pt x="8026" y="1321"/>
                  </a:cubicBezTo>
                  <a:cubicBezTo>
                    <a:pt x="7776" y="1321"/>
                    <a:pt x="7516" y="1345"/>
                    <a:pt x="7246" y="1394"/>
                  </a:cubicBezTo>
                  <a:lnTo>
                    <a:pt x="6238" y="355"/>
                  </a:lnTo>
                  <a:cubicBezTo>
                    <a:pt x="6002" y="118"/>
                    <a:pt x="5687" y="0"/>
                    <a:pt x="5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83"/>
            <p:cNvSpPr/>
            <p:nvPr/>
          </p:nvSpPr>
          <p:spPr>
            <a:xfrm>
              <a:off x="-39076150" y="3684875"/>
              <a:ext cx="84300" cy="80300"/>
            </a:xfrm>
            <a:custGeom>
              <a:rect b="b" l="l" r="r" t="t"/>
              <a:pathLst>
                <a:path extrusionOk="0" h="3212" w="3372">
                  <a:moveTo>
                    <a:pt x="2868" y="1"/>
                  </a:moveTo>
                  <a:lnTo>
                    <a:pt x="1" y="2868"/>
                  </a:lnTo>
                  <a:cubicBezTo>
                    <a:pt x="353" y="3098"/>
                    <a:pt x="757" y="3212"/>
                    <a:pt x="1156" y="3212"/>
                  </a:cubicBezTo>
                  <a:cubicBezTo>
                    <a:pt x="1686" y="3212"/>
                    <a:pt x="2207" y="3011"/>
                    <a:pt x="2584" y="2616"/>
                  </a:cubicBezTo>
                  <a:cubicBezTo>
                    <a:pt x="3309" y="1891"/>
                    <a:pt x="3372" y="851"/>
                    <a:pt x="2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9" name="Google Shape;1519;p83"/>
          <p:cNvSpPr/>
          <p:nvPr/>
        </p:nvSpPr>
        <p:spPr>
          <a:xfrm>
            <a:off x="509480" y="1492210"/>
            <a:ext cx="369974" cy="368601"/>
          </a:xfrm>
          <a:custGeom>
            <a:rect b="b" l="l" r="r" t="t"/>
            <a:pathLst>
              <a:path extrusionOk="0" h="12619" w="12666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0" name="Google Shape;1520;p83"/>
          <p:cNvGrpSpPr/>
          <p:nvPr/>
        </p:nvGrpSpPr>
        <p:grpSpPr>
          <a:xfrm>
            <a:off x="3324119" y="4189423"/>
            <a:ext cx="358640" cy="363226"/>
            <a:chOff x="-42617300" y="3587775"/>
            <a:chExt cx="306950" cy="310875"/>
          </a:xfrm>
        </p:grpSpPr>
        <p:sp>
          <p:nvSpPr>
            <p:cNvPr id="1521" name="Google Shape;1521;p83"/>
            <p:cNvSpPr/>
            <p:nvPr/>
          </p:nvSpPr>
          <p:spPr>
            <a:xfrm>
              <a:off x="-42617300" y="3587775"/>
              <a:ext cx="306950" cy="310875"/>
            </a:xfrm>
            <a:custGeom>
              <a:rect b="b" l="l" r="r" t="t"/>
              <a:pathLst>
                <a:path extrusionOk="0" h="12435" w="12278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83"/>
            <p:cNvSpPr/>
            <p:nvPr/>
          </p:nvSpPr>
          <p:spPr>
            <a:xfrm>
              <a:off x="-42500725" y="3712425"/>
              <a:ext cx="63025" cy="62275"/>
            </a:xfrm>
            <a:custGeom>
              <a:rect b="b" l="l" r="r" t="t"/>
              <a:pathLst>
                <a:path extrusionOk="0" h="2491" w="2521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3" name="Google Shape;1523;p83"/>
          <p:cNvGrpSpPr/>
          <p:nvPr/>
        </p:nvGrpSpPr>
        <p:grpSpPr>
          <a:xfrm>
            <a:off x="3315147" y="1491355"/>
            <a:ext cx="376926" cy="370324"/>
            <a:chOff x="-40748275" y="3238700"/>
            <a:chExt cx="322600" cy="316950"/>
          </a:xfrm>
        </p:grpSpPr>
        <p:sp>
          <p:nvSpPr>
            <p:cNvPr id="1524" name="Google Shape;1524;p83"/>
            <p:cNvSpPr/>
            <p:nvPr/>
          </p:nvSpPr>
          <p:spPr>
            <a:xfrm>
              <a:off x="-40709675" y="3273750"/>
              <a:ext cx="84300" cy="84300"/>
            </a:xfrm>
            <a:custGeom>
              <a:rect b="b" l="l" r="r" t="t"/>
              <a:pathLst>
                <a:path extrusionOk="0" h="3372" w="3372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83"/>
            <p:cNvSpPr/>
            <p:nvPr/>
          </p:nvSpPr>
          <p:spPr>
            <a:xfrm>
              <a:off x="-40578925" y="3247175"/>
              <a:ext cx="151250" cy="149475"/>
            </a:xfrm>
            <a:custGeom>
              <a:rect b="b" l="l" r="r" t="t"/>
              <a:pathLst>
                <a:path extrusionOk="0" h="5979" w="605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83"/>
            <p:cNvSpPr/>
            <p:nvPr/>
          </p:nvSpPr>
          <p:spPr>
            <a:xfrm>
              <a:off x="-40678175" y="3305250"/>
              <a:ext cx="213475" cy="213475"/>
            </a:xfrm>
            <a:custGeom>
              <a:rect b="b" l="l" r="r" t="t"/>
              <a:pathLst>
                <a:path extrusionOk="0" h="8539" w="8539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83"/>
            <p:cNvSpPr/>
            <p:nvPr/>
          </p:nvSpPr>
          <p:spPr>
            <a:xfrm>
              <a:off x="-40513550" y="3469850"/>
              <a:ext cx="87875" cy="85800"/>
            </a:xfrm>
            <a:custGeom>
              <a:rect b="b" l="l" r="r" t="t"/>
              <a:pathLst>
                <a:path extrusionOk="0" h="3432" w="3515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83"/>
            <p:cNvSpPr/>
            <p:nvPr/>
          </p:nvSpPr>
          <p:spPr>
            <a:xfrm>
              <a:off x="-40738025" y="3404500"/>
              <a:ext cx="150450" cy="149475"/>
            </a:xfrm>
            <a:custGeom>
              <a:rect b="b" l="l" r="r" t="t"/>
              <a:pathLst>
                <a:path extrusionOk="0" h="5979" w="6018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83"/>
            <p:cNvSpPr/>
            <p:nvPr/>
          </p:nvSpPr>
          <p:spPr>
            <a:xfrm>
              <a:off x="-40748275" y="3238700"/>
              <a:ext cx="92175" cy="87850"/>
            </a:xfrm>
            <a:custGeom>
              <a:rect b="b" l="l" r="r" t="t"/>
              <a:pathLst>
                <a:path extrusionOk="0" h="3514" w="3687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0" name="Google Shape;1530;p83"/>
          <p:cNvGrpSpPr/>
          <p:nvPr/>
        </p:nvGrpSpPr>
        <p:grpSpPr>
          <a:xfrm>
            <a:off x="2705176" y="2061051"/>
            <a:ext cx="371814" cy="338690"/>
            <a:chOff x="-40745125" y="3632900"/>
            <a:chExt cx="318225" cy="289875"/>
          </a:xfrm>
        </p:grpSpPr>
        <p:sp>
          <p:nvSpPr>
            <p:cNvPr id="1531" name="Google Shape;1531;p83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83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83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83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83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83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83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8" name="Google Shape;1538;p83"/>
          <p:cNvGrpSpPr/>
          <p:nvPr/>
        </p:nvGrpSpPr>
        <p:grpSpPr>
          <a:xfrm>
            <a:off x="2709342" y="2544598"/>
            <a:ext cx="363518" cy="370178"/>
            <a:chOff x="-40742750" y="3972175"/>
            <a:chExt cx="311125" cy="316825"/>
          </a:xfrm>
        </p:grpSpPr>
        <p:sp>
          <p:nvSpPr>
            <p:cNvPr id="1539" name="Google Shape;1539;p83"/>
            <p:cNvSpPr/>
            <p:nvPr/>
          </p:nvSpPr>
          <p:spPr>
            <a:xfrm>
              <a:off x="-40699425" y="4118075"/>
              <a:ext cx="226850" cy="101625"/>
            </a:xfrm>
            <a:custGeom>
              <a:rect b="b" l="l" r="r" t="t"/>
              <a:pathLst>
                <a:path extrusionOk="0" h="4065" w="9074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83"/>
            <p:cNvSpPr/>
            <p:nvPr/>
          </p:nvSpPr>
          <p:spPr>
            <a:xfrm>
              <a:off x="-40742750" y="3972175"/>
              <a:ext cx="311125" cy="316825"/>
            </a:xfrm>
            <a:custGeom>
              <a:rect b="b" l="l" r="r" t="t"/>
              <a:pathLst>
                <a:path extrusionOk="0" h="12673" w="12445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1" name="Google Shape;1541;p83"/>
          <p:cNvGrpSpPr/>
          <p:nvPr/>
        </p:nvGrpSpPr>
        <p:grpSpPr>
          <a:xfrm>
            <a:off x="2138757" y="3660560"/>
            <a:ext cx="380081" cy="367111"/>
            <a:chOff x="-38905225" y="3591875"/>
            <a:chExt cx="325300" cy="314200"/>
          </a:xfrm>
        </p:grpSpPr>
        <p:sp>
          <p:nvSpPr>
            <p:cNvPr id="1542" name="Google Shape;1542;p83"/>
            <p:cNvSpPr/>
            <p:nvPr/>
          </p:nvSpPr>
          <p:spPr>
            <a:xfrm>
              <a:off x="-38716975" y="3591875"/>
              <a:ext cx="137050" cy="131625"/>
            </a:xfrm>
            <a:custGeom>
              <a:rect b="b" l="l" r="r" t="t"/>
              <a:pathLst>
                <a:path extrusionOk="0" h="5265" w="5482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83"/>
            <p:cNvSpPr/>
            <p:nvPr/>
          </p:nvSpPr>
          <p:spPr>
            <a:xfrm>
              <a:off x="-38905225" y="3774675"/>
              <a:ext cx="137075" cy="131400"/>
            </a:xfrm>
            <a:custGeom>
              <a:rect b="b" l="l" r="r" t="t"/>
              <a:pathLst>
                <a:path extrusionOk="0" h="5256" w="5483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83"/>
            <p:cNvSpPr/>
            <p:nvPr/>
          </p:nvSpPr>
          <p:spPr>
            <a:xfrm>
              <a:off x="-38891050" y="3599025"/>
              <a:ext cx="298525" cy="300900"/>
            </a:xfrm>
            <a:custGeom>
              <a:rect b="b" l="l" r="r" t="t"/>
              <a:pathLst>
                <a:path extrusionOk="0" h="12036" w="11941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5" name="Google Shape;1545;p83"/>
          <p:cNvGrpSpPr/>
          <p:nvPr/>
        </p:nvGrpSpPr>
        <p:grpSpPr>
          <a:xfrm>
            <a:off x="3936422" y="4186170"/>
            <a:ext cx="290815" cy="369740"/>
            <a:chOff x="-37370925" y="3579105"/>
            <a:chExt cx="248900" cy="316450"/>
          </a:xfrm>
        </p:grpSpPr>
        <p:sp>
          <p:nvSpPr>
            <p:cNvPr id="1546" name="Google Shape;1546;p83"/>
            <p:cNvSpPr/>
            <p:nvPr/>
          </p:nvSpPr>
          <p:spPr>
            <a:xfrm>
              <a:off x="-37268550" y="3671055"/>
              <a:ext cx="83525" cy="82525"/>
            </a:xfrm>
            <a:custGeom>
              <a:rect b="b" l="l" r="r" t="t"/>
              <a:pathLst>
                <a:path extrusionOk="0" h="3301" w="3341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83"/>
            <p:cNvSpPr/>
            <p:nvPr/>
          </p:nvSpPr>
          <p:spPr>
            <a:xfrm>
              <a:off x="-37370925" y="3579105"/>
              <a:ext cx="248900" cy="316450"/>
            </a:xfrm>
            <a:custGeom>
              <a:rect b="b" l="l" r="r" t="t"/>
              <a:pathLst>
                <a:path extrusionOk="0" h="12658" w="9956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8" name="Google Shape;1548;p83"/>
          <p:cNvSpPr/>
          <p:nvPr/>
        </p:nvSpPr>
        <p:spPr>
          <a:xfrm>
            <a:off x="1029047" y="3659403"/>
            <a:ext cx="364453" cy="369419"/>
          </a:xfrm>
          <a:custGeom>
            <a:rect b="b" l="l" r="r" t="t"/>
            <a:pathLst>
              <a:path extrusionOk="0" h="12647" w="12477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83"/>
          <p:cNvSpPr/>
          <p:nvPr/>
        </p:nvSpPr>
        <p:spPr>
          <a:xfrm>
            <a:off x="3924517" y="2044484"/>
            <a:ext cx="314767" cy="371814"/>
          </a:xfrm>
          <a:custGeom>
            <a:rect b="b" l="l" r="r" t="t"/>
            <a:pathLst>
              <a:path extrusionOk="0" h="12729" w="10776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0" name="Google Shape;1550;p83"/>
          <p:cNvGrpSpPr/>
          <p:nvPr/>
        </p:nvGrpSpPr>
        <p:grpSpPr>
          <a:xfrm>
            <a:off x="3318006" y="2061511"/>
            <a:ext cx="370879" cy="337755"/>
            <a:chOff x="-40378075" y="3267450"/>
            <a:chExt cx="317425" cy="289075"/>
          </a:xfrm>
        </p:grpSpPr>
        <p:sp>
          <p:nvSpPr>
            <p:cNvPr id="1551" name="Google Shape;1551;p83"/>
            <p:cNvSpPr/>
            <p:nvPr/>
          </p:nvSpPr>
          <p:spPr>
            <a:xfrm>
              <a:off x="-40218975" y="3308400"/>
              <a:ext cx="158325" cy="248125"/>
            </a:xfrm>
            <a:custGeom>
              <a:rect b="b" l="l" r="r" t="t"/>
              <a:pathLst>
                <a:path extrusionOk="0" h="9925" w="6333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83"/>
            <p:cNvSpPr/>
            <p:nvPr/>
          </p:nvSpPr>
          <p:spPr>
            <a:xfrm>
              <a:off x="-40316650" y="3267450"/>
              <a:ext cx="86675" cy="257575"/>
            </a:xfrm>
            <a:custGeom>
              <a:rect b="b" l="l" r="r" t="t"/>
              <a:pathLst>
                <a:path extrusionOk="0" h="10303" w="3467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83"/>
            <p:cNvSpPr/>
            <p:nvPr/>
          </p:nvSpPr>
          <p:spPr>
            <a:xfrm>
              <a:off x="-40209525" y="3267450"/>
              <a:ext cx="86650" cy="257575"/>
            </a:xfrm>
            <a:custGeom>
              <a:rect b="b" l="l" r="r" t="t"/>
              <a:pathLst>
                <a:path extrusionOk="0" h="10303" w="3466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83"/>
            <p:cNvSpPr/>
            <p:nvPr/>
          </p:nvSpPr>
          <p:spPr>
            <a:xfrm>
              <a:off x="-40378075" y="3308400"/>
              <a:ext cx="157550" cy="248125"/>
            </a:xfrm>
            <a:custGeom>
              <a:rect b="b" l="l" r="r" t="t"/>
              <a:pathLst>
                <a:path extrusionOk="0" h="9925" w="6302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5" name="Google Shape;1555;p83"/>
          <p:cNvGrpSpPr/>
          <p:nvPr/>
        </p:nvGrpSpPr>
        <p:grpSpPr>
          <a:xfrm>
            <a:off x="512774" y="4186046"/>
            <a:ext cx="363548" cy="369974"/>
            <a:chOff x="-40372575" y="3604550"/>
            <a:chExt cx="311150" cy="316650"/>
          </a:xfrm>
        </p:grpSpPr>
        <p:sp>
          <p:nvSpPr>
            <p:cNvPr id="1556" name="Google Shape;1556;p83"/>
            <p:cNvSpPr/>
            <p:nvPr/>
          </p:nvSpPr>
          <p:spPr>
            <a:xfrm>
              <a:off x="-40372575" y="3604550"/>
              <a:ext cx="311150" cy="134475"/>
            </a:xfrm>
            <a:custGeom>
              <a:rect b="b" l="l" r="r" t="t"/>
              <a:pathLst>
                <a:path extrusionOk="0" h="5379" w="12446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83"/>
            <p:cNvSpPr/>
            <p:nvPr/>
          </p:nvSpPr>
          <p:spPr>
            <a:xfrm>
              <a:off x="-40312700" y="3730575"/>
              <a:ext cx="185100" cy="190625"/>
            </a:xfrm>
            <a:custGeom>
              <a:rect b="b" l="l" r="r" t="t"/>
              <a:pathLst>
                <a:path extrusionOk="0" h="7625" w="7404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83"/>
            <p:cNvSpPr/>
            <p:nvPr/>
          </p:nvSpPr>
          <p:spPr>
            <a:xfrm>
              <a:off x="-40250475" y="3688025"/>
              <a:ext cx="66950" cy="20500"/>
            </a:xfrm>
            <a:custGeom>
              <a:rect b="b" l="l" r="r" t="t"/>
              <a:pathLst>
                <a:path extrusionOk="0" h="820" w="2678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9" name="Google Shape;1559;p83"/>
          <p:cNvSpPr/>
          <p:nvPr/>
        </p:nvSpPr>
        <p:spPr>
          <a:xfrm>
            <a:off x="1029967" y="3109503"/>
            <a:ext cx="362613" cy="371902"/>
          </a:xfrm>
          <a:custGeom>
            <a:rect b="b" l="l" r="r" t="t"/>
            <a:pathLst>
              <a:path extrusionOk="0" h="12732" w="12414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0" name="Google Shape;1560;p83"/>
          <p:cNvGrpSpPr/>
          <p:nvPr/>
        </p:nvGrpSpPr>
        <p:grpSpPr>
          <a:xfrm>
            <a:off x="1011789" y="1490430"/>
            <a:ext cx="399038" cy="372165"/>
            <a:chOff x="-38542250" y="3220175"/>
            <a:chExt cx="341525" cy="318525"/>
          </a:xfrm>
        </p:grpSpPr>
        <p:sp>
          <p:nvSpPr>
            <p:cNvPr id="1561" name="Google Shape;1561;p83"/>
            <p:cNvSpPr/>
            <p:nvPr/>
          </p:nvSpPr>
          <p:spPr>
            <a:xfrm>
              <a:off x="-38542250" y="3440725"/>
              <a:ext cx="101750" cy="97975"/>
            </a:xfrm>
            <a:custGeom>
              <a:rect b="b" l="l" r="r" t="t"/>
              <a:pathLst>
                <a:path extrusionOk="0" h="3919" w="407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83"/>
            <p:cNvSpPr/>
            <p:nvPr/>
          </p:nvSpPr>
          <p:spPr>
            <a:xfrm>
              <a:off x="-38494875" y="3354075"/>
              <a:ext cx="141800" cy="141025"/>
            </a:xfrm>
            <a:custGeom>
              <a:rect b="b" l="l" r="r" t="t"/>
              <a:pathLst>
                <a:path extrusionOk="0" h="5641" w="5672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83"/>
            <p:cNvSpPr/>
            <p:nvPr/>
          </p:nvSpPr>
          <p:spPr>
            <a:xfrm>
              <a:off x="-38432050" y="3220175"/>
              <a:ext cx="231325" cy="192225"/>
            </a:xfrm>
            <a:custGeom>
              <a:rect b="b" l="l" r="r" t="t"/>
              <a:pathLst>
                <a:path extrusionOk="0" h="7689" w="9253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4" name="Google Shape;1564;p83"/>
          <p:cNvGrpSpPr/>
          <p:nvPr/>
        </p:nvGrpSpPr>
        <p:grpSpPr>
          <a:xfrm>
            <a:off x="1026280" y="4186493"/>
            <a:ext cx="369974" cy="369068"/>
            <a:chOff x="-38537400" y="3588000"/>
            <a:chExt cx="316650" cy="315875"/>
          </a:xfrm>
        </p:grpSpPr>
        <p:sp>
          <p:nvSpPr>
            <p:cNvPr id="1565" name="Google Shape;1565;p83"/>
            <p:cNvSpPr/>
            <p:nvPr/>
          </p:nvSpPr>
          <p:spPr>
            <a:xfrm>
              <a:off x="-38327900" y="3719550"/>
              <a:ext cx="20500" cy="41750"/>
            </a:xfrm>
            <a:custGeom>
              <a:rect b="b" l="l" r="r" t="t"/>
              <a:pathLst>
                <a:path extrusionOk="0" h="1670" w="82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83"/>
            <p:cNvSpPr/>
            <p:nvPr/>
          </p:nvSpPr>
          <p:spPr>
            <a:xfrm>
              <a:off x="-38452350" y="3719550"/>
              <a:ext cx="21300" cy="41750"/>
            </a:xfrm>
            <a:custGeom>
              <a:rect b="b" l="l" r="r" t="t"/>
              <a:pathLst>
                <a:path extrusionOk="0" h="1670" w="852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83"/>
            <p:cNvSpPr/>
            <p:nvPr/>
          </p:nvSpPr>
          <p:spPr>
            <a:xfrm>
              <a:off x="-38516925" y="3759700"/>
              <a:ext cx="275700" cy="144175"/>
            </a:xfrm>
            <a:custGeom>
              <a:rect b="b" l="l" r="r" t="t"/>
              <a:pathLst>
                <a:path extrusionOk="0" h="5767" w="11028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83"/>
            <p:cNvSpPr/>
            <p:nvPr/>
          </p:nvSpPr>
          <p:spPr>
            <a:xfrm>
              <a:off x="-38537400" y="3588000"/>
              <a:ext cx="316650" cy="151250"/>
            </a:xfrm>
            <a:custGeom>
              <a:rect b="b" l="l" r="r" t="t"/>
              <a:pathLst>
                <a:path extrusionOk="0" h="6050" w="12666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9" name="Google Shape;1569;p83"/>
          <p:cNvGrpSpPr/>
          <p:nvPr/>
        </p:nvGrpSpPr>
        <p:grpSpPr>
          <a:xfrm>
            <a:off x="3317666" y="3659126"/>
            <a:ext cx="371814" cy="369974"/>
            <a:chOff x="-38538975" y="3954250"/>
            <a:chExt cx="318225" cy="316650"/>
          </a:xfrm>
        </p:grpSpPr>
        <p:sp>
          <p:nvSpPr>
            <p:cNvPr id="1570" name="Google Shape;1570;p83"/>
            <p:cNvSpPr/>
            <p:nvPr/>
          </p:nvSpPr>
          <p:spPr>
            <a:xfrm>
              <a:off x="-38538975" y="3954250"/>
              <a:ext cx="254425" cy="253625"/>
            </a:xfrm>
            <a:custGeom>
              <a:rect b="b" l="l" r="r" t="t"/>
              <a:pathLst>
                <a:path extrusionOk="0" h="10145" w="10177">
                  <a:moveTo>
                    <a:pt x="5104" y="3813"/>
                  </a:moveTo>
                  <a:cubicBezTo>
                    <a:pt x="5797" y="3813"/>
                    <a:pt x="6364" y="4348"/>
                    <a:pt x="6364" y="5073"/>
                  </a:cubicBezTo>
                  <a:cubicBezTo>
                    <a:pt x="6364" y="5766"/>
                    <a:pt x="5797" y="6333"/>
                    <a:pt x="5104" y="6333"/>
                  </a:cubicBezTo>
                  <a:cubicBezTo>
                    <a:pt x="4379" y="6333"/>
                    <a:pt x="3844" y="5766"/>
                    <a:pt x="3844" y="5073"/>
                  </a:cubicBezTo>
                  <a:cubicBezTo>
                    <a:pt x="3844" y="4411"/>
                    <a:pt x="4411" y="3813"/>
                    <a:pt x="5104" y="3813"/>
                  </a:cubicBezTo>
                  <a:close/>
                  <a:moveTo>
                    <a:pt x="5104" y="0"/>
                  </a:moveTo>
                  <a:cubicBezTo>
                    <a:pt x="2300" y="0"/>
                    <a:pt x="0" y="2269"/>
                    <a:pt x="0" y="5073"/>
                  </a:cubicBezTo>
                  <a:cubicBezTo>
                    <a:pt x="63" y="7908"/>
                    <a:pt x="2300" y="10145"/>
                    <a:pt x="5104" y="10145"/>
                  </a:cubicBezTo>
                  <a:cubicBezTo>
                    <a:pt x="7877" y="10145"/>
                    <a:pt x="10176" y="7877"/>
                    <a:pt x="10176" y="5073"/>
                  </a:cubicBezTo>
                  <a:cubicBezTo>
                    <a:pt x="10176" y="2269"/>
                    <a:pt x="7877" y="0"/>
                    <a:pt x="5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83"/>
            <p:cNvSpPr/>
            <p:nvPr/>
          </p:nvSpPr>
          <p:spPr>
            <a:xfrm>
              <a:off x="-38496450" y="4081725"/>
              <a:ext cx="275700" cy="189175"/>
            </a:xfrm>
            <a:custGeom>
              <a:rect b="b" l="l" r="r" t="t"/>
              <a:pathLst>
                <a:path extrusionOk="0" h="7567" w="11028">
                  <a:moveTo>
                    <a:pt x="9774" y="0"/>
                  </a:moveTo>
                  <a:cubicBezTo>
                    <a:pt x="9040" y="0"/>
                    <a:pt x="8444" y="548"/>
                    <a:pt x="8444" y="1265"/>
                  </a:cubicBezTo>
                  <a:cubicBezTo>
                    <a:pt x="8444" y="1801"/>
                    <a:pt x="8790" y="2305"/>
                    <a:pt x="9295" y="2463"/>
                  </a:cubicBezTo>
                  <a:lnTo>
                    <a:pt x="9295" y="2967"/>
                  </a:lnTo>
                  <a:cubicBezTo>
                    <a:pt x="9295" y="4416"/>
                    <a:pt x="8192" y="5645"/>
                    <a:pt x="6774" y="5834"/>
                  </a:cubicBezTo>
                  <a:lnTo>
                    <a:pt x="6774" y="4825"/>
                  </a:lnTo>
                  <a:cubicBezTo>
                    <a:pt x="5829" y="5487"/>
                    <a:pt x="4663" y="5865"/>
                    <a:pt x="3403" y="5865"/>
                  </a:cubicBezTo>
                  <a:cubicBezTo>
                    <a:pt x="2143" y="5865"/>
                    <a:pt x="977" y="5487"/>
                    <a:pt x="1" y="4825"/>
                  </a:cubicBezTo>
                  <a:lnTo>
                    <a:pt x="1" y="6306"/>
                  </a:lnTo>
                  <a:cubicBezTo>
                    <a:pt x="1" y="7031"/>
                    <a:pt x="568" y="7566"/>
                    <a:pt x="1261" y="7566"/>
                  </a:cubicBezTo>
                  <a:lnTo>
                    <a:pt x="5388" y="7566"/>
                  </a:lnTo>
                  <a:cubicBezTo>
                    <a:pt x="5955" y="7566"/>
                    <a:pt x="6459" y="7220"/>
                    <a:pt x="6617" y="6716"/>
                  </a:cubicBezTo>
                  <a:cubicBezTo>
                    <a:pt x="8601" y="6495"/>
                    <a:pt x="10082" y="4920"/>
                    <a:pt x="10114" y="2904"/>
                  </a:cubicBezTo>
                  <a:lnTo>
                    <a:pt x="10114" y="2400"/>
                  </a:lnTo>
                  <a:cubicBezTo>
                    <a:pt x="10649" y="2211"/>
                    <a:pt x="11027" y="1706"/>
                    <a:pt x="10996" y="1108"/>
                  </a:cubicBezTo>
                  <a:cubicBezTo>
                    <a:pt x="10964" y="572"/>
                    <a:pt x="10492" y="100"/>
                    <a:pt x="9893" y="5"/>
                  </a:cubicBezTo>
                  <a:cubicBezTo>
                    <a:pt x="9853" y="2"/>
                    <a:pt x="9813" y="0"/>
                    <a:pt x="97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2" name="Google Shape;1572;p83"/>
          <p:cNvGrpSpPr/>
          <p:nvPr/>
        </p:nvGrpSpPr>
        <p:grpSpPr>
          <a:xfrm>
            <a:off x="2142920" y="2544707"/>
            <a:ext cx="371814" cy="369974"/>
            <a:chOff x="-41893475" y="3584850"/>
            <a:chExt cx="318225" cy="316650"/>
          </a:xfrm>
        </p:grpSpPr>
        <p:sp>
          <p:nvSpPr>
            <p:cNvPr id="1573" name="Google Shape;1573;p83"/>
            <p:cNvSpPr/>
            <p:nvPr/>
          </p:nvSpPr>
          <p:spPr>
            <a:xfrm>
              <a:off x="-41827300" y="371560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83"/>
            <p:cNvSpPr/>
            <p:nvPr/>
          </p:nvSpPr>
          <p:spPr>
            <a:xfrm>
              <a:off x="-41726500" y="3586725"/>
              <a:ext cx="151250" cy="147800"/>
            </a:xfrm>
            <a:custGeom>
              <a:rect b="b" l="l" r="r" t="t"/>
              <a:pathLst>
                <a:path extrusionOk="0" h="5912" w="605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83"/>
            <p:cNvSpPr/>
            <p:nvPr/>
          </p:nvSpPr>
          <p:spPr>
            <a:xfrm>
              <a:off x="-41808400" y="3584850"/>
              <a:ext cx="148100" cy="89825"/>
            </a:xfrm>
            <a:custGeom>
              <a:rect b="b" l="l" r="r" t="t"/>
              <a:pathLst>
                <a:path extrusionOk="0" h="3593" w="5924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83"/>
            <p:cNvSpPr/>
            <p:nvPr/>
          </p:nvSpPr>
          <p:spPr>
            <a:xfrm>
              <a:off x="-41893475" y="3586725"/>
              <a:ext cx="148875" cy="147025"/>
            </a:xfrm>
            <a:custGeom>
              <a:rect b="b" l="l" r="r" t="t"/>
              <a:pathLst>
                <a:path extrusionOk="0" h="5881" w="5955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7" name="Google Shape;1577;p83"/>
          <p:cNvSpPr/>
          <p:nvPr/>
        </p:nvSpPr>
        <p:spPr>
          <a:xfrm>
            <a:off x="1025366" y="2045739"/>
            <a:ext cx="371814" cy="369302"/>
          </a:xfrm>
          <a:custGeom>
            <a:rect b="b" l="l" r="r" t="t"/>
            <a:pathLst>
              <a:path extrusionOk="0" h="12643" w="12729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83"/>
          <p:cNvSpPr/>
          <p:nvPr/>
        </p:nvSpPr>
        <p:spPr>
          <a:xfrm>
            <a:off x="474968" y="3110934"/>
            <a:ext cx="438997" cy="369039"/>
          </a:xfrm>
          <a:custGeom>
            <a:rect b="b" l="l" r="r" t="t"/>
            <a:pathLst>
              <a:path extrusionOk="0" h="12634" w="15029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9" name="Google Shape;1579;p83"/>
          <p:cNvGrpSpPr/>
          <p:nvPr/>
        </p:nvGrpSpPr>
        <p:grpSpPr>
          <a:xfrm>
            <a:off x="2722195" y="4185585"/>
            <a:ext cx="337522" cy="370909"/>
            <a:chOff x="-39998250" y="3605325"/>
            <a:chExt cx="288875" cy="317450"/>
          </a:xfrm>
        </p:grpSpPr>
        <p:sp>
          <p:nvSpPr>
            <p:cNvPr id="1580" name="Google Shape;1580;p83"/>
            <p:cNvSpPr/>
            <p:nvPr/>
          </p:nvSpPr>
          <p:spPr>
            <a:xfrm>
              <a:off x="-39998250" y="3799600"/>
              <a:ext cx="288875" cy="123175"/>
            </a:xfrm>
            <a:custGeom>
              <a:rect b="b" l="l" r="r" t="t"/>
              <a:pathLst>
                <a:path extrusionOk="0" h="4927" w="11555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83"/>
            <p:cNvSpPr/>
            <p:nvPr/>
          </p:nvSpPr>
          <p:spPr>
            <a:xfrm>
              <a:off x="-39940950" y="3605325"/>
              <a:ext cx="160700" cy="212050"/>
            </a:xfrm>
            <a:custGeom>
              <a:rect b="b" l="l" r="r" t="t"/>
              <a:pathLst>
                <a:path extrusionOk="0" h="8482" w="6428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2" name="Google Shape;1582;p83"/>
          <p:cNvGrpSpPr/>
          <p:nvPr/>
        </p:nvGrpSpPr>
        <p:grpSpPr>
          <a:xfrm>
            <a:off x="509474" y="2544722"/>
            <a:ext cx="369974" cy="369945"/>
            <a:chOff x="-40011050" y="3972375"/>
            <a:chExt cx="316650" cy="316625"/>
          </a:xfrm>
        </p:grpSpPr>
        <p:sp>
          <p:nvSpPr>
            <p:cNvPr id="1583" name="Google Shape;1583;p83"/>
            <p:cNvSpPr/>
            <p:nvPr/>
          </p:nvSpPr>
          <p:spPr>
            <a:xfrm>
              <a:off x="-40011050" y="3972375"/>
              <a:ext cx="316650" cy="232350"/>
            </a:xfrm>
            <a:custGeom>
              <a:rect b="b" l="l" r="r" t="t"/>
              <a:pathLst>
                <a:path extrusionOk="0" h="9294" w="12666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83"/>
            <p:cNvSpPr/>
            <p:nvPr/>
          </p:nvSpPr>
          <p:spPr>
            <a:xfrm>
              <a:off x="-39950400" y="4225975"/>
              <a:ext cx="194575" cy="63025"/>
            </a:xfrm>
            <a:custGeom>
              <a:rect b="b" l="l" r="r" t="t"/>
              <a:pathLst>
                <a:path extrusionOk="0" h="2521" w="7783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5" name="Google Shape;1585;p83"/>
          <p:cNvGrpSpPr/>
          <p:nvPr/>
        </p:nvGrpSpPr>
        <p:grpSpPr>
          <a:xfrm>
            <a:off x="1077748" y="2545169"/>
            <a:ext cx="266921" cy="369039"/>
            <a:chOff x="-38129425" y="3222550"/>
            <a:chExt cx="228450" cy="315850"/>
          </a:xfrm>
        </p:grpSpPr>
        <p:sp>
          <p:nvSpPr>
            <p:cNvPr id="1586" name="Google Shape;1586;p83"/>
            <p:cNvSpPr/>
            <p:nvPr/>
          </p:nvSpPr>
          <p:spPr>
            <a:xfrm>
              <a:off x="-38129425" y="3222550"/>
              <a:ext cx="228450" cy="227650"/>
            </a:xfrm>
            <a:custGeom>
              <a:rect b="b" l="l" r="r" t="t"/>
              <a:pathLst>
                <a:path extrusionOk="0" h="9106" w="9138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83"/>
            <p:cNvSpPr/>
            <p:nvPr/>
          </p:nvSpPr>
          <p:spPr>
            <a:xfrm>
              <a:off x="-38067200" y="3470650"/>
              <a:ext cx="103200" cy="67750"/>
            </a:xfrm>
            <a:custGeom>
              <a:rect b="b" l="l" r="r" t="t"/>
              <a:pathLst>
                <a:path extrusionOk="0" h="2710" w="4128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8" name="Google Shape;1588;p83"/>
          <p:cNvGrpSpPr/>
          <p:nvPr/>
        </p:nvGrpSpPr>
        <p:grpSpPr>
          <a:xfrm>
            <a:off x="2705177" y="3659126"/>
            <a:ext cx="371785" cy="369974"/>
            <a:chOff x="-38172725" y="3588000"/>
            <a:chExt cx="318200" cy="316650"/>
          </a:xfrm>
        </p:grpSpPr>
        <p:sp>
          <p:nvSpPr>
            <p:cNvPr id="1589" name="Google Shape;1589;p83"/>
            <p:cNvSpPr/>
            <p:nvPr/>
          </p:nvSpPr>
          <p:spPr>
            <a:xfrm>
              <a:off x="-38171150" y="3760050"/>
              <a:ext cx="98475" cy="91050"/>
            </a:xfrm>
            <a:custGeom>
              <a:rect b="b" l="l" r="r" t="t"/>
              <a:pathLst>
                <a:path extrusionOk="0" h="3642" w="3939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83"/>
            <p:cNvSpPr/>
            <p:nvPr/>
          </p:nvSpPr>
          <p:spPr>
            <a:xfrm>
              <a:off x="-38172725" y="3641575"/>
              <a:ext cx="144150" cy="133900"/>
            </a:xfrm>
            <a:custGeom>
              <a:rect b="b" l="l" r="r" t="t"/>
              <a:pathLst>
                <a:path extrusionOk="0" h="5356" w="5766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83"/>
            <p:cNvSpPr/>
            <p:nvPr/>
          </p:nvSpPr>
          <p:spPr>
            <a:xfrm>
              <a:off x="-38117600" y="3806975"/>
              <a:ext cx="77200" cy="94525"/>
            </a:xfrm>
            <a:custGeom>
              <a:rect b="b" l="l" r="r" t="t"/>
              <a:pathLst>
                <a:path extrusionOk="0" h="3781" w="3088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83"/>
            <p:cNvSpPr/>
            <p:nvPr/>
          </p:nvSpPr>
          <p:spPr>
            <a:xfrm>
              <a:off x="-37997875" y="3716375"/>
              <a:ext cx="143350" cy="135500"/>
            </a:xfrm>
            <a:custGeom>
              <a:rect b="b" l="l" r="r" t="t"/>
              <a:pathLst>
                <a:path extrusionOk="0" h="5420" w="5734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83"/>
            <p:cNvSpPr/>
            <p:nvPr/>
          </p:nvSpPr>
          <p:spPr>
            <a:xfrm>
              <a:off x="-38044350" y="3761275"/>
              <a:ext cx="135500" cy="143375"/>
            </a:xfrm>
            <a:custGeom>
              <a:rect b="b" l="l" r="r" t="t"/>
              <a:pathLst>
                <a:path extrusionOk="0" h="5735" w="542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83"/>
            <p:cNvSpPr/>
            <p:nvPr/>
          </p:nvSpPr>
          <p:spPr>
            <a:xfrm>
              <a:off x="-37997875" y="3588800"/>
              <a:ext cx="89025" cy="97675"/>
            </a:xfrm>
            <a:custGeom>
              <a:rect b="b" l="l" r="r" t="t"/>
              <a:pathLst>
                <a:path extrusionOk="0" h="3907" w="3561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83"/>
            <p:cNvSpPr/>
            <p:nvPr/>
          </p:nvSpPr>
          <p:spPr>
            <a:xfrm>
              <a:off x="-38117600" y="3588000"/>
              <a:ext cx="135500" cy="143375"/>
            </a:xfrm>
            <a:custGeom>
              <a:rect b="b" l="l" r="r" t="t"/>
              <a:pathLst>
                <a:path extrusionOk="0" h="5735" w="542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83"/>
            <p:cNvSpPr/>
            <p:nvPr/>
          </p:nvSpPr>
          <p:spPr>
            <a:xfrm>
              <a:off x="-37953000" y="3641575"/>
              <a:ext cx="97700" cy="86350"/>
            </a:xfrm>
            <a:custGeom>
              <a:rect b="b" l="l" r="r" t="t"/>
              <a:pathLst>
                <a:path extrusionOk="0" h="3454" w="3908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7" name="Google Shape;1597;p83"/>
          <p:cNvGrpSpPr/>
          <p:nvPr/>
        </p:nvGrpSpPr>
        <p:grpSpPr>
          <a:xfrm>
            <a:off x="584591" y="2045404"/>
            <a:ext cx="219981" cy="369974"/>
            <a:chOff x="-38109725" y="3955025"/>
            <a:chExt cx="188275" cy="316650"/>
          </a:xfrm>
        </p:grpSpPr>
        <p:sp>
          <p:nvSpPr>
            <p:cNvPr id="1598" name="Google Shape;1598;p83"/>
            <p:cNvSpPr/>
            <p:nvPr/>
          </p:nvSpPr>
          <p:spPr>
            <a:xfrm>
              <a:off x="-38109725" y="3955025"/>
              <a:ext cx="188275" cy="220575"/>
            </a:xfrm>
            <a:custGeom>
              <a:rect b="b" l="l" r="r" t="t"/>
              <a:pathLst>
                <a:path extrusionOk="0" h="8823" w="7531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83"/>
            <p:cNvSpPr/>
            <p:nvPr/>
          </p:nvSpPr>
          <p:spPr>
            <a:xfrm>
              <a:off x="-38067200" y="4196050"/>
              <a:ext cx="104775" cy="75625"/>
            </a:xfrm>
            <a:custGeom>
              <a:rect b="b" l="l" r="r" t="t"/>
              <a:pathLst>
                <a:path extrusionOk="0" h="3025" w="4191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0" name="Google Shape;1600;p83"/>
          <p:cNvSpPr/>
          <p:nvPr/>
        </p:nvSpPr>
        <p:spPr>
          <a:xfrm>
            <a:off x="1591669" y="3110321"/>
            <a:ext cx="383790" cy="370266"/>
          </a:xfrm>
          <a:custGeom>
            <a:rect b="b" l="l" r="r" t="t"/>
            <a:pathLst>
              <a:path extrusionOk="0" h="12676" w="13139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1" name="Google Shape;1601;p83"/>
          <p:cNvGrpSpPr/>
          <p:nvPr/>
        </p:nvGrpSpPr>
        <p:grpSpPr>
          <a:xfrm>
            <a:off x="2704121" y="1491972"/>
            <a:ext cx="373654" cy="369068"/>
            <a:chOff x="-41530375" y="3218800"/>
            <a:chExt cx="319800" cy="315875"/>
          </a:xfrm>
        </p:grpSpPr>
        <p:sp>
          <p:nvSpPr>
            <p:cNvPr id="1602" name="Google Shape;1602;p83"/>
            <p:cNvSpPr/>
            <p:nvPr/>
          </p:nvSpPr>
          <p:spPr>
            <a:xfrm>
              <a:off x="-41530375" y="3337550"/>
              <a:ext cx="199300" cy="197125"/>
            </a:xfrm>
            <a:custGeom>
              <a:rect b="b" l="l" r="r" t="t"/>
              <a:pathLst>
                <a:path extrusionOk="0" h="7885" w="7972">
                  <a:moveTo>
                    <a:pt x="3245" y="0"/>
                  </a:moveTo>
                  <a:lnTo>
                    <a:pt x="473" y="2804"/>
                  </a:lnTo>
                  <a:cubicBezTo>
                    <a:pt x="0" y="3277"/>
                    <a:pt x="0" y="4064"/>
                    <a:pt x="473" y="4568"/>
                  </a:cubicBezTo>
                  <a:lnTo>
                    <a:pt x="3403" y="7530"/>
                  </a:lnTo>
                  <a:cubicBezTo>
                    <a:pt x="3639" y="7766"/>
                    <a:pt x="3954" y="7884"/>
                    <a:pt x="4277" y="7884"/>
                  </a:cubicBezTo>
                  <a:cubicBezTo>
                    <a:pt x="4600" y="7884"/>
                    <a:pt x="4931" y="7766"/>
                    <a:pt x="5199" y="7530"/>
                  </a:cubicBezTo>
                  <a:lnTo>
                    <a:pt x="7971" y="4726"/>
                  </a:lnTo>
                  <a:lnTo>
                    <a:pt x="32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83"/>
            <p:cNvSpPr/>
            <p:nvPr/>
          </p:nvSpPr>
          <p:spPr>
            <a:xfrm>
              <a:off x="-41435075" y="3218800"/>
              <a:ext cx="224500" cy="221950"/>
            </a:xfrm>
            <a:custGeom>
              <a:rect b="b" l="l" r="r" t="t"/>
              <a:pathLst>
                <a:path extrusionOk="0" h="8878" w="8980">
                  <a:moveTo>
                    <a:pt x="4395" y="1"/>
                  </a:moveTo>
                  <a:cubicBezTo>
                    <a:pt x="4285" y="1"/>
                    <a:pt x="4175" y="40"/>
                    <a:pt x="4096" y="119"/>
                  </a:cubicBezTo>
                  <a:lnTo>
                    <a:pt x="1" y="4152"/>
                  </a:lnTo>
                  <a:lnTo>
                    <a:pt x="4726" y="8877"/>
                  </a:lnTo>
                  <a:lnTo>
                    <a:pt x="8822" y="4845"/>
                  </a:lnTo>
                  <a:cubicBezTo>
                    <a:pt x="8979" y="4687"/>
                    <a:pt x="8979" y="4404"/>
                    <a:pt x="8822" y="4246"/>
                  </a:cubicBezTo>
                  <a:lnTo>
                    <a:pt x="4695" y="119"/>
                  </a:lnTo>
                  <a:cubicBezTo>
                    <a:pt x="4616" y="40"/>
                    <a:pt x="4506" y="1"/>
                    <a:pt x="4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4" name="Google Shape;1604;p83"/>
          <p:cNvGrpSpPr/>
          <p:nvPr/>
        </p:nvGrpSpPr>
        <p:grpSpPr>
          <a:xfrm>
            <a:off x="3319056" y="3150943"/>
            <a:ext cx="369068" cy="289004"/>
            <a:chOff x="-41526450" y="3653375"/>
            <a:chExt cx="315875" cy="247350"/>
          </a:xfrm>
        </p:grpSpPr>
        <p:sp>
          <p:nvSpPr>
            <p:cNvPr id="1605" name="Google Shape;1605;p83"/>
            <p:cNvSpPr/>
            <p:nvPr/>
          </p:nvSpPr>
          <p:spPr>
            <a:xfrm>
              <a:off x="-41526450" y="3860525"/>
              <a:ext cx="315875" cy="40200"/>
            </a:xfrm>
            <a:custGeom>
              <a:rect b="b" l="l" r="r" t="t"/>
              <a:pathLst>
                <a:path extrusionOk="0" h="1608" w="12635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83"/>
            <p:cNvSpPr/>
            <p:nvPr/>
          </p:nvSpPr>
          <p:spPr>
            <a:xfrm>
              <a:off x="-41506750" y="3653375"/>
              <a:ext cx="275700" cy="186700"/>
            </a:xfrm>
            <a:custGeom>
              <a:rect b="b" l="l" r="r" t="t"/>
              <a:pathLst>
                <a:path extrusionOk="0" h="7468" w="11028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7" name="Google Shape;1607;p83"/>
          <p:cNvGrpSpPr/>
          <p:nvPr/>
        </p:nvGrpSpPr>
        <p:grpSpPr>
          <a:xfrm>
            <a:off x="1613841" y="2044480"/>
            <a:ext cx="339595" cy="371814"/>
            <a:chOff x="-39625900" y="3238300"/>
            <a:chExt cx="290650" cy="318225"/>
          </a:xfrm>
        </p:grpSpPr>
        <p:sp>
          <p:nvSpPr>
            <p:cNvPr id="1608" name="Google Shape;1608;p83"/>
            <p:cNvSpPr/>
            <p:nvPr/>
          </p:nvSpPr>
          <p:spPr>
            <a:xfrm>
              <a:off x="-39625900" y="3238300"/>
              <a:ext cx="290650" cy="318225"/>
            </a:xfrm>
            <a:custGeom>
              <a:rect b="b" l="l" r="r" t="t"/>
              <a:pathLst>
                <a:path extrusionOk="0" h="12729" w="11626">
                  <a:moveTo>
                    <a:pt x="442" y="1"/>
                  </a:moveTo>
                  <a:cubicBezTo>
                    <a:pt x="221" y="1"/>
                    <a:pt x="32" y="190"/>
                    <a:pt x="32" y="442"/>
                  </a:cubicBezTo>
                  <a:lnTo>
                    <a:pt x="32" y="4159"/>
                  </a:lnTo>
                  <a:cubicBezTo>
                    <a:pt x="32" y="4317"/>
                    <a:pt x="126" y="4474"/>
                    <a:pt x="284" y="4569"/>
                  </a:cubicBezTo>
                  <a:cubicBezTo>
                    <a:pt x="1072" y="4821"/>
                    <a:pt x="1670" y="5640"/>
                    <a:pt x="1670" y="6491"/>
                  </a:cubicBezTo>
                  <a:cubicBezTo>
                    <a:pt x="1670" y="7404"/>
                    <a:pt x="1103" y="8129"/>
                    <a:pt x="284" y="8475"/>
                  </a:cubicBezTo>
                  <a:cubicBezTo>
                    <a:pt x="126" y="8507"/>
                    <a:pt x="0" y="8664"/>
                    <a:pt x="0" y="8853"/>
                  </a:cubicBezTo>
                  <a:lnTo>
                    <a:pt x="0" y="12319"/>
                  </a:lnTo>
                  <a:cubicBezTo>
                    <a:pt x="0" y="12571"/>
                    <a:pt x="221" y="12729"/>
                    <a:pt x="442" y="12729"/>
                  </a:cubicBezTo>
                  <a:lnTo>
                    <a:pt x="3308" y="12729"/>
                  </a:lnTo>
                  <a:lnTo>
                    <a:pt x="3308" y="4852"/>
                  </a:lnTo>
                  <a:cubicBezTo>
                    <a:pt x="3308" y="3687"/>
                    <a:pt x="4254" y="2805"/>
                    <a:pt x="5419" y="2741"/>
                  </a:cubicBezTo>
                  <a:lnTo>
                    <a:pt x="6238" y="2741"/>
                  </a:lnTo>
                  <a:cubicBezTo>
                    <a:pt x="7373" y="2741"/>
                    <a:pt x="8286" y="3687"/>
                    <a:pt x="8318" y="4852"/>
                  </a:cubicBezTo>
                  <a:lnTo>
                    <a:pt x="8318" y="12729"/>
                  </a:lnTo>
                  <a:lnTo>
                    <a:pt x="11216" y="12729"/>
                  </a:lnTo>
                  <a:cubicBezTo>
                    <a:pt x="11437" y="12729"/>
                    <a:pt x="11594" y="12508"/>
                    <a:pt x="11626" y="12319"/>
                  </a:cubicBezTo>
                  <a:lnTo>
                    <a:pt x="11626" y="8853"/>
                  </a:lnTo>
                  <a:cubicBezTo>
                    <a:pt x="11626" y="8696"/>
                    <a:pt x="11500" y="8538"/>
                    <a:pt x="11374" y="8475"/>
                  </a:cubicBezTo>
                  <a:cubicBezTo>
                    <a:pt x="10586" y="8192"/>
                    <a:pt x="9988" y="7404"/>
                    <a:pt x="9988" y="6491"/>
                  </a:cubicBezTo>
                  <a:cubicBezTo>
                    <a:pt x="9988" y="5577"/>
                    <a:pt x="10586" y="4852"/>
                    <a:pt x="11374" y="4569"/>
                  </a:cubicBezTo>
                  <a:cubicBezTo>
                    <a:pt x="11531" y="4537"/>
                    <a:pt x="11626" y="4380"/>
                    <a:pt x="11626" y="4159"/>
                  </a:cubicBezTo>
                  <a:lnTo>
                    <a:pt x="11626" y="442"/>
                  </a:lnTo>
                  <a:cubicBezTo>
                    <a:pt x="11626" y="190"/>
                    <a:pt x="11437" y="1"/>
                    <a:pt x="11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83"/>
            <p:cNvSpPr/>
            <p:nvPr/>
          </p:nvSpPr>
          <p:spPr>
            <a:xfrm>
              <a:off x="-39521150" y="3328875"/>
              <a:ext cx="82725" cy="227650"/>
            </a:xfrm>
            <a:custGeom>
              <a:rect b="b" l="l" r="r" t="t"/>
              <a:pathLst>
                <a:path extrusionOk="0" h="9106" w="3309">
                  <a:moveTo>
                    <a:pt x="1607" y="3309"/>
                  </a:moveTo>
                  <a:cubicBezTo>
                    <a:pt x="2080" y="3309"/>
                    <a:pt x="2426" y="3655"/>
                    <a:pt x="2426" y="4128"/>
                  </a:cubicBezTo>
                  <a:cubicBezTo>
                    <a:pt x="2426" y="4600"/>
                    <a:pt x="2080" y="4947"/>
                    <a:pt x="1607" y="4947"/>
                  </a:cubicBezTo>
                  <a:cubicBezTo>
                    <a:pt x="1135" y="4947"/>
                    <a:pt x="788" y="4600"/>
                    <a:pt x="788" y="4128"/>
                  </a:cubicBezTo>
                  <a:cubicBezTo>
                    <a:pt x="788" y="3655"/>
                    <a:pt x="1135" y="3309"/>
                    <a:pt x="1607" y="3309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lnTo>
                    <a:pt x="1" y="9106"/>
                  </a:lnTo>
                  <a:lnTo>
                    <a:pt x="3309" y="9106"/>
                  </a:lnTo>
                  <a:lnTo>
                    <a:pt x="3309" y="1229"/>
                  </a:lnTo>
                  <a:cubicBezTo>
                    <a:pt x="3309" y="536"/>
                    <a:pt x="2742" y="1"/>
                    <a:pt x="20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0" name="Google Shape;1610;p83"/>
          <p:cNvSpPr/>
          <p:nvPr/>
        </p:nvSpPr>
        <p:spPr>
          <a:xfrm>
            <a:off x="3924064" y="2544707"/>
            <a:ext cx="315672" cy="369974"/>
          </a:xfrm>
          <a:custGeom>
            <a:rect b="b" l="l" r="r" t="t"/>
            <a:pathLst>
              <a:path extrusionOk="0" h="12666" w="10807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1" name="Google Shape;1611;p83"/>
          <p:cNvGrpSpPr/>
          <p:nvPr/>
        </p:nvGrpSpPr>
        <p:grpSpPr>
          <a:xfrm>
            <a:off x="1600483" y="4185816"/>
            <a:ext cx="366293" cy="370441"/>
            <a:chOff x="-39647175" y="3972000"/>
            <a:chExt cx="313500" cy="317050"/>
          </a:xfrm>
        </p:grpSpPr>
        <p:sp>
          <p:nvSpPr>
            <p:cNvPr id="1612" name="Google Shape;1612;p83"/>
            <p:cNvSpPr/>
            <p:nvPr/>
          </p:nvSpPr>
          <p:spPr>
            <a:xfrm>
              <a:off x="-39647175" y="3972000"/>
              <a:ext cx="95325" cy="153975"/>
            </a:xfrm>
            <a:custGeom>
              <a:rect b="b" l="l" r="r" t="t"/>
              <a:pathLst>
                <a:path extrusionOk="0" h="6159" w="3813">
                  <a:moveTo>
                    <a:pt x="1698" y="1"/>
                  </a:moveTo>
                  <a:cubicBezTo>
                    <a:pt x="1520" y="1"/>
                    <a:pt x="1373" y="138"/>
                    <a:pt x="1293" y="299"/>
                  </a:cubicBezTo>
                  <a:lnTo>
                    <a:pt x="1" y="5119"/>
                  </a:lnTo>
                  <a:cubicBezTo>
                    <a:pt x="1" y="5308"/>
                    <a:pt x="127" y="5528"/>
                    <a:pt x="316" y="5623"/>
                  </a:cubicBezTo>
                  <a:lnTo>
                    <a:pt x="2332" y="6158"/>
                  </a:lnTo>
                  <a:cubicBezTo>
                    <a:pt x="3277" y="2630"/>
                    <a:pt x="2868" y="4111"/>
                    <a:pt x="3813" y="582"/>
                  </a:cubicBezTo>
                  <a:lnTo>
                    <a:pt x="1797" y="15"/>
                  </a:lnTo>
                  <a:cubicBezTo>
                    <a:pt x="1763" y="5"/>
                    <a:pt x="1730" y="1"/>
                    <a:pt x="16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83"/>
            <p:cNvSpPr/>
            <p:nvPr/>
          </p:nvSpPr>
          <p:spPr>
            <a:xfrm>
              <a:off x="-39588875" y="4011750"/>
              <a:ext cx="216600" cy="277300"/>
            </a:xfrm>
            <a:custGeom>
              <a:rect b="b" l="l" r="r" t="t"/>
              <a:pathLst>
                <a:path extrusionOk="0" h="11092" w="8664">
                  <a:moveTo>
                    <a:pt x="4348" y="3466"/>
                  </a:moveTo>
                  <a:cubicBezTo>
                    <a:pt x="4820" y="3466"/>
                    <a:pt x="5199" y="3844"/>
                    <a:pt x="5199" y="4316"/>
                  </a:cubicBezTo>
                  <a:cubicBezTo>
                    <a:pt x="5199" y="4789"/>
                    <a:pt x="4820" y="5136"/>
                    <a:pt x="4348" y="5136"/>
                  </a:cubicBezTo>
                  <a:cubicBezTo>
                    <a:pt x="3907" y="5136"/>
                    <a:pt x="3529" y="4789"/>
                    <a:pt x="3529" y="4316"/>
                  </a:cubicBezTo>
                  <a:cubicBezTo>
                    <a:pt x="3529" y="3875"/>
                    <a:pt x="3875" y="3466"/>
                    <a:pt x="4348" y="3466"/>
                  </a:cubicBezTo>
                  <a:close/>
                  <a:moveTo>
                    <a:pt x="5104" y="5766"/>
                  </a:moveTo>
                  <a:lnTo>
                    <a:pt x="6081" y="7624"/>
                  </a:lnTo>
                  <a:lnTo>
                    <a:pt x="2615" y="7624"/>
                  </a:lnTo>
                  <a:lnTo>
                    <a:pt x="3560" y="5766"/>
                  </a:lnTo>
                  <a:cubicBezTo>
                    <a:pt x="3812" y="5892"/>
                    <a:pt x="4096" y="5955"/>
                    <a:pt x="4348" y="5955"/>
                  </a:cubicBezTo>
                  <a:cubicBezTo>
                    <a:pt x="4631" y="5955"/>
                    <a:pt x="4883" y="5892"/>
                    <a:pt x="5104" y="5766"/>
                  </a:cubicBezTo>
                  <a:close/>
                  <a:moveTo>
                    <a:pt x="2048" y="0"/>
                  </a:moveTo>
                  <a:cubicBezTo>
                    <a:pt x="1386" y="2458"/>
                    <a:pt x="1638" y="1544"/>
                    <a:pt x="977" y="4001"/>
                  </a:cubicBezTo>
                  <a:lnTo>
                    <a:pt x="2678" y="4474"/>
                  </a:lnTo>
                  <a:cubicBezTo>
                    <a:pt x="2678" y="4726"/>
                    <a:pt x="2741" y="5010"/>
                    <a:pt x="2899" y="5199"/>
                  </a:cubicBezTo>
                  <a:lnTo>
                    <a:pt x="32" y="10523"/>
                  </a:lnTo>
                  <a:cubicBezTo>
                    <a:pt x="0" y="10680"/>
                    <a:pt x="63" y="10964"/>
                    <a:pt x="252" y="11027"/>
                  </a:cubicBezTo>
                  <a:cubicBezTo>
                    <a:pt x="328" y="11070"/>
                    <a:pt x="404" y="11091"/>
                    <a:pt x="475" y="11091"/>
                  </a:cubicBezTo>
                  <a:cubicBezTo>
                    <a:pt x="613" y="11091"/>
                    <a:pt x="737" y="11014"/>
                    <a:pt x="819" y="10869"/>
                  </a:cubicBezTo>
                  <a:lnTo>
                    <a:pt x="2143" y="8475"/>
                  </a:lnTo>
                  <a:lnTo>
                    <a:pt x="6490" y="8475"/>
                  </a:lnTo>
                  <a:lnTo>
                    <a:pt x="7845" y="10869"/>
                  </a:lnTo>
                  <a:cubicBezTo>
                    <a:pt x="7907" y="11014"/>
                    <a:pt x="8037" y="11091"/>
                    <a:pt x="8173" y="11091"/>
                  </a:cubicBezTo>
                  <a:cubicBezTo>
                    <a:pt x="8243" y="11091"/>
                    <a:pt x="8316" y="11070"/>
                    <a:pt x="8381" y="11027"/>
                  </a:cubicBezTo>
                  <a:cubicBezTo>
                    <a:pt x="8570" y="10932"/>
                    <a:pt x="8664" y="10680"/>
                    <a:pt x="8538" y="10491"/>
                  </a:cubicBezTo>
                  <a:lnTo>
                    <a:pt x="5734" y="5262"/>
                  </a:lnTo>
                  <a:lnTo>
                    <a:pt x="6585" y="5482"/>
                  </a:lnTo>
                  <a:cubicBezTo>
                    <a:pt x="7120" y="3434"/>
                    <a:pt x="6931" y="4222"/>
                    <a:pt x="7624" y="1513"/>
                  </a:cubicBezTo>
                  <a:lnTo>
                    <a:pt x="2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83"/>
            <p:cNvSpPr/>
            <p:nvPr/>
          </p:nvSpPr>
          <p:spPr>
            <a:xfrm>
              <a:off x="-39398275" y="4073975"/>
              <a:ext cx="64600" cy="71600"/>
            </a:xfrm>
            <a:custGeom>
              <a:rect b="b" l="l" r="r" t="t"/>
              <a:pathLst>
                <a:path extrusionOk="0" h="2864" w="2584">
                  <a:moveTo>
                    <a:pt x="630" y="0"/>
                  </a:moveTo>
                  <a:cubicBezTo>
                    <a:pt x="252" y="1449"/>
                    <a:pt x="410" y="945"/>
                    <a:pt x="0" y="2395"/>
                  </a:cubicBezTo>
                  <a:lnTo>
                    <a:pt x="1607" y="2836"/>
                  </a:lnTo>
                  <a:cubicBezTo>
                    <a:pt x="1658" y="2855"/>
                    <a:pt x="1707" y="2864"/>
                    <a:pt x="1753" y="2864"/>
                  </a:cubicBezTo>
                  <a:cubicBezTo>
                    <a:pt x="1932" y="2864"/>
                    <a:pt x="2067" y="2728"/>
                    <a:pt x="2143" y="2552"/>
                  </a:cubicBezTo>
                  <a:lnTo>
                    <a:pt x="2584" y="945"/>
                  </a:lnTo>
                  <a:cubicBezTo>
                    <a:pt x="2552" y="725"/>
                    <a:pt x="2458" y="473"/>
                    <a:pt x="2237" y="441"/>
                  </a:cubicBezTo>
                  <a:lnTo>
                    <a:pt x="6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5" name="Google Shape;1615;p83"/>
          <p:cNvGrpSpPr/>
          <p:nvPr/>
        </p:nvGrpSpPr>
        <p:grpSpPr>
          <a:xfrm>
            <a:off x="3894133" y="3658679"/>
            <a:ext cx="375495" cy="370879"/>
            <a:chOff x="-37808850" y="3221575"/>
            <a:chExt cx="321375" cy="317425"/>
          </a:xfrm>
        </p:grpSpPr>
        <p:sp>
          <p:nvSpPr>
            <p:cNvPr id="1616" name="Google Shape;1616;p83"/>
            <p:cNvSpPr/>
            <p:nvPr/>
          </p:nvSpPr>
          <p:spPr>
            <a:xfrm>
              <a:off x="-37808850" y="3294050"/>
              <a:ext cx="261500" cy="244950"/>
            </a:xfrm>
            <a:custGeom>
              <a:rect b="b" l="l" r="r" t="t"/>
              <a:pathLst>
                <a:path extrusionOk="0" h="9798" w="1046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83"/>
            <p:cNvSpPr/>
            <p:nvPr/>
          </p:nvSpPr>
          <p:spPr>
            <a:xfrm>
              <a:off x="-37601700" y="3221575"/>
              <a:ext cx="114225" cy="111275"/>
            </a:xfrm>
            <a:custGeom>
              <a:rect b="b" l="l" r="r" t="t"/>
              <a:pathLst>
                <a:path extrusionOk="0" h="4451" w="4569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8" name="Google Shape;1618;p83"/>
          <p:cNvGrpSpPr/>
          <p:nvPr/>
        </p:nvGrpSpPr>
        <p:grpSpPr>
          <a:xfrm>
            <a:off x="3895517" y="3174863"/>
            <a:ext cx="372749" cy="241158"/>
            <a:chOff x="-37806500" y="3643030"/>
            <a:chExt cx="319025" cy="206400"/>
          </a:xfrm>
        </p:grpSpPr>
        <p:sp>
          <p:nvSpPr>
            <p:cNvPr id="1619" name="Google Shape;1619;p83"/>
            <p:cNvSpPr/>
            <p:nvPr/>
          </p:nvSpPr>
          <p:spPr>
            <a:xfrm>
              <a:off x="-37615100" y="3759700"/>
              <a:ext cx="62250" cy="62250"/>
            </a:xfrm>
            <a:custGeom>
              <a:rect b="b" l="l" r="r" t="t"/>
              <a:pathLst>
                <a:path extrusionOk="0" h="2490" w="2490">
                  <a:moveTo>
                    <a:pt x="1229" y="1"/>
                  </a:moveTo>
                  <a:cubicBezTo>
                    <a:pt x="568" y="1"/>
                    <a:pt x="1" y="568"/>
                    <a:pt x="1" y="1261"/>
                  </a:cubicBezTo>
                  <a:cubicBezTo>
                    <a:pt x="1" y="1923"/>
                    <a:pt x="568" y="2490"/>
                    <a:pt x="1229" y="2490"/>
                  </a:cubicBezTo>
                  <a:cubicBezTo>
                    <a:pt x="1891" y="2490"/>
                    <a:pt x="2426" y="1954"/>
                    <a:pt x="2490" y="1261"/>
                  </a:cubicBezTo>
                  <a:cubicBezTo>
                    <a:pt x="2490" y="599"/>
                    <a:pt x="1922" y="1"/>
                    <a:pt x="12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83"/>
            <p:cNvSpPr/>
            <p:nvPr/>
          </p:nvSpPr>
          <p:spPr>
            <a:xfrm>
              <a:off x="-37806500" y="3643030"/>
              <a:ext cx="319025" cy="206400"/>
            </a:xfrm>
            <a:custGeom>
              <a:rect b="b" l="l" r="r" t="t"/>
              <a:pathLst>
                <a:path extrusionOk="0" h="8256" w="12761">
                  <a:moveTo>
                    <a:pt x="5357" y="1702"/>
                  </a:moveTo>
                  <a:cubicBezTo>
                    <a:pt x="5609" y="1702"/>
                    <a:pt x="5798" y="1923"/>
                    <a:pt x="5798" y="2112"/>
                  </a:cubicBezTo>
                  <a:cubicBezTo>
                    <a:pt x="5766" y="2332"/>
                    <a:pt x="5609" y="2490"/>
                    <a:pt x="5357" y="2490"/>
                  </a:cubicBezTo>
                  <a:lnTo>
                    <a:pt x="2049" y="2490"/>
                  </a:lnTo>
                  <a:cubicBezTo>
                    <a:pt x="1828" y="2490"/>
                    <a:pt x="1639" y="2301"/>
                    <a:pt x="1639" y="2112"/>
                  </a:cubicBezTo>
                  <a:cubicBezTo>
                    <a:pt x="1639" y="1860"/>
                    <a:pt x="1828" y="1702"/>
                    <a:pt x="2049" y="1702"/>
                  </a:cubicBezTo>
                  <a:close/>
                  <a:moveTo>
                    <a:pt x="5357" y="3309"/>
                  </a:moveTo>
                  <a:cubicBezTo>
                    <a:pt x="5609" y="3309"/>
                    <a:pt x="5798" y="3529"/>
                    <a:pt x="5798" y="3750"/>
                  </a:cubicBezTo>
                  <a:cubicBezTo>
                    <a:pt x="5766" y="4002"/>
                    <a:pt x="5609" y="4160"/>
                    <a:pt x="5357" y="4160"/>
                  </a:cubicBezTo>
                  <a:lnTo>
                    <a:pt x="2049" y="4160"/>
                  </a:lnTo>
                  <a:cubicBezTo>
                    <a:pt x="1828" y="4160"/>
                    <a:pt x="1639" y="3939"/>
                    <a:pt x="1639" y="3750"/>
                  </a:cubicBezTo>
                  <a:cubicBezTo>
                    <a:pt x="1639" y="3529"/>
                    <a:pt x="1828" y="3309"/>
                    <a:pt x="2049" y="3309"/>
                  </a:cubicBezTo>
                  <a:close/>
                  <a:moveTo>
                    <a:pt x="5357" y="4979"/>
                  </a:moveTo>
                  <a:cubicBezTo>
                    <a:pt x="5609" y="4979"/>
                    <a:pt x="5798" y="5168"/>
                    <a:pt x="5798" y="5388"/>
                  </a:cubicBezTo>
                  <a:cubicBezTo>
                    <a:pt x="5766" y="5640"/>
                    <a:pt x="5609" y="5798"/>
                    <a:pt x="5357" y="5798"/>
                  </a:cubicBezTo>
                  <a:lnTo>
                    <a:pt x="2049" y="5798"/>
                  </a:lnTo>
                  <a:cubicBezTo>
                    <a:pt x="1828" y="5798"/>
                    <a:pt x="1639" y="5609"/>
                    <a:pt x="1639" y="5388"/>
                  </a:cubicBezTo>
                  <a:cubicBezTo>
                    <a:pt x="1639" y="5136"/>
                    <a:pt x="1828" y="4979"/>
                    <a:pt x="2049" y="4979"/>
                  </a:cubicBezTo>
                  <a:close/>
                  <a:moveTo>
                    <a:pt x="8948" y="1671"/>
                  </a:moveTo>
                  <a:cubicBezTo>
                    <a:pt x="10082" y="1671"/>
                    <a:pt x="10996" y="2584"/>
                    <a:pt x="11028" y="3750"/>
                  </a:cubicBezTo>
                  <a:cubicBezTo>
                    <a:pt x="10996" y="4916"/>
                    <a:pt x="10082" y="5798"/>
                    <a:pt x="8948" y="5798"/>
                  </a:cubicBezTo>
                  <a:cubicBezTo>
                    <a:pt x="7814" y="5798"/>
                    <a:pt x="6900" y="4853"/>
                    <a:pt x="6869" y="3750"/>
                  </a:cubicBezTo>
                  <a:cubicBezTo>
                    <a:pt x="6869" y="2616"/>
                    <a:pt x="7814" y="1702"/>
                    <a:pt x="8948" y="1671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68"/>
                    <a:pt x="1" y="1230"/>
                  </a:cubicBezTo>
                  <a:lnTo>
                    <a:pt x="1" y="6207"/>
                  </a:lnTo>
                  <a:cubicBezTo>
                    <a:pt x="1" y="6743"/>
                    <a:pt x="379" y="7184"/>
                    <a:pt x="852" y="7373"/>
                  </a:cubicBezTo>
                  <a:lnTo>
                    <a:pt x="852" y="7846"/>
                  </a:lnTo>
                  <a:cubicBezTo>
                    <a:pt x="852" y="8098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72" y="8066"/>
                    <a:pt x="3372" y="7846"/>
                  </a:cubicBezTo>
                  <a:lnTo>
                    <a:pt x="3372" y="7436"/>
                  </a:lnTo>
                  <a:lnTo>
                    <a:pt x="9421" y="7436"/>
                  </a:lnTo>
                  <a:lnTo>
                    <a:pt x="9421" y="7846"/>
                  </a:lnTo>
                  <a:cubicBezTo>
                    <a:pt x="9421" y="8098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46"/>
                  </a:cubicBezTo>
                  <a:lnTo>
                    <a:pt x="11941" y="7373"/>
                  </a:lnTo>
                  <a:cubicBezTo>
                    <a:pt x="12414" y="7215"/>
                    <a:pt x="12760" y="6743"/>
                    <a:pt x="12760" y="6207"/>
                  </a:cubicBezTo>
                  <a:lnTo>
                    <a:pt x="12760" y="1230"/>
                  </a:lnTo>
                  <a:cubicBezTo>
                    <a:pt x="12666" y="599"/>
                    <a:pt x="12099" y="1"/>
                    <a:pt x="114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1" name="Google Shape;1621;p83"/>
          <p:cNvGrpSpPr/>
          <p:nvPr/>
        </p:nvGrpSpPr>
        <p:grpSpPr>
          <a:xfrm>
            <a:off x="3319395" y="2543781"/>
            <a:ext cx="368134" cy="371814"/>
            <a:chOff x="-37804925" y="3953450"/>
            <a:chExt cx="315075" cy="318225"/>
          </a:xfrm>
        </p:grpSpPr>
        <p:sp>
          <p:nvSpPr>
            <p:cNvPr id="1622" name="Google Shape;1622;p83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83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83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5" name="Google Shape;1625;p83"/>
          <p:cNvGrpSpPr/>
          <p:nvPr/>
        </p:nvGrpSpPr>
        <p:grpSpPr>
          <a:xfrm>
            <a:off x="7762338" y="2076025"/>
            <a:ext cx="355663" cy="308725"/>
            <a:chOff x="-28462125" y="3199700"/>
            <a:chExt cx="298550" cy="259150"/>
          </a:xfrm>
        </p:grpSpPr>
        <p:sp>
          <p:nvSpPr>
            <p:cNvPr id="1626" name="Google Shape;1626;p83"/>
            <p:cNvSpPr/>
            <p:nvPr/>
          </p:nvSpPr>
          <p:spPr>
            <a:xfrm>
              <a:off x="-28459750" y="3284775"/>
              <a:ext cx="296175" cy="104775"/>
            </a:xfrm>
            <a:custGeom>
              <a:rect b="b" l="l" r="r" t="t"/>
              <a:pathLst>
                <a:path extrusionOk="0" h="4191" w="11847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83"/>
            <p:cNvSpPr/>
            <p:nvPr/>
          </p:nvSpPr>
          <p:spPr>
            <a:xfrm>
              <a:off x="-28462125" y="3199700"/>
              <a:ext cx="295400" cy="125275"/>
            </a:xfrm>
            <a:custGeom>
              <a:rect b="b" l="l" r="r" t="t"/>
              <a:pathLst>
                <a:path extrusionOk="0" h="5011" w="11816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83"/>
            <p:cNvSpPr/>
            <p:nvPr/>
          </p:nvSpPr>
          <p:spPr>
            <a:xfrm>
              <a:off x="-28405400" y="3360375"/>
              <a:ext cx="186675" cy="98475"/>
            </a:xfrm>
            <a:custGeom>
              <a:rect b="b" l="l" r="r" t="t"/>
              <a:pathLst>
                <a:path extrusionOk="0" h="3939" w="7467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9" name="Google Shape;1629;p83"/>
          <p:cNvGrpSpPr/>
          <p:nvPr/>
        </p:nvGrpSpPr>
        <p:grpSpPr>
          <a:xfrm>
            <a:off x="7210859" y="2553283"/>
            <a:ext cx="353757" cy="352833"/>
            <a:chOff x="-28461325" y="3545475"/>
            <a:chExt cx="296950" cy="296175"/>
          </a:xfrm>
        </p:grpSpPr>
        <p:sp>
          <p:nvSpPr>
            <p:cNvPr id="1630" name="Google Shape;1630;p83"/>
            <p:cNvSpPr/>
            <p:nvPr/>
          </p:nvSpPr>
          <p:spPr>
            <a:xfrm>
              <a:off x="-28461325" y="3666775"/>
              <a:ext cx="34675" cy="52775"/>
            </a:xfrm>
            <a:custGeom>
              <a:rect b="b" l="l" r="r" t="t"/>
              <a:pathLst>
                <a:path extrusionOk="0" h="2111" w="1387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83"/>
            <p:cNvSpPr/>
            <p:nvPr/>
          </p:nvSpPr>
          <p:spPr>
            <a:xfrm>
              <a:off x="-28461325" y="3737650"/>
              <a:ext cx="52775" cy="17350"/>
            </a:xfrm>
            <a:custGeom>
              <a:rect b="b" l="l" r="r" t="t"/>
              <a:pathLst>
                <a:path extrusionOk="0" h="694" w="2111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83"/>
            <p:cNvSpPr/>
            <p:nvPr/>
          </p:nvSpPr>
          <p:spPr>
            <a:xfrm>
              <a:off x="-28461325" y="3632100"/>
              <a:ext cx="52775" cy="17375"/>
            </a:xfrm>
            <a:custGeom>
              <a:rect b="b" l="l" r="r" t="t"/>
              <a:pathLst>
                <a:path extrusionOk="0" h="695" w="2111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83"/>
            <p:cNvSpPr/>
            <p:nvPr/>
          </p:nvSpPr>
          <p:spPr>
            <a:xfrm>
              <a:off x="-28460550" y="3545475"/>
              <a:ext cx="296175" cy="296175"/>
            </a:xfrm>
            <a:custGeom>
              <a:rect b="b" l="l" r="r" t="t"/>
              <a:pathLst>
                <a:path extrusionOk="0" h="11847" w="11847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83"/>
            <p:cNvSpPr/>
            <p:nvPr/>
          </p:nvSpPr>
          <p:spPr>
            <a:xfrm>
              <a:off x="-28347925" y="3649450"/>
              <a:ext cx="86675" cy="86650"/>
            </a:xfrm>
            <a:custGeom>
              <a:rect b="b" l="l" r="r" t="t"/>
              <a:pathLst>
                <a:path extrusionOk="0" h="3466" w="3467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83"/>
            <p:cNvSpPr/>
            <p:nvPr/>
          </p:nvSpPr>
          <p:spPr>
            <a:xfrm>
              <a:off x="-28408550" y="3597450"/>
              <a:ext cx="191400" cy="192200"/>
            </a:xfrm>
            <a:custGeom>
              <a:rect b="b" l="l" r="r" t="t"/>
              <a:pathLst>
                <a:path extrusionOk="0" h="7688" w="7656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6" name="Google Shape;1636;p83"/>
          <p:cNvGrpSpPr/>
          <p:nvPr/>
        </p:nvGrpSpPr>
        <p:grpSpPr>
          <a:xfrm>
            <a:off x="7211898" y="2054442"/>
            <a:ext cx="351880" cy="351910"/>
            <a:chOff x="-26573400" y="3546250"/>
            <a:chExt cx="295375" cy="295400"/>
          </a:xfrm>
        </p:grpSpPr>
        <p:sp>
          <p:nvSpPr>
            <p:cNvPr id="1637" name="Google Shape;1637;p83"/>
            <p:cNvSpPr/>
            <p:nvPr/>
          </p:nvSpPr>
          <p:spPr>
            <a:xfrm>
              <a:off x="-26464700" y="3599225"/>
              <a:ext cx="77200" cy="38425"/>
            </a:xfrm>
            <a:custGeom>
              <a:rect b="b" l="l" r="r" t="t"/>
              <a:pathLst>
                <a:path extrusionOk="0" h="1537" w="3088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83"/>
            <p:cNvSpPr/>
            <p:nvPr/>
          </p:nvSpPr>
          <p:spPr>
            <a:xfrm>
              <a:off x="-26434775" y="36864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83"/>
            <p:cNvSpPr/>
            <p:nvPr/>
          </p:nvSpPr>
          <p:spPr>
            <a:xfrm>
              <a:off x="-26520625" y="3703775"/>
              <a:ext cx="55950" cy="67775"/>
            </a:xfrm>
            <a:custGeom>
              <a:rect b="b" l="l" r="r" t="t"/>
              <a:pathLst>
                <a:path extrusionOk="0" h="2711" w="2238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83"/>
            <p:cNvSpPr/>
            <p:nvPr/>
          </p:nvSpPr>
          <p:spPr>
            <a:xfrm>
              <a:off x="-26387525" y="3703000"/>
              <a:ext cx="55950" cy="67750"/>
            </a:xfrm>
            <a:custGeom>
              <a:rect b="b" l="l" r="r" t="t"/>
              <a:pathLst>
                <a:path extrusionOk="0" h="2710" w="2238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83"/>
            <p:cNvSpPr/>
            <p:nvPr/>
          </p:nvSpPr>
          <p:spPr>
            <a:xfrm>
              <a:off x="-26573400" y="3546250"/>
              <a:ext cx="295375" cy="295400"/>
            </a:xfrm>
            <a:custGeom>
              <a:rect b="b" l="l" r="r" t="t"/>
              <a:pathLst>
                <a:path extrusionOk="0" h="11816" w="11815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2" name="Google Shape;1642;p83"/>
          <p:cNvGrpSpPr/>
          <p:nvPr/>
        </p:nvGrpSpPr>
        <p:grpSpPr>
          <a:xfrm>
            <a:off x="5559469" y="2553620"/>
            <a:ext cx="375319" cy="352148"/>
            <a:chOff x="-26583625" y="3917025"/>
            <a:chExt cx="315050" cy="295600"/>
          </a:xfrm>
        </p:grpSpPr>
        <p:sp>
          <p:nvSpPr>
            <p:cNvPr id="1643" name="Google Shape;1643;p83"/>
            <p:cNvSpPr/>
            <p:nvPr/>
          </p:nvSpPr>
          <p:spPr>
            <a:xfrm>
              <a:off x="-26413500" y="3918400"/>
              <a:ext cx="144925" cy="135125"/>
            </a:xfrm>
            <a:custGeom>
              <a:rect b="b" l="l" r="r" t="t"/>
              <a:pathLst>
                <a:path extrusionOk="0" h="5405" w="5797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83"/>
            <p:cNvSpPr/>
            <p:nvPr/>
          </p:nvSpPr>
          <p:spPr>
            <a:xfrm>
              <a:off x="-26466275" y="4026700"/>
              <a:ext cx="78775" cy="77225"/>
            </a:xfrm>
            <a:custGeom>
              <a:rect b="b" l="l" r="r" t="t"/>
              <a:pathLst>
                <a:path extrusionOk="0" h="3089" w="3151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83"/>
            <p:cNvSpPr/>
            <p:nvPr/>
          </p:nvSpPr>
          <p:spPr>
            <a:xfrm>
              <a:off x="-26583625" y="4077125"/>
              <a:ext cx="144925" cy="134700"/>
            </a:xfrm>
            <a:custGeom>
              <a:rect b="b" l="l" r="r" t="t"/>
              <a:pathLst>
                <a:path extrusionOk="0" h="5388" w="5797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83"/>
            <p:cNvSpPr/>
            <p:nvPr/>
          </p:nvSpPr>
          <p:spPr>
            <a:xfrm>
              <a:off x="-26581275" y="3917025"/>
              <a:ext cx="311125" cy="295600"/>
            </a:xfrm>
            <a:custGeom>
              <a:rect b="b" l="l" r="r" t="t"/>
              <a:pathLst>
                <a:path extrusionOk="0" h="11824" w="12445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7" name="Google Shape;1647;p83"/>
          <p:cNvGrpSpPr/>
          <p:nvPr/>
        </p:nvGrpSpPr>
        <p:grpSpPr>
          <a:xfrm>
            <a:off x="7243341" y="3119044"/>
            <a:ext cx="289039" cy="352833"/>
            <a:chOff x="-24694925" y="3518700"/>
            <a:chExt cx="242625" cy="296175"/>
          </a:xfrm>
        </p:grpSpPr>
        <p:sp>
          <p:nvSpPr>
            <p:cNvPr id="1648" name="Google Shape;1648;p83"/>
            <p:cNvSpPr/>
            <p:nvPr/>
          </p:nvSpPr>
          <p:spPr>
            <a:xfrm>
              <a:off x="-24694925" y="3572250"/>
              <a:ext cx="104000" cy="112650"/>
            </a:xfrm>
            <a:custGeom>
              <a:rect b="b" l="l" r="r" t="t"/>
              <a:pathLst>
                <a:path extrusionOk="0" h="4506" w="416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83"/>
            <p:cNvSpPr/>
            <p:nvPr/>
          </p:nvSpPr>
          <p:spPr>
            <a:xfrm>
              <a:off x="-24556300" y="3648650"/>
              <a:ext cx="104000" cy="113450"/>
            </a:xfrm>
            <a:custGeom>
              <a:rect b="b" l="l" r="r" t="t"/>
              <a:pathLst>
                <a:path extrusionOk="0" h="4538" w="416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83"/>
            <p:cNvSpPr/>
            <p:nvPr/>
          </p:nvSpPr>
          <p:spPr>
            <a:xfrm>
              <a:off x="-24694925" y="3702200"/>
              <a:ext cx="104000" cy="112675"/>
            </a:xfrm>
            <a:custGeom>
              <a:rect b="b" l="l" r="r" t="t"/>
              <a:pathLst>
                <a:path extrusionOk="0" h="4507" w="416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83"/>
            <p:cNvSpPr/>
            <p:nvPr/>
          </p:nvSpPr>
          <p:spPr>
            <a:xfrm>
              <a:off x="-24556300" y="3518700"/>
              <a:ext cx="104000" cy="113425"/>
            </a:xfrm>
            <a:custGeom>
              <a:rect b="b" l="l" r="r" t="t"/>
              <a:pathLst>
                <a:path extrusionOk="0" h="4537" w="416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2" name="Google Shape;1652;p83"/>
          <p:cNvGrpSpPr/>
          <p:nvPr/>
        </p:nvGrpSpPr>
        <p:grpSpPr>
          <a:xfrm>
            <a:off x="6205220" y="4194624"/>
            <a:ext cx="289962" cy="352833"/>
            <a:chOff x="-24709100" y="3888875"/>
            <a:chExt cx="243400" cy="296175"/>
          </a:xfrm>
        </p:grpSpPr>
        <p:sp>
          <p:nvSpPr>
            <p:cNvPr id="1653" name="Google Shape;1653;p83"/>
            <p:cNvSpPr/>
            <p:nvPr/>
          </p:nvSpPr>
          <p:spPr>
            <a:xfrm>
              <a:off x="-24587800" y="3888875"/>
              <a:ext cx="105575" cy="227650"/>
            </a:xfrm>
            <a:custGeom>
              <a:rect b="b" l="l" r="r" t="t"/>
              <a:pathLst>
                <a:path extrusionOk="0" h="9106" w="4223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83"/>
            <p:cNvSpPr/>
            <p:nvPr/>
          </p:nvSpPr>
          <p:spPr>
            <a:xfrm>
              <a:off x="-24536600" y="4132250"/>
              <a:ext cx="70900" cy="17350"/>
            </a:xfrm>
            <a:custGeom>
              <a:rect b="b" l="l" r="r" t="t"/>
              <a:pathLst>
                <a:path extrusionOk="0" h="694" w="2836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83"/>
            <p:cNvSpPr/>
            <p:nvPr/>
          </p:nvSpPr>
          <p:spPr>
            <a:xfrm>
              <a:off x="-24709100" y="3963700"/>
              <a:ext cx="208750" cy="221350"/>
            </a:xfrm>
            <a:custGeom>
              <a:rect b="b" l="l" r="r" t="t"/>
              <a:pathLst>
                <a:path extrusionOk="0" h="8854" w="835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6" name="Google Shape;1656;p83"/>
          <p:cNvGrpSpPr/>
          <p:nvPr/>
        </p:nvGrpSpPr>
        <p:grpSpPr>
          <a:xfrm>
            <a:off x="5568890" y="4196259"/>
            <a:ext cx="356556" cy="349557"/>
            <a:chOff x="-22863675" y="3131775"/>
            <a:chExt cx="299300" cy="293425"/>
          </a:xfrm>
        </p:grpSpPr>
        <p:sp>
          <p:nvSpPr>
            <p:cNvPr id="1657" name="Google Shape;1657;p83"/>
            <p:cNvSpPr/>
            <p:nvPr/>
          </p:nvSpPr>
          <p:spPr>
            <a:xfrm>
              <a:off x="-22863675" y="3131775"/>
              <a:ext cx="299300" cy="293425"/>
            </a:xfrm>
            <a:custGeom>
              <a:rect b="b" l="l" r="r" t="t"/>
              <a:pathLst>
                <a:path extrusionOk="0" h="11737" w="11972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83"/>
            <p:cNvSpPr/>
            <p:nvPr/>
          </p:nvSpPr>
          <p:spPr>
            <a:xfrm>
              <a:off x="-22740025" y="3217825"/>
              <a:ext cx="52000" cy="51225"/>
            </a:xfrm>
            <a:custGeom>
              <a:rect b="b" l="l" r="r" t="t"/>
              <a:pathLst>
                <a:path extrusionOk="0" h="2049" w="208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83"/>
            <p:cNvSpPr/>
            <p:nvPr/>
          </p:nvSpPr>
          <p:spPr>
            <a:xfrm>
              <a:off x="-22705375" y="3321800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0" name="Google Shape;1660;p83"/>
          <p:cNvSpPr/>
          <p:nvPr/>
        </p:nvSpPr>
        <p:spPr>
          <a:xfrm>
            <a:off x="5570780" y="3668754"/>
            <a:ext cx="352803" cy="350719"/>
          </a:xfrm>
          <a:custGeom>
            <a:rect b="b" l="l" r="r" t="t"/>
            <a:pathLst>
              <a:path extrusionOk="0" h="11776" w="11846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1" name="Google Shape;1661;p83"/>
          <p:cNvGrpSpPr/>
          <p:nvPr/>
        </p:nvGrpSpPr>
        <p:grpSpPr>
          <a:xfrm>
            <a:off x="6767704" y="4195085"/>
            <a:ext cx="228045" cy="351880"/>
            <a:chOff x="-28032075" y="3916450"/>
            <a:chExt cx="191425" cy="295375"/>
          </a:xfrm>
        </p:grpSpPr>
        <p:sp>
          <p:nvSpPr>
            <p:cNvPr id="1662" name="Google Shape;1662;p83"/>
            <p:cNvSpPr/>
            <p:nvPr/>
          </p:nvSpPr>
          <p:spPr>
            <a:xfrm>
              <a:off x="-27996625" y="3916450"/>
              <a:ext cx="120525" cy="51225"/>
            </a:xfrm>
            <a:custGeom>
              <a:rect b="b" l="l" r="r" t="t"/>
              <a:pathLst>
                <a:path extrusionOk="0" h="2049" w="4821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40" y="2048"/>
                  </a:cubicBezTo>
                  <a:lnTo>
                    <a:pt x="3781" y="2048"/>
                  </a:lnTo>
                  <a:cubicBezTo>
                    <a:pt x="4379" y="2048"/>
                    <a:pt x="4820" y="1575"/>
                    <a:pt x="4820" y="1040"/>
                  </a:cubicBezTo>
                  <a:cubicBezTo>
                    <a:pt x="4820" y="441"/>
                    <a:pt x="4348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83"/>
            <p:cNvSpPr/>
            <p:nvPr/>
          </p:nvSpPr>
          <p:spPr>
            <a:xfrm>
              <a:off x="-28032075" y="4089975"/>
              <a:ext cx="191425" cy="121850"/>
            </a:xfrm>
            <a:custGeom>
              <a:rect b="b" l="l" r="r" t="t"/>
              <a:pathLst>
                <a:path extrusionOk="0" h="4874" w="7657">
                  <a:moveTo>
                    <a:pt x="1733" y="715"/>
                  </a:moveTo>
                  <a:cubicBezTo>
                    <a:pt x="1954" y="715"/>
                    <a:pt x="2111" y="872"/>
                    <a:pt x="2111" y="1061"/>
                  </a:cubicBezTo>
                  <a:cubicBezTo>
                    <a:pt x="2111" y="1250"/>
                    <a:pt x="1954" y="1408"/>
                    <a:pt x="1733" y="1408"/>
                  </a:cubicBezTo>
                  <a:cubicBezTo>
                    <a:pt x="1544" y="1408"/>
                    <a:pt x="1387" y="1250"/>
                    <a:pt x="1387" y="1061"/>
                  </a:cubicBezTo>
                  <a:cubicBezTo>
                    <a:pt x="1418" y="872"/>
                    <a:pt x="1576" y="715"/>
                    <a:pt x="1733" y="715"/>
                  </a:cubicBezTo>
                  <a:close/>
                  <a:moveTo>
                    <a:pt x="3151" y="1376"/>
                  </a:moveTo>
                  <a:cubicBezTo>
                    <a:pt x="3372" y="1376"/>
                    <a:pt x="3529" y="1534"/>
                    <a:pt x="3529" y="1723"/>
                  </a:cubicBezTo>
                  <a:cubicBezTo>
                    <a:pt x="3529" y="1912"/>
                    <a:pt x="3372" y="2070"/>
                    <a:pt x="3151" y="2070"/>
                  </a:cubicBezTo>
                  <a:cubicBezTo>
                    <a:pt x="2962" y="2070"/>
                    <a:pt x="2804" y="1912"/>
                    <a:pt x="2804" y="1723"/>
                  </a:cubicBezTo>
                  <a:cubicBezTo>
                    <a:pt x="2804" y="1534"/>
                    <a:pt x="2962" y="1376"/>
                    <a:pt x="3151" y="1376"/>
                  </a:cubicBezTo>
                  <a:close/>
                  <a:moveTo>
                    <a:pt x="5199" y="2070"/>
                  </a:moveTo>
                  <a:cubicBezTo>
                    <a:pt x="5419" y="2070"/>
                    <a:pt x="5577" y="2227"/>
                    <a:pt x="5577" y="2448"/>
                  </a:cubicBezTo>
                  <a:cubicBezTo>
                    <a:pt x="5577" y="2637"/>
                    <a:pt x="5419" y="2794"/>
                    <a:pt x="5199" y="2794"/>
                  </a:cubicBezTo>
                  <a:cubicBezTo>
                    <a:pt x="5010" y="2794"/>
                    <a:pt x="4852" y="2637"/>
                    <a:pt x="4852" y="2448"/>
                  </a:cubicBezTo>
                  <a:cubicBezTo>
                    <a:pt x="4884" y="2227"/>
                    <a:pt x="5041" y="2070"/>
                    <a:pt x="5199" y="2070"/>
                  </a:cubicBezTo>
                  <a:close/>
                  <a:moveTo>
                    <a:pt x="3151" y="2794"/>
                  </a:moveTo>
                  <a:cubicBezTo>
                    <a:pt x="3372" y="2794"/>
                    <a:pt x="3529" y="2952"/>
                    <a:pt x="3529" y="3141"/>
                  </a:cubicBezTo>
                  <a:cubicBezTo>
                    <a:pt x="3529" y="3330"/>
                    <a:pt x="3372" y="3487"/>
                    <a:pt x="3151" y="3487"/>
                  </a:cubicBezTo>
                  <a:cubicBezTo>
                    <a:pt x="2962" y="3487"/>
                    <a:pt x="2804" y="3330"/>
                    <a:pt x="2804" y="3141"/>
                  </a:cubicBezTo>
                  <a:cubicBezTo>
                    <a:pt x="2804" y="2952"/>
                    <a:pt x="2962" y="2794"/>
                    <a:pt x="3151" y="2794"/>
                  </a:cubicBezTo>
                  <a:close/>
                  <a:moveTo>
                    <a:pt x="1748" y="1"/>
                  </a:moveTo>
                  <a:cubicBezTo>
                    <a:pt x="1181" y="1"/>
                    <a:pt x="615" y="166"/>
                    <a:pt x="63" y="494"/>
                  </a:cubicBezTo>
                  <a:cubicBezTo>
                    <a:pt x="63" y="715"/>
                    <a:pt x="0" y="872"/>
                    <a:pt x="0" y="1061"/>
                  </a:cubicBezTo>
                  <a:cubicBezTo>
                    <a:pt x="0" y="2196"/>
                    <a:pt x="536" y="3298"/>
                    <a:pt x="1418" y="4023"/>
                  </a:cubicBezTo>
                  <a:cubicBezTo>
                    <a:pt x="2111" y="4558"/>
                    <a:pt x="2962" y="4874"/>
                    <a:pt x="3844" y="4874"/>
                  </a:cubicBezTo>
                  <a:cubicBezTo>
                    <a:pt x="4096" y="4874"/>
                    <a:pt x="4380" y="4842"/>
                    <a:pt x="4663" y="4811"/>
                  </a:cubicBezTo>
                  <a:cubicBezTo>
                    <a:pt x="6144" y="4495"/>
                    <a:pt x="7341" y="3267"/>
                    <a:pt x="7625" y="1723"/>
                  </a:cubicBezTo>
                  <a:cubicBezTo>
                    <a:pt x="7656" y="1439"/>
                    <a:pt x="7656" y="1219"/>
                    <a:pt x="7656" y="935"/>
                  </a:cubicBezTo>
                  <a:lnTo>
                    <a:pt x="7656" y="935"/>
                  </a:lnTo>
                  <a:cubicBezTo>
                    <a:pt x="7033" y="1235"/>
                    <a:pt x="6444" y="1354"/>
                    <a:pt x="5904" y="1354"/>
                  </a:cubicBezTo>
                  <a:cubicBezTo>
                    <a:pt x="4969" y="1354"/>
                    <a:pt x="4183" y="1000"/>
                    <a:pt x="3624" y="620"/>
                  </a:cubicBezTo>
                  <a:cubicBezTo>
                    <a:pt x="3010" y="206"/>
                    <a:pt x="2378" y="1"/>
                    <a:pt x="17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83"/>
            <p:cNvSpPr/>
            <p:nvPr/>
          </p:nvSpPr>
          <p:spPr>
            <a:xfrm>
              <a:off x="-28024975" y="3985750"/>
              <a:ext cx="181950" cy="121975"/>
            </a:xfrm>
            <a:custGeom>
              <a:rect b="b" l="l" r="r" t="t"/>
              <a:pathLst>
                <a:path extrusionOk="0" h="4879" w="7278">
                  <a:moveTo>
                    <a:pt x="1827" y="1"/>
                  </a:moveTo>
                  <a:lnTo>
                    <a:pt x="1827" y="1639"/>
                  </a:lnTo>
                  <a:cubicBezTo>
                    <a:pt x="1827" y="1765"/>
                    <a:pt x="1733" y="1891"/>
                    <a:pt x="1607" y="1922"/>
                  </a:cubicBezTo>
                  <a:cubicBezTo>
                    <a:pt x="914" y="2363"/>
                    <a:pt x="315" y="3025"/>
                    <a:pt x="0" y="3813"/>
                  </a:cubicBezTo>
                  <a:cubicBezTo>
                    <a:pt x="492" y="3611"/>
                    <a:pt x="988" y="3505"/>
                    <a:pt x="1488" y="3505"/>
                  </a:cubicBezTo>
                  <a:cubicBezTo>
                    <a:pt x="2237" y="3505"/>
                    <a:pt x="2993" y="3743"/>
                    <a:pt x="3749" y="4254"/>
                  </a:cubicBezTo>
                  <a:cubicBezTo>
                    <a:pt x="4370" y="4673"/>
                    <a:pt x="5000" y="4878"/>
                    <a:pt x="5629" y="4878"/>
                  </a:cubicBezTo>
                  <a:cubicBezTo>
                    <a:pt x="6181" y="4878"/>
                    <a:pt x="6733" y="4721"/>
                    <a:pt x="7278" y="4411"/>
                  </a:cubicBezTo>
                  <a:cubicBezTo>
                    <a:pt x="7057" y="3372"/>
                    <a:pt x="6427" y="2427"/>
                    <a:pt x="5450" y="1922"/>
                  </a:cubicBezTo>
                  <a:cubicBezTo>
                    <a:pt x="5356" y="1859"/>
                    <a:pt x="5293" y="1765"/>
                    <a:pt x="5293" y="1639"/>
                  </a:cubicBezTo>
                  <a:lnTo>
                    <a:pt x="5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5" name="Google Shape;1665;p83"/>
          <p:cNvGrpSpPr/>
          <p:nvPr/>
        </p:nvGrpSpPr>
        <p:grpSpPr>
          <a:xfrm>
            <a:off x="6173228" y="1500564"/>
            <a:ext cx="353786" cy="351880"/>
            <a:chOff x="-26204800" y="3547050"/>
            <a:chExt cx="296975" cy="295375"/>
          </a:xfrm>
        </p:grpSpPr>
        <p:sp>
          <p:nvSpPr>
            <p:cNvPr id="1666" name="Google Shape;1666;p83"/>
            <p:cNvSpPr/>
            <p:nvPr/>
          </p:nvSpPr>
          <p:spPr>
            <a:xfrm>
              <a:off x="-26204000" y="3669125"/>
              <a:ext cx="296175" cy="173300"/>
            </a:xfrm>
            <a:custGeom>
              <a:rect b="b" l="l" r="r" t="t"/>
              <a:pathLst>
                <a:path extrusionOk="0" h="6932" w="11847">
                  <a:moveTo>
                    <a:pt x="7656" y="3466"/>
                  </a:moveTo>
                  <a:lnTo>
                    <a:pt x="7656" y="4852"/>
                  </a:lnTo>
                  <a:lnTo>
                    <a:pt x="6963" y="4852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2"/>
                  </a:lnTo>
                  <a:lnTo>
                    <a:pt x="8381" y="4852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2"/>
                  </a:lnTo>
                  <a:lnTo>
                    <a:pt x="9735" y="4852"/>
                  </a:lnTo>
                  <a:lnTo>
                    <a:pt x="9735" y="3466"/>
                  </a:lnTo>
                  <a:lnTo>
                    <a:pt x="10114" y="3466"/>
                  </a:lnTo>
                  <a:cubicBezTo>
                    <a:pt x="10208" y="3466"/>
                    <a:pt x="10334" y="3466"/>
                    <a:pt x="10460" y="3435"/>
                  </a:cubicBezTo>
                  <a:close/>
                  <a:moveTo>
                    <a:pt x="10114" y="1"/>
                  </a:moveTo>
                  <a:cubicBezTo>
                    <a:pt x="9515" y="1"/>
                    <a:pt x="9042" y="442"/>
                    <a:pt x="8633" y="788"/>
                  </a:cubicBezTo>
                  <a:cubicBezTo>
                    <a:pt x="8318" y="1103"/>
                    <a:pt x="8034" y="1387"/>
                    <a:pt x="7656" y="1387"/>
                  </a:cubicBezTo>
                  <a:cubicBezTo>
                    <a:pt x="7404" y="1387"/>
                    <a:pt x="7121" y="1229"/>
                    <a:pt x="7026" y="946"/>
                  </a:cubicBezTo>
                  <a:cubicBezTo>
                    <a:pt x="6974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7" y="757"/>
                  </a:cubicBezTo>
                  <a:cubicBezTo>
                    <a:pt x="6018" y="914"/>
                    <a:pt x="5577" y="1481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38" y="4758"/>
                    <a:pt x="6207" y="4726"/>
                    <a:pt x="6144" y="4726"/>
                  </a:cubicBezTo>
                  <a:lnTo>
                    <a:pt x="4443" y="3813"/>
                  </a:lnTo>
                  <a:cubicBezTo>
                    <a:pt x="4002" y="3592"/>
                    <a:pt x="3498" y="3466"/>
                    <a:pt x="2993" y="3466"/>
                  </a:cubicBezTo>
                  <a:lnTo>
                    <a:pt x="347" y="3466"/>
                  </a:lnTo>
                  <a:cubicBezTo>
                    <a:pt x="158" y="3466"/>
                    <a:pt x="0" y="3624"/>
                    <a:pt x="0" y="3813"/>
                  </a:cubicBezTo>
                  <a:lnTo>
                    <a:pt x="0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2993" y="5546"/>
                  </a:lnTo>
                  <a:cubicBezTo>
                    <a:pt x="3371" y="5546"/>
                    <a:pt x="3781" y="5672"/>
                    <a:pt x="4128" y="5829"/>
                  </a:cubicBezTo>
                  <a:lnTo>
                    <a:pt x="5829" y="6743"/>
                  </a:lnTo>
                  <a:cubicBezTo>
                    <a:pt x="6049" y="6869"/>
                    <a:pt x="6364" y="6932"/>
                    <a:pt x="6648" y="6932"/>
                  </a:cubicBezTo>
                  <a:lnTo>
                    <a:pt x="10807" y="6932"/>
                  </a:lnTo>
                  <a:cubicBezTo>
                    <a:pt x="11405" y="6932"/>
                    <a:pt x="11846" y="6459"/>
                    <a:pt x="11846" y="5924"/>
                  </a:cubicBezTo>
                  <a:cubicBezTo>
                    <a:pt x="11846" y="5483"/>
                    <a:pt x="11563" y="5073"/>
                    <a:pt x="11122" y="4915"/>
                  </a:cubicBezTo>
                  <a:lnTo>
                    <a:pt x="11122" y="3120"/>
                  </a:lnTo>
                  <a:cubicBezTo>
                    <a:pt x="11563" y="2805"/>
                    <a:pt x="11846" y="2301"/>
                    <a:pt x="11846" y="1733"/>
                  </a:cubicBezTo>
                  <a:cubicBezTo>
                    <a:pt x="11846" y="788"/>
                    <a:pt x="11059" y="1"/>
                    <a:pt x="101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83"/>
            <p:cNvSpPr/>
            <p:nvPr/>
          </p:nvSpPr>
          <p:spPr>
            <a:xfrm>
              <a:off x="-26204800" y="3547050"/>
              <a:ext cx="296975" cy="122100"/>
            </a:xfrm>
            <a:custGeom>
              <a:rect b="b" l="l" r="r" t="t"/>
              <a:pathLst>
                <a:path extrusionOk="0" h="4884" w="11879">
                  <a:moveTo>
                    <a:pt x="10839" y="1702"/>
                  </a:moveTo>
                  <a:cubicBezTo>
                    <a:pt x="11028" y="1702"/>
                    <a:pt x="11185" y="1859"/>
                    <a:pt x="11185" y="2048"/>
                  </a:cubicBezTo>
                  <a:cubicBezTo>
                    <a:pt x="11154" y="2269"/>
                    <a:pt x="10996" y="2426"/>
                    <a:pt x="10839" y="2426"/>
                  </a:cubicBezTo>
                  <a:lnTo>
                    <a:pt x="10492" y="2426"/>
                  </a:lnTo>
                  <a:lnTo>
                    <a:pt x="10492" y="1702"/>
                  </a:lnTo>
                  <a:close/>
                  <a:moveTo>
                    <a:pt x="726" y="725"/>
                  </a:moveTo>
                  <a:lnTo>
                    <a:pt x="1419" y="757"/>
                  </a:lnTo>
                  <a:lnTo>
                    <a:pt x="1419" y="4002"/>
                  </a:lnTo>
                  <a:lnTo>
                    <a:pt x="726" y="4096"/>
                  </a:lnTo>
                  <a:lnTo>
                    <a:pt x="726" y="725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37"/>
                  </a:lnTo>
                  <a:cubicBezTo>
                    <a:pt x="1" y="4726"/>
                    <a:pt x="221" y="4884"/>
                    <a:pt x="411" y="4884"/>
                  </a:cubicBezTo>
                  <a:lnTo>
                    <a:pt x="9578" y="3592"/>
                  </a:lnTo>
                  <a:cubicBezTo>
                    <a:pt x="9862" y="3561"/>
                    <a:pt x="10083" y="3403"/>
                    <a:pt x="10240" y="3151"/>
                  </a:cubicBezTo>
                  <a:lnTo>
                    <a:pt x="10807" y="3151"/>
                  </a:lnTo>
                  <a:cubicBezTo>
                    <a:pt x="11406" y="3151"/>
                    <a:pt x="11815" y="2678"/>
                    <a:pt x="11815" y="2143"/>
                  </a:cubicBezTo>
                  <a:cubicBezTo>
                    <a:pt x="11878" y="1513"/>
                    <a:pt x="11406" y="1040"/>
                    <a:pt x="10839" y="1040"/>
                  </a:cubicBezTo>
                  <a:lnTo>
                    <a:pt x="10240" y="1040"/>
                  </a:lnTo>
                  <a:cubicBezTo>
                    <a:pt x="10083" y="788"/>
                    <a:pt x="9831" y="694"/>
                    <a:pt x="9515" y="631"/>
                  </a:cubicBezTo>
                  <a:lnTo>
                    <a:pt x="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8" name="Google Shape;1668;p83"/>
          <p:cNvSpPr/>
          <p:nvPr/>
        </p:nvSpPr>
        <p:spPr>
          <a:xfrm>
            <a:off x="6205629" y="3119037"/>
            <a:ext cx="289009" cy="352833"/>
          </a:xfrm>
          <a:custGeom>
            <a:rect b="b" l="l" r="r" t="t"/>
            <a:pathLst>
              <a:path extrusionOk="0" h="11847" w="9704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9" name="Google Shape;1669;p83"/>
          <p:cNvGrpSpPr/>
          <p:nvPr/>
        </p:nvGrpSpPr>
        <p:grpSpPr>
          <a:xfrm>
            <a:off x="5047046" y="4194622"/>
            <a:ext cx="345328" cy="352833"/>
            <a:chOff x="-24353875" y="3147725"/>
            <a:chExt cx="289875" cy="296175"/>
          </a:xfrm>
        </p:grpSpPr>
        <p:sp>
          <p:nvSpPr>
            <p:cNvPr id="1670" name="Google Shape;1670;p83"/>
            <p:cNvSpPr/>
            <p:nvPr/>
          </p:nvSpPr>
          <p:spPr>
            <a:xfrm>
              <a:off x="-24238100" y="3271375"/>
              <a:ext cx="52025" cy="51225"/>
            </a:xfrm>
            <a:custGeom>
              <a:rect b="b" l="l" r="r" t="t"/>
              <a:pathLst>
                <a:path extrusionOk="0" h="2049" w="2081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83"/>
            <p:cNvSpPr/>
            <p:nvPr/>
          </p:nvSpPr>
          <p:spPr>
            <a:xfrm>
              <a:off x="-24353875" y="3147725"/>
              <a:ext cx="289875" cy="296175"/>
            </a:xfrm>
            <a:custGeom>
              <a:rect b="b" l="l" r="r" t="t"/>
              <a:pathLst>
                <a:path extrusionOk="0" h="11847" w="11595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2" name="Google Shape;1672;p83"/>
          <p:cNvGrpSpPr/>
          <p:nvPr/>
        </p:nvGrpSpPr>
        <p:grpSpPr>
          <a:xfrm>
            <a:off x="5044775" y="3121394"/>
            <a:ext cx="350004" cy="348128"/>
            <a:chOff x="-24353075" y="3891250"/>
            <a:chExt cx="293800" cy="292225"/>
          </a:xfrm>
        </p:grpSpPr>
        <p:sp>
          <p:nvSpPr>
            <p:cNvPr id="1673" name="Google Shape;1673;p83"/>
            <p:cNvSpPr/>
            <p:nvPr/>
          </p:nvSpPr>
          <p:spPr>
            <a:xfrm>
              <a:off x="-24251475" y="4012525"/>
              <a:ext cx="88225" cy="65400"/>
            </a:xfrm>
            <a:custGeom>
              <a:rect b="b" l="l" r="r" t="t"/>
              <a:pathLst>
                <a:path extrusionOk="0" h="2616" w="3529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83"/>
            <p:cNvSpPr/>
            <p:nvPr/>
          </p:nvSpPr>
          <p:spPr>
            <a:xfrm>
              <a:off x="-24353075" y="3891250"/>
              <a:ext cx="293800" cy="292225"/>
            </a:xfrm>
            <a:custGeom>
              <a:rect b="b" l="l" r="r" t="t"/>
              <a:pathLst>
                <a:path extrusionOk="0" h="11689" w="11752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5" name="Google Shape;1675;p83"/>
          <p:cNvGrpSpPr/>
          <p:nvPr/>
        </p:nvGrpSpPr>
        <p:grpSpPr>
          <a:xfrm>
            <a:off x="7790437" y="2553748"/>
            <a:ext cx="299344" cy="351880"/>
            <a:chOff x="-27691025" y="3175300"/>
            <a:chExt cx="251275" cy="295375"/>
          </a:xfrm>
        </p:grpSpPr>
        <p:sp>
          <p:nvSpPr>
            <p:cNvPr id="1676" name="Google Shape;1676;p83"/>
            <p:cNvSpPr/>
            <p:nvPr/>
          </p:nvSpPr>
          <p:spPr>
            <a:xfrm>
              <a:off x="-27492550" y="3298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83"/>
            <p:cNvSpPr/>
            <p:nvPr/>
          </p:nvSpPr>
          <p:spPr>
            <a:xfrm>
              <a:off x="-27613050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83"/>
            <p:cNvSpPr/>
            <p:nvPr/>
          </p:nvSpPr>
          <p:spPr>
            <a:xfrm>
              <a:off x="-27691025" y="3175300"/>
              <a:ext cx="60650" cy="105550"/>
            </a:xfrm>
            <a:custGeom>
              <a:rect b="b" l="l" r="r" t="t"/>
              <a:pathLst>
                <a:path extrusionOk="0" h="4222" w="2426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83"/>
            <p:cNvSpPr/>
            <p:nvPr/>
          </p:nvSpPr>
          <p:spPr>
            <a:xfrm>
              <a:off x="-27691025" y="3263500"/>
              <a:ext cx="251275" cy="207175"/>
            </a:xfrm>
            <a:custGeom>
              <a:rect b="b" l="l" r="r" t="t"/>
              <a:pathLst>
                <a:path extrusionOk="0" h="8287" w="10051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0" name="Google Shape;1680;p83"/>
          <p:cNvGrpSpPr/>
          <p:nvPr/>
        </p:nvGrpSpPr>
        <p:grpSpPr>
          <a:xfrm>
            <a:off x="8314322" y="2116376"/>
            <a:ext cx="354710" cy="228015"/>
            <a:chOff x="-27721750" y="3598250"/>
            <a:chExt cx="297750" cy="191400"/>
          </a:xfrm>
        </p:grpSpPr>
        <p:sp>
          <p:nvSpPr>
            <p:cNvPr id="1681" name="Google Shape;1681;p83"/>
            <p:cNvSpPr/>
            <p:nvPr/>
          </p:nvSpPr>
          <p:spPr>
            <a:xfrm>
              <a:off x="-27616200" y="3651800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83"/>
            <p:cNvSpPr/>
            <p:nvPr/>
          </p:nvSpPr>
          <p:spPr>
            <a:xfrm>
              <a:off x="-27721750" y="3598250"/>
              <a:ext cx="297750" cy="191400"/>
            </a:xfrm>
            <a:custGeom>
              <a:rect b="b" l="l" r="r" t="t"/>
              <a:pathLst>
                <a:path extrusionOk="0" h="7656" w="1191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3" name="Google Shape;1683;p83"/>
          <p:cNvGrpSpPr/>
          <p:nvPr/>
        </p:nvGrpSpPr>
        <p:grpSpPr>
          <a:xfrm>
            <a:off x="5043761" y="3673618"/>
            <a:ext cx="351910" cy="340980"/>
            <a:chOff x="-27719400" y="3925600"/>
            <a:chExt cx="295400" cy="286225"/>
          </a:xfrm>
        </p:grpSpPr>
        <p:sp>
          <p:nvSpPr>
            <p:cNvPr id="1684" name="Google Shape;1684;p83"/>
            <p:cNvSpPr/>
            <p:nvPr/>
          </p:nvSpPr>
          <p:spPr>
            <a:xfrm>
              <a:off x="-27596525" y="3925600"/>
              <a:ext cx="172525" cy="162575"/>
            </a:xfrm>
            <a:custGeom>
              <a:rect b="b" l="l" r="r" t="t"/>
              <a:pathLst>
                <a:path extrusionOk="0" h="6503" w="6901">
                  <a:moveTo>
                    <a:pt x="5042" y="0"/>
                  </a:moveTo>
                  <a:cubicBezTo>
                    <a:pt x="4425" y="0"/>
                    <a:pt x="3809" y="237"/>
                    <a:pt x="3340" y="705"/>
                  </a:cubicBezTo>
                  <a:lnTo>
                    <a:pt x="1765" y="2281"/>
                  </a:lnTo>
                  <a:cubicBezTo>
                    <a:pt x="1639" y="2407"/>
                    <a:pt x="1639" y="2627"/>
                    <a:pt x="1765" y="2785"/>
                  </a:cubicBezTo>
                  <a:cubicBezTo>
                    <a:pt x="1860" y="2879"/>
                    <a:pt x="1891" y="2942"/>
                    <a:pt x="1891" y="3037"/>
                  </a:cubicBezTo>
                  <a:cubicBezTo>
                    <a:pt x="1891" y="3100"/>
                    <a:pt x="1860" y="3226"/>
                    <a:pt x="1765" y="3257"/>
                  </a:cubicBezTo>
                  <a:lnTo>
                    <a:pt x="1229" y="3824"/>
                  </a:lnTo>
                  <a:cubicBezTo>
                    <a:pt x="1009" y="3856"/>
                    <a:pt x="820" y="3919"/>
                    <a:pt x="662" y="4045"/>
                  </a:cubicBezTo>
                  <a:lnTo>
                    <a:pt x="1" y="4643"/>
                  </a:lnTo>
                  <a:lnTo>
                    <a:pt x="1860" y="6502"/>
                  </a:lnTo>
                  <a:lnTo>
                    <a:pt x="2427" y="5809"/>
                  </a:lnTo>
                  <a:cubicBezTo>
                    <a:pt x="2553" y="5652"/>
                    <a:pt x="2647" y="5494"/>
                    <a:pt x="2679" y="5305"/>
                  </a:cubicBezTo>
                  <a:lnTo>
                    <a:pt x="6774" y="1209"/>
                  </a:lnTo>
                  <a:cubicBezTo>
                    <a:pt x="6900" y="1083"/>
                    <a:pt x="6900" y="863"/>
                    <a:pt x="6774" y="737"/>
                  </a:cubicBezTo>
                  <a:cubicBezTo>
                    <a:pt x="6298" y="245"/>
                    <a:pt x="5669" y="0"/>
                    <a:pt x="5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83"/>
            <p:cNvSpPr/>
            <p:nvPr/>
          </p:nvSpPr>
          <p:spPr>
            <a:xfrm>
              <a:off x="-27719400" y="4054275"/>
              <a:ext cx="157550" cy="157550"/>
            </a:xfrm>
            <a:custGeom>
              <a:rect b="b" l="l" r="r" t="t"/>
              <a:pathLst>
                <a:path extrusionOk="0" h="6302" w="6302">
                  <a:moveTo>
                    <a:pt x="4412" y="1"/>
                  </a:moveTo>
                  <a:lnTo>
                    <a:pt x="537" y="3466"/>
                  </a:lnTo>
                  <a:cubicBezTo>
                    <a:pt x="190" y="3781"/>
                    <a:pt x="1" y="4222"/>
                    <a:pt x="1" y="4695"/>
                  </a:cubicBezTo>
                  <a:cubicBezTo>
                    <a:pt x="1" y="5136"/>
                    <a:pt x="158" y="5545"/>
                    <a:pt x="474" y="5829"/>
                  </a:cubicBezTo>
                  <a:cubicBezTo>
                    <a:pt x="789" y="6144"/>
                    <a:pt x="1167" y="6302"/>
                    <a:pt x="1608" y="6302"/>
                  </a:cubicBezTo>
                  <a:lnTo>
                    <a:pt x="1639" y="6302"/>
                  </a:lnTo>
                  <a:cubicBezTo>
                    <a:pt x="1954" y="6302"/>
                    <a:pt x="2269" y="6175"/>
                    <a:pt x="2553" y="5986"/>
                  </a:cubicBezTo>
                  <a:lnTo>
                    <a:pt x="1482" y="4915"/>
                  </a:lnTo>
                  <a:cubicBezTo>
                    <a:pt x="1356" y="4789"/>
                    <a:pt x="1356" y="4569"/>
                    <a:pt x="1482" y="4443"/>
                  </a:cubicBezTo>
                  <a:cubicBezTo>
                    <a:pt x="1545" y="4395"/>
                    <a:pt x="1631" y="4372"/>
                    <a:pt x="1718" y="4372"/>
                  </a:cubicBezTo>
                  <a:cubicBezTo>
                    <a:pt x="1805" y="4372"/>
                    <a:pt x="1891" y="4395"/>
                    <a:pt x="1954" y="4443"/>
                  </a:cubicBezTo>
                  <a:lnTo>
                    <a:pt x="3025" y="5514"/>
                  </a:lnTo>
                  <a:lnTo>
                    <a:pt x="3498" y="5010"/>
                  </a:lnTo>
                  <a:lnTo>
                    <a:pt x="2521" y="4002"/>
                  </a:lnTo>
                  <a:cubicBezTo>
                    <a:pt x="2395" y="3907"/>
                    <a:pt x="2395" y="3655"/>
                    <a:pt x="2521" y="3561"/>
                  </a:cubicBezTo>
                  <a:cubicBezTo>
                    <a:pt x="2569" y="3498"/>
                    <a:pt x="2655" y="3466"/>
                    <a:pt x="2746" y="3466"/>
                  </a:cubicBezTo>
                  <a:cubicBezTo>
                    <a:pt x="2836" y="3466"/>
                    <a:pt x="2931" y="3498"/>
                    <a:pt x="2994" y="3561"/>
                  </a:cubicBezTo>
                  <a:lnTo>
                    <a:pt x="3939" y="4474"/>
                  </a:lnTo>
                  <a:lnTo>
                    <a:pt x="4412" y="3970"/>
                  </a:lnTo>
                  <a:lnTo>
                    <a:pt x="3530" y="3120"/>
                  </a:lnTo>
                  <a:cubicBezTo>
                    <a:pt x="3403" y="2994"/>
                    <a:pt x="3403" y="2773"/>
                    <a:pt x="3530" y="2647"/>
                  </a:cubicBezTo>
                  <a:cubicBezTo>
                    <a:pt x="3593" y="2584"/>
                    <a:pt x="3679" y="2552"/>
                    <a:pt x="3766" y="2552"/>
                  </a:cubicBezTo>
                  <a:cubicBezTo>
                    <a:pt x="3852" y="2552"/>
                    <a:pt x="3939" y="2584"/>
                    <a:pt x="4002" y="2647"/>
                  </a:cubicBezTo>
                  <a:lnTo>
                    <a:pt x="4884" y="3498"/>
                  </a:lnTo>
                  <a:lnTo>
                    <a:pt x="5357" y="2994"/>
                  </a:lnTo>
                  <a:lnTo>
                    <a:pt x="4601" y="2237"/>
                  </a:lnTo>
                  <a:cubicBezTo>
                    <a:pt x="4475" y="2111"/>
                    <a:pt x="4475" y="1891"/>
                    <a:pt x="4601" y="1765"/>
                  </a:cubicBezTo>
                  <a:cubicBezTo>
                    <a:pt x="4671" y="1624"/>
                    <a:pt x="4771" y="1562"/>
                    <a:pt x="4867" y="1562"/>
                  </a:cubicBezTo>
                  <a:cubicBezTo>
                    <a:pt x="4944" y="1562"/>
                    <a:pt x="5018" y="1601"/>
                    <a:pt x="5073" y="1670"/>
                  </a:cubicBezTo>
                  <a:lnTo>
                    <a:pt x="5829" y="2395"/>
                  </a:lnTo>
                  <a:lnTo>
                    <a:pt x="6302" y="1891"/>
                  </a:lnTo>
                  <a:lnTo>
                    <a:pt x="4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6" name="Google Shape;1686;p83"/>
          <p:cNvGrpSpPr/>
          <p:nvPr/>
        </p:nvGrpSpPr>
        <p:grpSpPr>
          <a:xfrm>
            <a:off x="6704902" y="2552821"/>
            <a:ext cx="353757" cy="353757"/>
            <a:chOff x="-25834600" y="3176875"/>
            <a:chExt cx="296950" cy="296950"/>
          </a:xfrm>
        </p:grpSpPr>
        <p:sp>
          <p:nvSpPr>
            <p:cNvPr id="1687" name="Google Shape;1687;p83"/>
            <p:cNvSpPr/>
            <p:nvPr/>
          </p:nvSpPr>
          <p:spPr>
            <a:xfrm>
              <a:off x="-25625875" y="3316275"/>
              <a:ext cx="69325" cy="85875"/>
            </a:xfrm>
            <a:custGeom>
              <a:rect b="b" l="l" r="r" t="t"/>
              <a:pathLst>
                <a:path extrusionOk="0" h="3435" w="2773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83"/>
            <p:cNvSpPr/>
            <p:nvPr/>
          </p:nvSpPr>
          <p:spPr>
            <a:xfrm>
              <a:off x="-25729075" y="3176875"/>
              <a:ext cx="191425" cy="296950"/>
            </a:xfrm>
            <a:custGeom>
              <a:rect b="b" l="l" r="r" t="t"/>
              <a:pathLst>
                <a:path extrusionOk="0" h="11878" w="7657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83"/>
            <p:cNvSpPr/>
            <p:nvPr/>
          </p:nvSpPr>
          <p:spPr>
            <a:xfrm>
              <a:off x="-25834600" y="3350150"/>
              <a:ext cx="69325" cy="96100"/>
            </a:xfrm>
            <a:custGeom>
              <a:rect b="b" l="l" r="r" t="t"/>
              <a:pathLst>
                <a:path extrusionOk="0" h="3844" w="2773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83"/>
            <p:cNvSpPr/>
            <p:nvPr/>
          </p:nvSpPr>
          <p:spPr>
            <a:xfrm>
              <a:off x="-25799950" y="3368250"/>
              <a:ext cx="104775" cy="104000"/>
            </a:xfrm>
            <a:custGeom>
              <a:rect b="b" l="l" r="r" t="t"/>
              <a:pathLst>
                <a:path extrusionOk="0" h="4160" w="4191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83"/>
            <p:cNvSpPr/>
            <p:nvPr/>
          </p:nvSpPr>
          <p:spPr>
            <a:xfrm>
              <a:off x="-25712525" y="3317075"/>
              <a:ext cx="34675" cy="86650"/>
            </a:xfrm>
            <a:custGeom>
              <a:rect b="b" l="l" r="r" t="t"/>
              <a:pathLst>
                <a:path extrusionOk="0" h="3466" w="1387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2" name="Google Shape;1692;p83"/>
          <p:cNvGrpSpPr/>
          <p:nvPr/>
        </p:nvGrpSpPr>
        <p:grpSpPr>
          <a:xfrm>
            <a:off x="5042839" y="2064762"/>
            <a:ext cx="353757" cy="331241"/>
            <a:chOff x="-25834600" y="3564375"/>
            <a:chExt cx="296950" cy="278050"/>
          </a:xfrm>
        </p:grpSpPr>
        <p:sp>
          <p:nvSpPr>
            <p:cNvPr id="1693" name="Google Shape;1693;p83"/>
            <p:cNvSpPr/>
            <p:nvPr/>
          </p:nvSpPr>
          <p:spPr>
            <a:xfrm>
              <a:off x="-25694400" y="3703775"/>
              <a:ext cx="17350" cy="17375"/>
            </a:xfrm>
            <a:custGeom>
              <a:rect b="b" l="l" r="r" t="t"/>
              <a:pathLst>
                <a:path extrusionOk="0" h="695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83"/>
            <p:cNvSpPr/>
            <p:nvPr/>
          </p:nvSpPr>
          <p:spPr>
            <a:xfrm>
              <a:off x="-25591225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83"/>
            <p:cNvSpPr/>
            <p:nvPr/>
          </p:nvSpPr>
          <p:spPr>
            <a:xfrm>
              <a:off x="-25834600" y="3703775"/>
              <a:ext cx="53575" cy="18150"/>
            </a:xfrm>
            <a:custGeom>
              <a:rect b="b" l="l" r="r" t="t"/>
              <a:pathLst>
                <a:path extrusionOk="0" h="726" w="2143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83"/>
            <p:cNvSpPr/>
            <p:nvPr/>
          </p:nvSpPr>
          <p:spPr>
            <a:xfrm>
              <a:off x="-25695200" y="3564375"/>
              <a:ext cx="17350" cy="52800"/>
            </a:xfrm>
            <a:custGeom>
              <a:rect b="b" l="l" r="r" t="t"/>
              <a:pathLst>
                <a:path extrusionOk="0" h="2112" w="69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83"/>
            <p:cNvSpPr/>
            <p:nvPr/>
          </p:nvSpPr>
          <p:spPr>
            <a:xfrm>
              <a:off x="-25792850" y="3606125"/>
              <a:ext cx="42550" cy="40975"/>
            </a:xfrm>
            <a:custGeom>
              <a:rect b="b" l="l" r="r" t="t"/>
              <a:pathLst>
                <a:path extrusionOk="0" h="1639" w="1702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83"/>
            <p:cNvSpPr/>
            <p:nvPr/>
          </p:nvSpPr>
          <p:spPr>
            <a:xfrm>
              <a:off x="-25621950" y="3606125"/>
              <a:ext cx="43350" cy="40975"/>
            </a:xfrm>
            <a:custGeom>
              <a:rect b="b" l="l" r="r" t="t"/>
              <a:pathLst>
                <a:path extrusionOk="0" h="1639" w="1734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83"/>
            <p:cNvSpPr/>
            <p:nvPr/>
          </p:nvSpPr>
          <p:spPr>
            <a:xfrm>
              <a:off x="-25783400" y="3806975"/>
              <a:ext cx="192200" cy="35450"/>
            </a:xfrm>
            <a:custGeom>
              <a:rect b="b" l="l" r="r" t="t"/>
              <a:pathLst>
                <a:path extrusionOk="0" h="1418" w="7688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83"/>
            <p:cNvSpPr/>
            <p:nvPr/>
          </p:nvSpPr>
          <p:spPr>
            <a:xfrm>
              <a:off x="-25764500" y="3635275"/>
              <a:ext cx="153600" cy="155175"/>
            </a:xfrm>
            <a:custGeom>
              <a:rect b="b" l="l" r="r" t="t"/>
              <a:pathLst>
                <a:path extrusionOk="0" h="6207" w="6144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1" name="Google Shape;1701;p83"/>
          <p:cNvGrpSpPr/>
          <p:nvPr/>
        </p:nvGrpSpPr>
        <p:grpSpPr>
          <a:xfrm>
            <a:off x="5568448" y="2054087"/>
            <a:ext cx="357509" cy="352595"/>
            <a:chOff x="-25834600" y="3915850"/>
            <a:chExt cx="300100" cy="295975"/>
          </a:xfrm>
        </p:grpSpPr>
        <p:sp>
          <p:nvSpPr>
            <p:cNvPr id="1702" name="Google Shape;1702;p83"/>
            <p:cNvSpPr/>
            <p:nvPr/>
          </p:nvSpPr>
          <p:spPr>
            <a:xfrm>
              <a:off x="-25677875" y="3915850"/>
              <a:ext cx="143375" cy="137675"/>
            </a:xfrm>
            <a:custGeom>
              <a:rect b="b" l="l" r="r" t="t"/>
              <a:pathLst>
                <a:path extrusionOk="0" h="5507" w="5735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83"/>
            <p:cNvSpPr/>
            <p:nvPr/>
          </p:nvSpPr>
          <p:spPr>
            <a:xfrm>
              <a:off x="-25834600" y="4167700"/>
              <a:ext cx="43350" cy="44125"/>
            </a:xfrm>
            <a:custGeom>
              <a:rect b="b" l="l" r="r" t="t"/>
              <a:pathLst>
                <a:path extrusionOk="0" h="1765" w="1734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83"/>
            <p:cNvSpPr/>
            <p:nvPr/>
          </p:nvSpPr>
          <p:spPr>
            <a:xfrm>
              <a:off x="-25800725" y="3972375"/>
              <a:ext cx="206375" cy="207950"/>
            </a:xfrm>
            <a:custGeom>
              <a:rect b="b" l="l" r="r" t="t"/>
              <a:pathLst>
                <a:path extrusionOk="0" h="8318" w="8255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5" name="Google Shape;1705;p83"/>
          <p:cNvGrpSpPr/>
          <p:nvPr/>
        </p:nvGrpSpPr>
        <p:grpSpPr>
          <a:xfrm>
            <a:off x="5105193" y="2554206"/>
            <a:ext cx="228968" cy="350987"/>
            <a:chOff x="-23930925" y="3149300"/>
            <a:chExt cx="192200" cy="294625"/>
          </a:xfrm>
        </p:grpSpPr>
        <p:sp>
          <p:nvSpPr>
            <p:cNvPr id="1706" name="Google Shape;1706;p83"/>
            <p:cNvSpPr/>
            <p:nvPr/>
          </p:nvSpPr>
          <p:spPr>
            <a:xfrm>
              <a:off x="-23930125" y="3149300"/>
              <a:ext cx="191400" cy="35475"/>
            </a:xfrm>
            <a:custGeom>
              <a:rect b="b" l="l" r="r" t="t"/>
              <a:pathLst>
                <a:path extrusionOk="0" h="1419" w="7656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83"/>
            <p:cNvSpPr/>
            <p:nvPr/>
          </p:nvSpPr>
          <p:spPr>
            <a:xfrm>
              <a:off x="-23878925" y="3237525"/>
              <a:ext cx="86650" cy="86650"/>
            </a:xfrm>
            <a:custGeom>
              <a:rect b="b" l="l" r="r" t="t"/>
              <a:pathLst>
                <a:path extrusionOk="0" h="3466" w="3466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83"/>
            <p:cNvSpPr/>
            <p:nvPr/>
          </p:nvSpPr>
          <p:spPr>
            <a:xfrm>
              <a:off x="-23930925" y="3375350"/>
              <a:ext cx="190625" cy="68575"/>
            </a:xfrm>
            <a:custGeom>
              <a:rect b="b" l="l" r="r" t="t"/>
              <a:pathLst>
                <a:path extrusionOk="0" h="2743" w="7625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83"/>
            <p:cNvSpPr/>
            <p:nvPr/>
          </p:nvSpPr>
          <p:spPr>
            <a:xfrm>
              <a:off x="-23930925" y="3202075"/>
              <a:ext cx="190625" cy="155975"/>
            </a:xfrm>
            <a:custGeom>
              <a:rect b="b" l="l" r="r" t="t"/>
              <a:pathLst>
                <a:path extrusionOk="0" h="6239" w="7625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0" name="Google Shape;1710;p83"/>
          <p:cNvGrpSpPr/>
          <p:nvPr/>
        </p:nvGrpSpPr>
        <p:grpSpPr>
          <a:xfrm>
            <a:off x="6192511" y="3668164"/>
            <a:ext cx="315307" cy="351910"/>
            <a:chOff x="-23962425" y="3519475"/>
            <a:chExt cx="264675" cy="295400"/>
          </a:xfrm>
        </p:grpSpPr>
        <p:sp>
          <p:nvSpPr>
            <p:cNvPr id="1711" name="Google Shape;1711;p83"/>
            <p:cNvSpPr/>
            <p:nvPr/>
          </p:nvSpPr>
          <p:spPr>
            <a:xfrm>
              <a:off x="-23961625" y="3580925"/>
              <a:ext cx="263875" cy="233950"/>
            </a:xfrm>
            <a:custGeom>
              <a:rect b="b" l="l" r="r" t="t"/>
              <a:pathLst>
                <a:path extrusionOk="0" h="9358" w="10555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83"/>
            <p:cNvSpPr/>
            <p:nvPr/>
          </p:nvSpPr>
          <p:spPr>
            <a:xfrm>
              <a:off x="-23962425" y="3519475"/>
              <a:ext cx="158350" cy="122125"/>
            </a:xfrm>
            <a:custGeom>
              <a:rect b="b" l="l" r="r" t="t"/>
              <a:pathLst>
                <a:path extrusionOk="0" h="4885" w="6334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3" name="Google Shape;1713;p83"/>
          <p:cNvSpPr/>
          <p:nvPr/>
        </p:nvSpPr>
        <p:spPr>
          <a:xfrm>
            <a:off x="7200117" y="4198815"/>
            <a:ext cx="375349" cy="344435"/>
          </a:xfrm>
          <a:custGeom>
            <a:rect b="b" l="l" r="r" t="t"/>
            <a:pathLst>
              <a:path extrusionOk="0" h="11565" w="12603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4" name="Google Shape;1714;p83"/>
          <p:cNvGrpSpPr/>
          <p:nvPr/>
        </p:nvGrpSpPr>
        <p:grpSpPr>
          <a:xfrm>
            <a:off x="7268166" y="1500563"/>
            <a:ext cx="239302" cy="351880"/>
            <a:chOff x="-22788075" y="3904625"/>
            <a:chExt cx="200875" cy="295375"/>
          </a:xfrm>
        </p:grpSpPr>
        <p:sp>
          <p:nvSpPr>
            <p:cNvPr id="1715" name="Google Shape;1715;p83"/>
            <p:cNvSpPr/>
            <p:nvPr/>
          </p:nvSpPr>
          <p:spPr>
            <a:xfrm>
              <a:off x="-22775475" y="4165325"/>
              <a:ext cx="65400" cy="34675"/>
            </a:xfrm>
            <a:custGeom>
              <a:rect b="b" l="l" r="r" t="t"/>
              <a:pathLst>
                <a:path extrusionOk="0" h="1387" w="2616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83"/>
            <p:cNvSpPr/>
            <p:nvPr/>
          </p:nvSpPr>
          <p:spPr>
            <a:xfrm>
              <a:off x="-22669150" y="3904725"/>
              <a:ext cx="81950" cy="244100"/>
            </a:xfrm>
            <a:custGeom>
              <a:rect b="b" l="l" r="r" t="t"/>
              <a:pathLst>
                <a:path extrusionOk="0" h="9764" w="3278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83"/>
            <p:cNvSpPr/>
            <p:nvPr/>
          </p:nvSpPr>
          <p:spPr>
            <a:xfrm>
              <a:off x="-22788075" y="3904625"/>
              <a:ext cx="87450" cy="244200"/>
            </a:xfrm>
            <a:custGeom>
              <a:rect b="b" l="l" r="r" t="t"/>
              <a:pathLst>
                <a:path extrusionOk="0" h="9768" w="3498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83"/>
            <p:cNvSpPr/>
            <p:nvPr/>
          </p:nvSpPr>
          <p:spPr>
            <a:xfrm>
              <a:off x="-22670725" y="4165325"/>
              <a:ext cx="64625" cy="34675"/>
            </a:xfrm>
            <a:custGeom>
              <a:rect b="b" l="l" r="r" t="t"/>
              <a:pathLst>
                <a:path extrusionOk="0" h="1387" w="2585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9" name="Google Shape;1719;p83"/>
          <p:cNvGrpSpPr/>
          <p:nvPr/>
        </p:nvGrpSpPr>
        <p:grpSpPr>
          <a:xfrm>
            <a:off x="6172765" y="2553286"/>
            <a:ext cx="354710" cy="352803"/>
            <a:chOff x="-27351575" y="3175300"/>
            <a:chExt cx="297750" cy="296150"/>
          </a:xfrm>
        </p:grpSpPr>
        <p:sp>
          <p:nvSpPr>
            <p:cNvPr id="1720" name="Google Shape;1720;p83"/>
            <p:cNvSpPr/>
            <p:nvPr/>
          </p:nvSpPr>
          <p:spPr>
            <a:xfrm>
              <a:off x="-27351575" y="3175300"/>
              <a:ext cx="296975" cy="157550"/>
            </a:xfrm>
            <a:custGeom>
              <a:rect b="b" l="l" r="r" t="t"/>
              <a:pathLst>
                <a:path extrusionOk="0" h="6302" w="11879">
                  <a:moveTo>
                    <a:pt x="7688" y="2080"/>
                  </a:moveTo>
                  <a:lnTo>
                    <a:pt x="7688" y="2836"/>
                  </a:lnTo>
                  <a:lnTo>
                    <a:pt x="4191" y="2836"/>
                  </a:lnTo>
                  <a:lnTo>
                    <a:pt x="4191" y="2080"/>
                  </a:lnTo>
                  <a:close/>
                  <a:moveTo>
                    <a:pt x="10177" y="3497"/>
                  </a:moveTo>
                  <a:cubicBezTo>
                    <a:pt x="10586" y="3497"/>
                    <a:pt x="10996" y="3781"/>
                    <a:pt x="11154" y="4222"/>
                  </a:cubicBezTo>
                  <a:lnTo>
                    <a:pt x="820" y="4222"/>
                  </a:lnTo>
                  <a:cubicBezTo>
                    <a:pt x="914" y="3812"/>
                    <a:pt x="1292" y="3497"/>
                    <a:pt x="1765" y="3497"/>
                  </a:cubicBezTo>
                  <a:close/>
                  <a:moveTo>
                    <a:pt x="3844" y="0"/>
                  </a:moveTo>
                  <a:cubicBezTo>
                    <a:pt x="2899" y="0"/>
                    <a:pt x="2112" y="788"/>
                    <a:pt x="2112" y="1733"/>
                  </a:cubicBezTo>
                  <a:lnTo>
                    <a:pt x="2112" y="2836"/>
                  </a:lnTo>
                  <a:lnTo>
                    <a:pt x="1734" y="2836"/>
                  </a:lnTo>
                  <a:cubicBezTo>
                    <a:pt x="788" y="2836"/>
                    <a:pt x="1" y="3623"/>
                    <a:pt x="1" y="4568"/>
                  </a:cubicBezTo>
                  <a:lnTo>
                    <a:pt x="1" y="6301"/>
                  </a:lnTo>
                  <a:lnTo>
                    <a:pt x="1387" y="6301"/>
                  </a:lnTo>
                  <a:lnTo>
                    <a:pt x="1387" y="5955"/>
                  </a:lnTo>
                  <a:lnTo>
                    <a:pt x="1418" y="5955"/>
                  </a:lnTo>
                  <a:cubicBezTo>
                    <a:pt x="1418" y="5734"/>
                    <a:pt x="1576" y="5577"/>
                    <a:pt x="1765" y="5577"/>
                  </a:cubicBezTo>
                  <a:lnTo>
                    <a:pt x="3151" y="5577"/>
                  </a:lnTo>
                  <a:cubicBezTo>
                    <a:pt x="3340" y="5577"/>
                    <a:pt x="3529" y="5734"/>
                    <a:pt x="3529" y="5955"/>
                  </a:cubicBezTo>
                  <a:lnTo>
                    <a:pt x="3529" y="6301"/>
                  </a:lnTo>
                  <a:lnTo>
                    <a:pt x="8413" y="6301"/>
                  </a:lnTo>
                  <a:lnTo>
                    <a:pt x="8413" y="5955"/>
                  </a:lnTo>
                  <a:cubicBezTo>
                    <a:pt x="8413" y="5734"/>
                    <a:pt x="8570" y="5577"/>
                    <a:pt x="8759" y="5577"/>
                  </a:cubicBezTo>
                  <a:lnTo>
                    <a:pt x="10145" y="5577"/>
                  </a:lnTo>
                  <a:cubicBezTo>
                    <a:pt x="10334" y="5577"/>
                    <a:pt x="10492" y="5734"/>
                    <a:pt x="10492" y="5955"/>
                  </a:cubicBezTo>
                  <a:lnTo>
                    <a:pt x="10492" y="6301"/>
                  </a:lnTo>
                  <a:lnTo>
                    <a:pt x="11878" y="6301"/>
                  </a:lnTo>
                  <a:lnTo>
                    <a:pt x="11878" y="4568"/>
                  </a:lnTo>
                  <a:cubicBezTo>
                    <a:pt x="11878" y="3623"/>
                    <a:pt x="1109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80" y="0"/>
                    <a:pt x="8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83"/>
            <p:cNvSpPr/>
            <p:nvPr/>
          </p:nvSpPr>
          <p:spPr>
            <a:xfrm>
              <a:off x="-27123950" y="3332825"/>
              <a:ext cx="17350" cy="52000"/>
            </a:xfrm>
            <a:custGeom>
              <a:rect b="b" l="l" r="r" t="t"/>
              <a:pathLst>
                <a:path extrusionOk="0" h="2080" w="694">
                  <a:moveTo>
                    <a:pt x="1" y="0"/>
                  </a:move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36" y="2079"/>
                    <a:pt x="694" y="1922"/>
                    <a:pt x="694" y="1733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83"/>
            <p:cNvSpPr/>
            <p:nvPr/>
          </p:nvSpPr>
          <p:spPr>
            <a:xfrm>
              <a:off x="-27350775" y="3350150"/>
              <a:ext cx="296950" cy="121300"/>
            </a:xfrm>
            <a:custGeom>
              <a:rect b="b" l="l" r="r" t="t"/>
              <a:pathLst>
                <a:path extrusionOk="0" h="4852" w="11878">
                  <a:moveTo>
                    <a:pt x="5923" y="693"/>
                  </a:moveTo>
                  <a:cubicBezTo>
                    <a:pt x="6112" y="693"/>
                    <a:pt x="6270" y="851"/>
                    <a:pt x="6270" y="1040"/>
                  </a:cubicBezTo>
                  <a:lnTo>
                    <a:pt x="6270" y="1733"/>
                  </a:lnTo>
                  <a:lnTo>
                    <a:pt x="6994" y="1733"/>
                  </a:lnTo>
                  <a:cubicBezTo>
                    <a:pt x="7183" y="1733"/>
                    <a:pt x="7341" y="1891"/>
                    <a:pt x="7341" y="2080"/>
                  </a:cubicBezTo>
                  <a:cubicBezTo>
                    <a:pt x="7341" y="2300"/>
                    <a:pt x="7183" y="2458"/>
                    <a:pt x="6994" y="2458"/>
                  </a:cubicBezTo>
                  <a:lnTo>
                    <a:pt x="6270" y="2458"/>
                  </a:lnTo>
                  <a:lnTo>
                    <a:pt x="6270" y="3151"/>
                  </a:lnTo>
                  <a:cubicBezTo>
                    <a:pt x="6270" y="3340"/>
                    <a:pt x="6112" y="3497"/>
                    <a:pt x="5923" y="3497"/>
                  </a:cubicBezTo>
                  <a:cubicBezTo>
                    <a:pt x="5734" y="3497"/>
                    <a:pt x="5577" y="3340"/>
                    <a:pt x="5577" y="3151"/>
                  </a:cubicBezTo>
                  <a:lnTo>
                    <a:pt x="5577" y="2458"/>
                  </a:lnTo>
                  <a:lnTo>
                    <a:pt x="4852" y="2458"/>
                  </a:lnTo>
                  <a:cubicBezTo>
                    <a:pt x="4663" y="2458"/>
                    <a:pt x="4505" y="2300"/>
                    <a:pt x="4505" y="2080"/>
                  </a:cubicBezTo>
                  <a:cubicBezTo>
                    <a:pt x="4537" y="1891"/>
                    <a:pt x="4695" y="1733"/>
                    <a:pt x="4852" y="1733"/>
                  </a:cubicBezTo>
                  <a:lnTo>
                    <a:pt x="5577" y="1733"/>
                  </a:lnTo>
                  <a:lnTo>
                    <a:pt x="5577" y="1040"/>
                  </a:lnTo>
                  <a:cubicBezTo>
                    <a:pt x="5577" y="851"/>
                    <a:pt x="5734" y="693"/>
                    <a:pt x="5923" y="693"/>
                  </a:cubicBezTo>
                  <a:close/>
                  <a:moveTo>
                    <a:pt x="126" y="0"/>
                  </a:moveTo>
                  <a:lnTo>
                    <a:pt x="126" y="3119"/>
                  </a:lnTo>
                  <a:cubicBezTo>
                    <a:pt x="0" y="4064"/>
                    <a:pt x="756" y="4852"/>
                    <a:pt x="1733" y="4852"/>
                  </a:cubicBezTo>
                  <a:lnTo>
                    <a:pt x="10145" y="4852"/>
                  </a:lnTo>
                  <a:cubicBezTo>
                    <a:pt x="11090" y="4852"/>
                    <a:pt x="11878" y="4064"/>
                    <a:pt x="11878" y="3119"/>
                  </a:cubicBezTo>
                  <a:lnTo>
                    <a:pt x="11878" y="0"/>
                  </a:lnTo>
                  <a:lnTo>
                    <a:pt x="10491" y="0"/>
                  </a:lnTo>
                  <a:lnTo>
                    <a:pt x="10491" y="1040"/>
                  </a:lnTo>
                  <a:cubicBezTo>
                    <a:pt x="10491" y="1639"/>
                    <a:pt x="10019" y="2048"/>
                    <a:pt x="9452" y="2048"/>
                  </a:cubicBezTo>
                  <a:cubicBezTo>
                    <a:pt x="8885" y="2048"/>
                    <a:pt x="8444" y="1576"/>
                    <a:pt x="8444" y="1040"/>
                  </a:cubicBezTo>
                  <a:lnTo>
                    <a:pt x="8444" y="0"/>
                  </a:lnTo>
                  <a:lnTo>
                    <a:pt x="3560" y="0"/>
                  </a:lnTo>
                  <a:lnTo>
                    <a:pt x="3560" y="1040"/>
                  </a:lnTo>
                  <a:cubicBezTo>
                    <a:pt x="3560" y="1639"/>
                    <a:pt x="3088" y="2048"/>
                    <a:pt x="2521" y="2048"/>
                  </a:cubicBezTo>
                  <a:cubicBezTo>
                    <a:pt x="1954" y="2048"/>
                    <a:pt x="1513" y="1576"/>
                    <a:pt x="1513" y="1040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83"/>
            <p:cNvSpPr/>
            <p:nvPr/>
          </p:nvSpPr>
          <p:spPr>
            <a:xfrm>
              <a:off x="-27299575" y="3332825"/>
              <a:ext cx="18125" cy="52000"/>
            </a:xfrm>
            <a:custGeom>
              <a:rect b="b" l="l" r="r" t="t"/>
              <a:pathLst>
                <a:path extrusionOk="0" h="2080" w="725">
                  <a:moveTo>
                    <a:pt x="0" y="0"/>
                  </a:moveTo>
                  <a:lnTo>
                    <a:pt x="0" y="1733"/>
                  </a:lnTo>
                  <a:cubicBezTo>
                    <a:pt x="0" y="1922"/>
                    <a:pt x="158" y="2079"/>
                    <a:pt x="378" y="2079"/>
                  </a:cubicBezTo>
                  <a:cubicBezTo>
                    <a:pt x="567" y="2079"/>
                    <a:pt x="725" y="1922"/>
                    <a:pt x="725" y="1733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4" name="Google Shape;1724;p83"/>
          <p:cNvGrpSpPr/>
          <p:nvPr/>
        </p:nvGrpSpPr>
        <p:grpSpPr>
          <a:xfrm>
            <a:off x="8332128" y="2553179"/>
            <a:ext cx="319060" cy="353042"/>
            <a:chOff x="-25445525" y="3175900"/>
            <a:chExt cx="267825" cy="296350"/>
          </a:xfrm>
        </p:grpSpPr>
        <p:sp>
          <p:nvSpPr>
            <p:cNvPr id="1725" name="Google Shape;1725;p83"/>
            <p:cNvSpPr/>
            <p:nvPr/>
          </p:nvSpPr>
          <p:spPr>
            <a:xfrm>
              <a:off x="-25445525" y="3367475"/>
              <a:ext cx="123675" cy="104775"/>
            </a:xfrm>
            <a:custGeom>
              <a:rect b="b" l="l" r="r" t="t"/>
              <a:pathLst>
                <a:path extrusionOk="0" h="4191" w="4947">
                  <a:moveTo>
                    <a:pt x="3088" y="0"/>
                  </a:moveTo>
                  <a:cubicBezTo>
                    <a:pt x="2364" y="883"/>
                    <a:pt x="1387" y="2080"/>
                    <a:pt x="127" y="3655"/>
                  </a:cubicBezTo>
                  <a:cubicBezTo>
                    <a:pt x="1" y="3718"/>
                    <a:pt x="1" y="3875"/>
                    <a:pt x="32" y="4001"/>
                  </a:cubicBezTo>
                  <a:cubicBezTo>
                    <a:pt x="95" y="4127"/>
                    <a:pt x="253" y="4191"/>
                    <a:pt x="379" y="4191"/>
                  </a:cubicBezTo>
                  <a:lnTo>
                    <a:pt x="3246" y="4191"/>
                  </a:lnTo>
                  <a:cubicBezTo>
                    <a:pt x="3372" y="4191"/>
                    <a:pt x="3435" y="4159"/>
                    <a:pt x="3529" y="4096"/>
                  </a:cubicBezTo>
                  <a:lnTo>
                    <a:pt x="4947" y="2363"/>
                  </a:lnTo>
                  <a:lnTo>
                    <a:pt x="3466" y="536"/>
                  </a:lnTo>
                  <a:lnTo>
                    <a:pt x="3120" y="63"/>
                  </a:lnTo>
                  <a:cubicBezTo>
                    <a:pt x="3120" y="32"/>
                    <a:pt x="3088" y="32"/>
                    <a:pt x="3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83"/>
            <p:cNvSpPr/>
            <p:nvPr/>
          </p:nvSpPr>
          <p:spPr>
            <a:xfrm>
              <a:off x="-25398250" y="3175900"/>
              <a:ext cx="220550" cy="296350"/>
            </a:xfrm>
            <a:custGeom>
              <a:rect b="b" l="l" r="r" t="t"/>
              <a:pathLst>
                <a:path extrusionOk="0" h="11854" w="8822">
                  <a:moveTo>
                    <a:pt x="3491" y="1"/>
                  </a:moveTo>
                  <a:cubicBezTo>
                    <a:pt x="3420" y="1"/>
                    <a:pt x="3348" y="3"/>
                    <a:pt x="3277" y="8"/>
                  </a:cubicBezTo>
                  <a:cubicBezTo>
                    <a:pt x="1481" y="134"/>
                    <a:pt x="0" y="1709"/>
                    <a:pt x="0" y="3568"/>
                  </a:cubicBezTo>
                  <a:cubicBezTo>
                    <a:pt x="0" y="4733"/>
                    <a:pt x="945" y="6246"/>
                    <a:pt x="1764" y="7285"/>
                  </a:cubicBezTo>
                  <a:lnTo>
                    <a:pt x="2142" y="7758"/>
                  </a:lnTo>
                  <a:lnTo>
                    <a:pt x="5324" y="11759"/>
                  </a:lnTo>
                  <a:cubicBezTo>
                    <a:pt x="5387" y="11822"/>
                    <a:pt x="5482" y="11854"/>
                    <a:pt x="5608" y="11854"/>
                  </a:cubicBezTo>
                  <a:lnTo>
                    <a:pt x="8475" y="11854"/>
                  </a:lnTo>
                  <a:cubicBezTo>
                    <a:pt x="8601" y="11854"/>
                    <a:pt x="8695" y="11790"/>
                    <a:pt x="8790" y="11664"/>
                  </a:cubicBezTo>
                  <a:cubicBezTo>
                    <a:pt x="8821" y="11538"/>
                    <a:pt x="8821" y="11381"/>
                    <a:pt x="8758" y="11318"/>
                  </a:cubicBezTo>
                  <a:cubicBezTo>
                    <a:pt x="7939" y="10278"/>
                    <a:pt x="7183" y="9302"/>
                    <a:pt x="6459" y="8482"/>
                  </a:cubicBezTo>
                  <a:cubicBezTo>
                    <a:pt x="6144" y="8073"/>
                    <a:pt x="5828" y="7695"/>
                    <a:pt x="5513" y="7348"/>
                  </a:cubicBezTo>
                  <a:cubicBezTo>
                    <a:pt x="5387" y="7191"/>
                    <a:pt x="5293" y="7065"/>
                    <a:pt x="5167" y="6907"/>
                  </a:cubicBezTo>
                  <a:cubicBezTo>
                    <a:pt x="4600" y="6246"/>
                    <a:pt x="4127" y="5647"/>
                    <a:pt x="3749" y="5080"/>
                  </a:cubicBezTo>
                  <a:cubicBezTo>
                    <a:pt x="3088" y="4198"/>
                    <a:pt x="2646" y="3568"/>
                    <a:pt x="2363" y="3032"/>
                  </a:cubicBezTo>
                  <a:cubicBezTo>
                    <a:pt x="2174" y="2686"/>
                    <a:pt x="2079" y="2371"/>
                    <a:pt x="2079" y="2182"/>
                  </a:cubicBezTo>
                  <a:cubicBezTo>
                    <a:pt x="2079" y="1425"/>
                    <a:pt x="2678" y="764"/>
                    <a:pt x="3466" y="764"/>
                  </a:cubicBezTo>
                  <a:cubicBezTo>
                    <a:pt x="4253" y="764"/>
                    <a:pt x="4852" y="1425"/>
                    <a:pt x="4852" y="2182"/>
                  </a:cubicBezTo>
                  <a:cubicBezTo>
                    <a:pt x="4852" y="2308"/>
                    <a:pt x="4820" y="2528"/>
                    <a:pt x="4568" y="3001"/>
                  </a:cubicBezTo>
                  <a:cubicBezTo>
                    <a:pt x="4379" y="3347"/>
                    <a:pt x="4159" y="3757"/>
                    <a:pt x="3907" y="4103"/>
                  </a:cubicBezTo>
                  <a:cubicBezTo>
                    <a:pt x="4064" y="4292"/>
                    <a:pt x="4190" y="4513"/>
                    <a:pt x="4316" y="4670"/>
                  </a:cubicBezTo>
                  <a:cubicBezTo>
                    <a:pt x="4694" y="5206"/>
                    <a:pt x="5167" y="5805"/>
                    <a:pt x="5734" y="6435"/>
                  </a:cubicBezTo>
                  <a:lnTo>
                    <a:pt x="5765" y="6466"/>
                  </a:lnTo>
                  <a:cubicBezTo>
                    <a:pt x="6396" y="5521"/>
                    <a:pt x="6931" y="4418"/>
                    <a:pt x="6931" y="3505"/>
                  </a:cubicBezTo>
                  <a:cubicBezTo>
                    <a:pt x="6931" y="1621"/>
                    <a:pt x="5408" y="1"/>
                    <a:pt x="3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83"/>
            <p:cNvSpPr/>
            <p:nvPr/>
          </p:nvSpPr>
          <p:spPr>
            <a:xfrm>
              <a:off x="-25328950" y="3211525"/>
              <a:ext cx="35475" cy="36250"/>
            </a:xfrm>
            <a:custGeom>
              <a:rect b="b" l="l" r="r" t="t"/>
              <a:pathLst>
                <a:path extrusionOk="0" h="1450" w="1419">
                  <a:moveTo>
                    <a:pt x="694" y="0"/>
                  </a:moveTo>
                  <a:cubicBezTo>
                    <a:pt x="316" y="0"/>
                    <a:pt x="0" y="347"/>
                    <a:pt x="0" y="757"/>
                  </a:cubicBezTo>
                  <a:cubicBezTo>
                    <a:pt x="0" y="757"/>
                    <a:pt x="0" y="914"/>
                    <a:pt x="190" y="1292"/>
                  </a:cubicBezTo>
                  <a:cubicBezTo>
                    <a:pt x="221" y="1355"/>
                    <a:pt x="221" y="1418"/>
                    <a:pt x="253" y="1450"/>
                  </a:cubicBezTo>
                  <a:cubicBezTo>
                    <a:pt x="379" y="1418"/>
                    <a:pt x="536" y="1387"/>
                    <a:pt x="662" y="1387"/>
                  </a:cubicBezTo>
                  <a:cubicBezTo>
                    <a:pt x="788" y="1387"/>
                    <a:pt x="946" y="1418"/>
                    <a:pt x="1040" y="1450"/>
                  </a:cubicBezTo>
                  <a:cubicBezTo>
                    <a:pt x="1103" y="1418"/>
                    <a:pt x="1135" y="1355"/>
                    <a:pt x="1135" y="1292"/>
                  </a:cubicBezTo>
                  <a:cubicBezTo>
                    <a:pt x="1324" y="914"/>
                    <a:pt x="1324" y="757"/>
                    <a:pt x="1324" y="757"/>
                  </a:cubicBezTo>
                  <a:cubicBezTo>
                    <a:pt x="1418" y="347"/>
                    <a:pt x="1103" y="0"/>
                    <a:pt x="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8" name="Google Shape;1728;p83"/>
          <p:cNvGrpSpPr/>
          <p:nvPr/>
        </p:nvGrpSpPr>
        <p:grpSpPr>
          <a:xfrm>
            <a:off x="8304097" y="4195399"/>
            <a:ext cx="356556" cy="351285"/>
            <a:chOff x="-25465200" y="3916150"/>
            <a:chExt cx="299300" cy="294875"/>
          </a:xfrm>
        </p:grpSpPr>
        <p:sp>
          <p:nvSpPr>
            <p:cNvPr id="1729" name="Google Shape;1729;p83"/>
            <p:cNvSpPr/>
            <p:nvPr/>
          </p:nvSpPr>
          <p:spPr>
            <a:xfrm>
              <a:off x="-25316350" y="3916150"/>
              <a:ext cx="150450" cy="149175"/>
            </a:xfrm>
            <a:custGeom>
              <a:rect b="b" l="l" r="r" t="t"/>
              <a:pathLst>
                <a:path extrusionOk="0" h="5967" w="6018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83"/>
            <p:cNvSpPr/>
            <p:nvPr/>
          </p:nvSpPr>
          <p:spPr>
            <a:xfrm>
              <a:off x="-25465200" y="4003875"/>
              <a:ext cx="208725" cy="207150"/>
            </a:xfrm>
            <a:custGeom>
              <a:rect b="b" l="l" r="r" t="t"/>
              <a:pathLst>
                <a:path extrusionOk="0" h="8286" w="8349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1" name="Google Shape;1731;p83"/>
          <p:cNvGrpSpPr/>
          <p:nvPr/>
        </p:nvGrpSpPr>
        <p:grpSpPr>
          <a:xfrm>
            <a:off x="6705931" y="3119047"/>
            <a:ext cx="351880" cy="352803"/>
            <a:chOff x="-23615075" y="3148525"/>
            <a:chExt cx="295375" cy="296150"/>
          </a:xfrm>
        </p:grpSpPr>
        <p:sp>
          <p:nvSpPr>
            <p:cNvPr id="1732" name="Google Shape;1732;p83"/>
            <p:cNvSpPr/>
            <p:nvPr/>
          </p:nvSpPr>
          <p:spPr>
            <a:xfrm>
              <a:off x="-23493775" y="3183950"/>
              <a:ext cx="52775" cy="53600"/>
            </a:xfrm>
            <a:custGeom>
              <a:rect b="b" l="l" r="r" t="t"/>
              <a:pathLst>
                <a:path extrusionOk="0" h="2144" w="2111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83"/>
            <p:cNvSpPr/>
            <p:nvPr/>
          </p:nvSpPr>
          <p:spPr>
            <a:xfrm>
              <a:off x="-23615075" y="3268225"/>
              <a:ext cx="34675" cy="173300"/>
            </a:xfrm>
            <a:custGeom>
              <a:rect b="b" l="l" r="r" t="t"/>
              <a:pathLst>
                <a:path extrusionOk="0" h="6932" w="1387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83"/>
            <p:cNvSpPr/>
            <p:nvPr/>
          </p:nvSpPr>
          <p:spPr>
            <a:xfrm>
              <a:off x="-23354375" y="3270600"/>
              <a:ext cx="34675" cy="173300"/>
            </a:xfrm>
            <a:custGeom>
              <a:rect b="b" l="l" r="r" t="t"/>
              <a:pathLst>
                <a:path extrusionOk="0" h="6932" w="1387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83"/>
            <p:cNvSpPr/>
            <p:nvPr/>
          </p:nvSpPr>
          <p:spPr>
            <a:xfrm>
              <a:off x="-23562300" y="3148525"/>
              <a:ext cx="191400" cy="296150"/>
            </a:xfrm>
            <a:custGeom>
              <a:rect b="b" l="l" r="r" t="t"/>
              <a:pathLst>
                <a:path extrusionOk="0" h="11846" w="7656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6" name="Google Shape;1736;p83"/>
          <p:cNvSpPr/>
          <p:nvPr/>
        </p:nvSpPr>
        <p:spPr>
          <a:xfrm>
            <a:off x="6174194" y="2054912"/>
            <a:ext cx="351880" cy="350957"/>
          </a:xfrm>
          <a:custGeom>
            <a:rect b="b" l="l" r="r" t="t"/>
            <a:pathLst>
              <a:path extrusionOk="0" h="11784" w="11815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7" name="Google Shape;1737;p83"/>
          <p:cNvGrpSpPr/>
          <p:nvPr/>
        </p:nvGrpSpPr>
        <p:grpSpPr>
          <a:xfrm>
            <a:off x="7763214" y="4194749"/>
            <a:ext cx="353757" cy="352565"/>
            <a:chOff x="-26980600" y="3175500"/>
            <a:chExt cx="296950" cy="295950"/>
          </a:xfrm>
        </p:grpSpPr>
        <p:sp>
          <p:nvSpPr>
            <p:cNvPr id="1738" name="Google Shape;1738;p83"/>
            <p:cNvSpPr/>
            <p:nvPr/>
          </p:nvSpPr>
          <p:spPr>
            <a:xfrm>
              <a:off x="-26798650" y="3175500"/>
              <a:ext cx="115000" cy="114025"/>
            </a:xfrm>
            <a:custGeom>
              <a:rect b="b" l="l" r="r" t="t"/>
              <a:pathLst>
                <a:path extrusionOk="0" h="4561" w="460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83"/>
            <p:cNvSpPr/>
            <p:nvPr/>
          </p:nvSpPr>
          <p:spPr>
            <a:xfrm>
              <a:off x="-26980600" y="3325725"/>
              <a:ext cx="168575" cy="145725"/>
            </a:xfrm>
            <a:custGeom>
              <a:rect b="b" l="l" r="r" t="t"/>
              <a:pathLst>
                <a:path extrusionOk="0" h="5829" w="6743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83"/>
            <p:cNvSpPr/>
            <p:nvPr/>
          </p:nvSpPr>
          <p:spPr>
            <a:xfrm>
              <a:off x="-26893950" y="3226500"/>
              <a:ext cx="159125" cy="137850"/>
            </a:xfrm>
            <a:custGeom>
              <a:rect b="b" l="l" r="r" t="t"/>
              <a:pathLst>
                <a:path extrusionOk="0" h="5514" w="6365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1" name="Google Shape;1741;p83"/>
          <p:cNvSpPr/>
          <p:nvPr/>
        </p:nvSpPr>
        <p:spPr>
          <a:xfrm>
            <a:off x="6727005" y="1500555"/>
            <a:ext cx="309649" cy="351910"/>
          </a:xfrm>
          <a:custGeom>
            <a:rect b="b" l="l" r="r" t="t"/>
            <a:pathLst>
              <a:path extrusionOk="0" h="11816" w="10397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2" name="Google Shape;1742;p83"/>
          <p:cNvGrpSpPr/>
          <p:nvPr/>
        </p:nvGrpSpPr>
        <p:grpSpPr>
          <a:xfrm>
            <a:off x="5570827" y="3150923"/>
            <a:ext cx="352803" cy="289039"/>
            <a:chOff x="-26981375" y="3951875"/>
            <a:chExt cx="296150" cy="242625"/>
          </a:xfrm>
        </p:grpSpPr>
        <p:sp>
          <p:nvSpPr>
            <p:cNvPr id="1743" name="Google Shape;1743;p83"/>
            <p:cNvSpPr/>
            <p:nvPr/>
          </p:nvSpPr>
          <p:spPr>
            <a:xfrm>
              <a:off x="-26978225" y="3951875"/>
              <a:ext cx="173300" cy="155975"/>
            </a:xfrm>
            <a:custGeom>
              <a:rect b="b" l="l" r="r" t="t"/>
              <a:pathLst>
                <a:path extrusionOk="0" h="6239" w="6932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83"/>
            <p:cNvSpPr/>
            <p:nvPr/>
          </p:nvSpPr>
          <p:spPr>
            <a:xfrm>
              <a:off x="-26981375" y="4124375"/>
              <a:ext cx="174075" cy="70125"/>
            </a:xfrm>
            <a:custGeom>
              <a:rect b="b" l="l" r="r" t="t"/>
              <a:pathLst>
                <a:path extrusionOk="0" h="2805" w="6963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83"/>
            <p:cNvSpPr/>
            <p:nvPr/>
          </p:nvSpPr>
          <p:spPr>
            <a:xfrm>
              <a:off x="-26790000" y="4002300"/>
              <a:ext cx="104775" cy="192200"/>
            </a:xfrm>
            <a:custGeom>
              <a:rect b="b" l="l" r="r" t="t"/>
              <a:pathLst>
                <a:path extrusionOk="0" h="7688" w="4191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6" name="Google Shape;1746;p83"/>
          <p:cNvGrpSpPr/>
          <p:nvPr/>
        </p:nvGrpSpPr>
        <p:grpSpPr>
          <a:xfrm>
            <a:off x="7764143" y="3666759"/>
            <a:ext cx="351910" cy="354710"/>
            <a:chOff x="-25094250" y="3176075"/>
            <a:chExt cx="295400" cy="297750"/>
          </a:xfrm>
        </p:grpSpPr>
        <p:sp>
          <p:nvSpPr>
            <p:cNvPr id="1747" name="Google Shape;1747;p83"/>
            <p:cNvSpPr/>
            <p:nvPr/>
          </p:nvSpPr>
          <p:spPr>
            <a:xfrm>
              <a:off x="-24989225" y="3176075"/>
              <a:ext cx="87200" cy="122500"/>
            </a:xfrm>
            <a:custGeom>
              <a:rect b="b" l="l" r="r" t="t"/>
              <a:pathLst>
                <a:path extrusionOk="0" h="4900" w="3488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83"/>
            <p:cNvSpPr/>
            <p:nvPr/>
          </p:nvSpPr>
          <p:spPr>
            <a:xfrm>
              <a:off x="-25094250" y="3179225"/>
              <a:ext cx="295400" cy="291450"/>
            </a:xfrm>
            <a:custGeom>
              <a:rect b="b" l="l" r="r" t="t"/>
              <a:pathLst>
                <a:path extrusionOk="0" h="11658" w="11816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83"/>
            <p:cNvSpPr/>
            <p:nvPr/>
          </p:nvSpPr>
          <p:spPr>
            <a:xfrm>
              <a:off x="-24989225" y="3350975"/>
              <a:ext cx="87200" cy="122850"/>
            </a:xfrm>
            <a:custGeom>
              <a:rect b="b" l="l" r="r" t="t"/>
              <a:pathLst>
                <a:path extrusionOk="0" h="4914" w="3488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0" name="Google Shape;1750;p83"/>
          <p:cNvGrpSpPr/>
          <p:nvPr/>
        </p:nvGrpSpPr>
        <p:grpSpPr>
          <a:xfrm>
            <a:off x="7764143" y="3119507"/>
            <a:ext cx="351910" cy="351880"/>
            <a:chOff x="-25094250" y="3547050"/>
            <a:chExt cx="295400" cy="295375"/>
          </a:xfrm>
        </p:grpSpPr>
        <p:sp>
          <p:nvSpPr>
            <p:cNvPr id="1751" name="Google Shape;1751;p83"/>
            <p:cNvSpPr/>
            <p:nvPr/>
          </p:nvSpPr>
          <p:spPr>
            <a:xfrm>
              <a:off x="-24990275" y="358092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83"/>
            <p:cNvSpPr/>
            <p:nvPr/>
          </p:nvSpPr>
          <p:spPr>
            <a:xfrm>
              <a:off x="-25041475" y="3668350"/>
              <a:ext cx="52025" cy="52000"/>
            </a:xfrm>
            <a:custGeom>
              <a:rect b="b" l="l" r="r" t="t"/>
              <a:pathLst>
                <a:path extrusionOk="0" h="2080" w="2081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83"/>
            <p:cNvSpPr/>
            <p:nvPr/>
          </p:nvSpPr>
          <p:spPr>
            <a:xfrm>
              <a:off x="-25094250" y="3547050"/>
              <a:ext cx="224500" cy="295375"/>
            </a:xfrm>
            <a:custGeom>
              <a:rect b="b" l="l" r="r" t="t"/>
              <a:pathLst>
                <a:path extrusionOk="0" h="11815" w="898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83"/>
            <p:cNvSpPr/>
            <p:nvPr/>
          </p:nvSpPr>
          <p:spPr>
            <a:xfrm>
              <a:off x="-24851650" y="3582300"/>
              <a:ext cx="52800" cy="190825"/>
            </a:xfrm>
            <a:custGeom>
              <a:rect b="b" l="l" r="r" t="t"/>
              <a:pathLst>
                <a:path extrusionOk="0" h="7633" w="2112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83"/>
            <p:cNvSpPr/>
            <p:nvPr/>
          </p:nvSpPr>
          <p:spPr>
            <a:xfrm>
              <a:off x="-24850875" y="3788050"/>
              <a:ext cx="52025" cy="53600"/>
            </a:xfrm>
            <a:custGeom>
              <a:rect b="b" l="l" r="r" t="t"/>
              <a:pathLst>
                <a:path extrusionOk="0" h="2144" w="2081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6" name="Google Shape;1756;p83"/>
          <p:cNvSpPr/>
          <p:nvPr/>
        </p:nvSpPr>
        <p:spPr>
          <a:xfrm>
            <a:off x="8315274" y="3723181"/>
            <a:ext cx="352833" cy="241864"/>
          </a:xfrm>
          <a:custGeom>
            <a:rect b="b" l="l" r="r" t="t"/>
            <a:pathLst>
              <a:path extrusionOk="0" h="8121" w="11847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7" name="Google Shape;1757;p83"/>
          <p:cNvGrpSpPr/>
          <p:nvPr/>
        </p:nvGrpSpPr>
        <p:grpSpPr>
          <a:xfrm>
            <a:off x="8315329" y="3119047"/>
            <a:ext cx="352803" cy="352803"/>
            <a:chOff x="-23245675" y="3148525"/>
            <a:chExt cx="296150" cy="296150"/>
          </a:xfrm>
        </p:grpSpPr>
        <p:sp>
          <p:nvSpPr>
            <p:cNvPr id="1758" name="Google Shape;1758;p83"/>
            <p:cNvSpPr/>
            <p:nvPr/>
          </p:nvSpPr>
          <p:spPr>
            <a:xfrm>
              <a:off x="-23192925" y="3251700"/>
              <a:ext cx="192225" cy="105550"/>
            </a:xfrm>
            <a:custGeom>
              <a:rect b="b" l="l" r="r" t="t"/>
              <a:pathLst>
                <a:path extrusionOk="0" h="4222" w="7689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83"/>
            <p:cNvSpPr/>
            <p:nvPr/>
          </p:nvSpPr>
          <p:spPr>
            <a:xfrm>
              <a:off x="-23193700" y="3200500"/>
              <a:ext cx="192200" cy="106350"/>
            </a:xfrm>
            <a:custGeom>
              <a:rect b="b" l="l" r="r" t="t"/>
              <a:pathLst>
                <a:path extrusionOk="0" h="4254" w="7688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83"/>
            <p:cNvSpPr/>
            <p:nvPr/>
          </p:nvSpPr>
          <p:spPr>
            <a:xfrm>
              <a:off x="-23245675" y="3148525"/>
              <a:ext cx="296150" cy="296150"/>
            </a:xfrm>
            <a:custGeom>
              <a:rect b="b" l="l" r="r" t="t"/>
              <a:pathLst>
                <a:path extrusionOk="0" h="11846" w="11846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1" name="Google Shape;1761;p83"/>
          <p:cNvSpPr/>
          <p:nvPr/>
        </p:nvSpPr>
        <p:spPr>
          <a:xfrm>
            <a:off x="6747168" y="3668157"/>
            <a:ext cx="269323" cy="351910"/>
          </a:xfrm>
          <a:custGeom>
            <a:rect b="b" l="l" r="r" t="t"/>
            <a:pathLst>
              <a:path extrusionOk="0" h="11816" w="9043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2" name="Google Shape;1762;p83"/>
          <p:cNvGrpSpPr/>
          <p:nvPr/>
        </p:nvGrpSpPr>
        <p:grpSpPr>
          <a:xfrm>
            <a:off x="7211893" y="3667705"/>
            <a:ext cx="351880" cy="352803"/>
            <a:chOff x="-23244900" y="3888100"/>
            <a:chExt cx="295375" cy="296150"/>
          </a:xfrm>
        </p:grpSpPr>
        <p:sp>
          <p:nvSpPr>
            <p:cNvPr id="1763" name="Google Shape;1763;p83"/>
            <p:cNvSpPr/>
            <p:nvPr/>
          </p:nvSpPr>
          <p:spPr>
            <a:xfrm>
              <a:off x="-23106275" y="39589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83"/>
            <p:cNvSpPr/>
            <p:nvPr/>
          </p:nvSpPr>
          <p:spPr>
            <a:xfrm>
              <a:off x="-23106275" y="399285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83"/>
            <p:cNvSpPr/>
            <p:nvPr/>
          </p:nvSpPr>
          <p:spPr>
            <a:xfrm>
              <a:off x="-23106275" y="4062950"/>
              <a:ext cx="18150" cy="34675"/>
            </a:xfrm>
            <a:custGeom>
              <a:rect b="b" l="l" r="r" t="t"/>
              <a:pathLst>
                <a:path extrusionOk="0" h="1387" w="726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83"/>
            <p:cNvSpPr/>
            <p:nvPr/>
          </p:nvSpPr>
          <p:spPr>
            <a:xfrm>
              <a:off x="-23070825" y="3940850"/>
              <a:ext cx="52775" cy="26825"/>
            </a:xfrm>
            <a:custGeom>
              <a:rect b="b" l="l" r="r" t="t"/>
              <a:pathLst>
                <a:path extrusionOk="0" h="1073" w="2111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83"/>
            <p:cNvSpPr/>
            <p:nvPr/>
          </p:nvSpPr>
          <p:spPr>
            <a:xfrm>
              <a:off x="-23106275" y="392352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83"/>
            <p:cNvSpPr/>
            <p:nvPr/>
          </p:nvSpPr>
          <p:spPr>
            <a:xfrm>
              <a:off x="-23106275" y="40275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83"/>
            <p:cNvSpPr/>
            <p:nvPr/>
          </p:nvSpPr>
          <p:spPr>
            <a:xfrm>
              <a:off x="-23244900" y="3888100"/>
              <a:ext cx="295375" cy="296150"/>
            </a:xfrm>
            <a:custGeom>
              <a:rect b="b" l="l" r="r" t="t"/>
              <a:pathLst>
                <a:path extrusionOk="0" h="11846" w="11815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83"/>
            <p:cNvSpPr/>
            <p:nvPr/>
          </p:nvSpPr>
          <p:spPr>
            <a:xfrm>
              <a:off x="-23070825" y="3975525"/>
              <a:ext cx="43325" cy="26800"/>
            </a:xfrm>
            <a:custGeom>
              <a:rect b="b" l="l" r="r" t="t"/>
              <a:pathLst>
                <a:path extrusionOk="0" h="1072" w="1733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83"/>
            <p:cNvSpPr/>
            <p:nvPr/>
          </p:nvSpPr>
          <p:spPr>
            <a:xfrm>
              <a:off x="-23158250" y="4097600"/>
              <a:ext cx="121300" cy="52000"/>
            </a:xfrm>
            <a:custGeom>
              <a:rect b="b" l="l" r="r" t="t"/>
              <a:pathLst>
                <a:path extrusionOk="0" h="2080" w="4852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83"/>
            <p:cNvSpPr/>
            <p:nvPr/>
          </p:nvSpPr>
          <p:spPr>
            <a:xfrm>
              <a:off x="-23176375" y="3940850"/>
              <a:ext cx="52800" cy="26825"/>
            </a:xfrm>
            <a:custGeom>
              <a:rect b="b" l="l" r="r" t="t"/>
              <a:pathLst>
                <a:path extrusionOk="0" h="1073" w="2112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83"/>
            <p:cNvSpPr/>
            <p:nvPr/>
          </p:nvSpPr>
          <p:spPr>
            <a:xfrm>
              <a:off x="-23166125" y="3976300"/>
              <a:ext cx="44125" cy="26800"/>
            </a:xfrm>
            <a:custGeom>
              <a:rect b="b" l="l" r="r" t="t"/>
              <a:pathLst>
                <a:path extrusionOk="0" h="1072" w="1765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4" name="Google Shape;1774;p83"/>
          <p:cNvSpPr/>
          <p:nvPr/>
        </p:nvSpPr>
        <p:spPr>
          <a:xfrm>
            <a:off x="6704936" y="2053512"/>
            <a:ext cx="353786" cy="353757"/>
          </a:xfrm>
          <a:custGeom>
            <a:rect b="b" l="l" r="r" t="t"/>
            <a:pathLst>
              <a:path extrusionOk="0" h="11878" w="11879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83"/>
          <p:cNvSpPr/>
          <p:nvPr/>
        </p:nvSpPr>
        <p:spPr>
          <a:xfrm>
            <a:off x="3855144" y="1450512"/>
            <a:ext cx="453512" cy="451998"/>
          </a:xfrm>
          <a:custGeom>
            <a:rect b="b" l="l" r="r" t="t"/>
            <a:pathLst>
              <a:path extrusionOk="0" h="9557" w="9589">
                <a:moveTo>
                  <a:pt x="7794" y="5824"/>
                </a:moveTo>
                <a:cubicBezTo>
                  <a:pt x="8013" y="5824"/>
                  <a:pt x="8263" y="5883"/>
                  <a:pt x="8499" y="6005"/>
                </a:cubicBezTo>
                <a:cubicBezTo>
                  <a:pt x="8827" y="6169"/>
                  <a:pt x="9081" y="6423"/>
                  <a:pt x="9156" y="6677"/>
                </a:cubicBezTo>
                <a:cubicBezTo>
                  <a:pt x="9186" y="6796"/>
                  <a:pt x="9186" y="6916"/>
                  <a:pt x="9126" y="7005"/>
                </a:cubicBezTo>
                <a:cubicBezTo>
                  <a:pt x="9111" y="7020"/>
                  <a:pt x="9096" y="7050"/>
                  <a:pt x="9066" y="7080"/>
                </a:cubicBezTo>
                <a:cubicBezTo>
                  <a:pt x="8958" y="7188"/>
                  <a:pt x="8780" y="7241"/>
                  <a:pt x="8572" y="7241"/>
                </a:cubicBezTo>
                <a:cubicBezTo>
                  <a:pt x="8351" y="7241"/>
                  <a:pt x="8096" y="7181"/>
                  <a:pt x="7856" y="7065"/>
                </a:cubicBezTo>
                <a:cubicBezTo>
                  <a:pt x="7528" y="6886"/>
                  <a:pt x="7274" y="6632"/>
                  <a:pt x="7199" y="6378"/>
                </a:cubicBezTo>
                <a:cubicBezTo>
                  <a:pt x="7169" y="6259"/>
                  <a:pt x="7169" y="6154"/>
                  <a:pt x="7229" y="6065"/>
                </a:cubicBezTo>
                <a:cubicBezTo>
                  <a:pt x="7244" y="6035"/>
                  <a:pt x="7259" y="6005"/>
                  <a:pt x="7289" y="5990"/>
                </a:cubicBezTo>
                <a:cubicBezTo>
                  <a:pt x="7399" y="5880"/>
                  <a:pt x="7582" y="5824"/>
                  <a:pt x="7794" y="5824"/>
                </a:cubicBezTo>
                <a:close/>
                <a:moveTo>
                  <a:pt x="6237" y="7180"/>
                </a:moveTo>
                <a:cubicBezTo>
                  <a:pt x="6281" y="7180"/>
                  <a:pt x="6328" y="7187"/>
                  <a:pt x="6378" y="7200"/>
                </a:cubicBezTo>
                <a:cubicBezTo>
                  <a:pt x="6632" y="7274"/>
                  <a:pt x="6886" y="7528"/>
                  <a:pt x="7050" y="7857"/>
                </a:cubicBezTo>
                <a:cubicBezTo>
                  <a:pt x="7289" y="8320"/>
                  <a:pt x="7304" y="8843"/>
                  <a:pt x="7065" y="9082"/>
                </a:cubicBezTo>
                <a:cubicBezTo>
                  <a:pt x="7050" y="9097"/>
                  <a:pt x="7020" y="9111"/>
                  <a:pt x="6990" y="9126"/>
                </a:cubicBezTo>
                <a:cubicBezTo>
                  <a:pt x="6938" y="9161"/>
                  <a:pt x="6880" y="9176"/>
                  <a:pt x="6817" y="9176"/>
                </a:cubicBezTo>
                <a:cubicBezTo>
                  <a:pt x="6773" y="9176"/>
                  <a:pt x="6726" y="9169"/>
                  <a:pt x="6676" y="9156"/>
                </a:cubicBezTo>
                <a:cubicBezTo>
                  <a:pt x="6423" y="9082"/>
                  <a:pt x="6169" y="8828"/>
                  <a:pt x="6004" y="8499"/>
                </a:cubicBezTo>
                <a:cubicBezTo>
                  <a:pt x="5765" y="8036"/>
                  <a:pt x="5765" y="7513"/>
                  <a:pt x="5989" y="7289"/>
                </a:cubicBezTo>
                <a:cubicBezTo>
                  <a:pt x="6004" y="7259"/>
                  <a:pt x="6034" y="7244"/>
                  <a:pt x="6064" y="7230"/>
                </a:cubicBezTo>
                <a:cubicBezTo>
                  <a:pt x="6117" y="7195"/>
                  <a:pt x="6174" y="7180"/>
                  <a:pt x="6237" y="7180"/>
                </a:cubicBezTo>
                <a:close/>
                <a:moveTo>
                  <a:pt x="1957" y="1"/>
                </a:moveTo>
                <a:lnTo>
                  <a:pt x="4287" y="4287"/>
                </a:lnTo>
                <a:lnTo>
                  <a:pt x="4287" y="4287"/>
                </a:lnTo>
                <a:lnTo>
                  <a:pt x="0" y="1957"/>
                </a:lnTo>
                <a:lnTo>
                  <a:pt x="0" y="1957"/>
                </a:lnTo>
                <a:cubicBezTo>
                  <a:pt x="0" y="2749"/>
                  <a:pt x="2226" y="4153"/>
                  <a:pt x="4227" y="5243"/>
                </a:cubicBezTo>
                <a:cubicBezTo>
                  <a:pt x="4526" y="5392"/>
                  <a:pt x="4780" y="5542"/>
                  <a:pt x="5019" y="5661"/>
                </a:cubicBezTo>
                <a:lnTo>
                  <a:pt x="5750" y="6991"/>
                </a:lnTo>
                <a:cubicBezTo>
                  <a:pt x="5736" y="6991"/>
                  <a:pt x="5721" y="7005"/>
                  <a:pt x="5721" y="7020"/>
                </a:cubicBezTo>
                <a:cubicBezTo>
                  <a:pt x="5377" y="7364"/>
                  <a:pt x="5347" y="8051"/>
                  <a:pt x="5661" y="8678"/>
                </a:cubicBezTo>
                <a:cubicBezTo>
                  <a:pt x="5870" y="9097"/>
                  <a:pt x="6213" y="9410"/>
                  <a:pt x="6572" y="9515"/>
                </a:cubicBezTo>
                <a:cubicBezTo>
                  <a:pt x="6656" y="9543"/>
                  <a:pt x="6739" y="9556"/>
                  <a:pt x="6818" y="9556"/>
                </a:cubicBezTo>
                <a:cubicBezTo>
                  <a:pt x="6950" y="9556"/>
                  <a:pt x="7073" y="9520"/>
                  <a:pt x="7184" y="9455"/>
                </a:cubicBezTo>
                <a:cubicBezTo>
                  <a:pt x="7244" y="9425"/>
                  <a:pt x="7289" y="9395"/>
                  <a:pt x="7334" y="9350"/>
                </a:cubicBezTo>
                <a:cubicBezTo>
                  <a:pt x="7677" y="9007"/>
                  <a:pt x="7707" y="8305"/>
                  <a:pt x="7393" y="7693"/>
                </a:cubicBezTo>
                <a:cubicBezTo>
                  <a:pt x="7184" y="7259"/>
                  <a:pt x="6841" y="6946"/>
                  <a:pt x="6482" y="6841"/>
                </a:cubicBezTo>
                <a:cubicBezTo>
                  <a:pt x="6393" y="6811"/>
                  <a:pt x="6318" y="6796"/>
                  <a:pt x="6228" y="6796"/>
                </a:cubicBezTo>
                <a:cubicBezTo>
                  <a:pt x="6258" y="6632"/>
                  <a:pt x="6213" y="6408"/>
                  <a:pt x="6124" y="6124"/>
                </a:cubicBezTo>
                <a:lnTo>
                  <a:pt x="6124" y="6124"/>
                </a:lnTo>
                <a:cubicBezTo>
                  <a:pt x="6372" y="6203"/>
                  <a:pt x="6562" y="6247"/>
                  <a:pt x="6726" y="6247"/>
                </a:cubicBezTo>
                <a:cubicBezTo>
                  <a:pt x="6750" y="6247"/>
                  <a:pt x="6773" y="6246"/>
                  <a:pt x="6796" y="6244"/>
                </a:cubicBezTo>
                <a:cubicBezTo>
                  <a:pt x="6796" y="6318"/>
                  <a:pt x="6811" y="6408"/>
                  <a:pt x="6841" y="6483"/>
                </a:cubicBezTo>
                <a:cubicBezTo>
                  <a:pt x="6945" y="6841"/>
                  <a:pt x="7259" y="7185"/>
                  <a:pt x="7677" y="7394"/>
                </a:cubicBezTo>
                <a:cubicBezTo>
                  <a:pt x="7977" y="7544"/>
                  <a:pt x="8290" y="7618"/>
                  <a:pt x="8572" y="7618"/>
                </a:cubicBezTo>
                <a:cubicBezTo>
                  <a:pt x="8882" y="7618"/>
                  <a:pt x="9155" y="7529"/>
                  <a:pt x="9335" y="7349"/>
                </a:cubicBezTo>
                <a:cubicBezTo>
                  <a:pt x="9380" y="7304"/>
                  <a:pt x="9425" y="7244"/>
                  <a:pt x="9455" y="7185"/>
                </a:cubicBezTo>
                <a:cubicBezTo>
                  <a:pt x="9559" y="7005"/>
                  <a:pt x="9589" y="6796"/>
                  <a:pt x="9514" y="6572"/>
                </a:cubicBezTo>
                <a:cubicBezTo>
                  <a:pt x="9410" y="6214"/>
                  <a:pt x="9096" y="5885"/>
                  <a:pt x="8663" y="5661"/>
                </a:cubicBezTo>
                <a:cubicBezTo>
                  <a:pt x="8378" y="5515"/>
                  <a:pt x="8076" y="5444"/>
                  <a:pt x="7799" y="5444"/>
                </a:cubicBezTo>
                <a:cubicBezTo>
                  <a:pt x="7482" y="5444"/>
                  <a:pt x="7196" y="5538"/>
                  <a:pt x="7005" y="5721"/>
                </a:cubicBezTo>
                <a:cubicBezTo>
                  <a:pt x="7005" y="5736"/>
                  <a:pt x="6990" y="5736"/>
                  <a:pt x="6990" y="5751"/>
                </a:cubicBezTo>
                <a:lnTo>
                  <a:pt x="5646" y="5034"/>
                </a:lnTo>
                <a:cubicBezTo>
                  <a:pt x="5526" y="4795"/>
                  <a:pt x="5392" y="4526"/>
                  <a:pt x="5243" y="4227"/>
                </a:cubicBezTo>
                <a:cubicBezTo>
                  <a:pt x="4152" y="2226"/>
                  <a:pt x="2748" y="1"/>
                  <a:pt x="195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6" name="Google Shape;1776;p83"/>
          <p:cNvGrpSpPr/>
          <p:nvPr/>
        </p:nvGrpSpPr>
        <p:grpSpPr>
          <a:xfrm>
            <a:off x="2155599" y="1506701"/>
            <a:ext cx="346347" cy="339623"/>
            <a:chOff x="1490050" y="3805975"/>
            <a:chExt cx="491900" cy="482350"/>
          </a:xfrm>
        </p:grpSpPr>
        <p:sp>
          <p:nvSpPr>
            <p:cNvPr id="1777" name="Google Shape;1777;p83"/>
            <p:cNvSpPr/>
            <p:nvPr/>
          </p:nvSpPr>
          <p:spPr>
            <a:xfrm>
              <a:off x="1541775" y="3877050"/>
              <a:ext cx="302500" cy="277225"/>
            </a:xfrm>
            <a:custGeom>
              <a:rect b="b" l="l" r="r" t="t"/>
              <a:pathLst>
                <a:path extrusionOk="0" h="11089" w="1210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83"/>
            <p:cNvSpPr/>
            <p:nvPr/>
          </p:nvSpPr>
          <p:spPr>
            <a:xfrm>
              <a:off x="1824450" y="3805975"/>
              <a:ext cx="157500" cy="150525"/>
            </a:xfrm>
            <a:custGeom>
              <a:rect b="b" l="l" r="r" t="t"/>
              <a:pathLst>
                <a:path extrusionOk="0" h="6021" w="630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83"/>
            <p:cNvSpPr/>
            <p:nvPr/>
          </p:nvSpPr>
          <p:spPr>
            <a:xfrm>
              <a:off x="1626675" y="3936600"/>
              <a:ext cx="277225" cy="302600"/>
            </a:xfrm>
            <a:custGeom>
              <a:rect b="b" l="l" r="r" t="t"/>
              <a:pathLst>
                <a:path extrusionOk="0" h="12104" w="11089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83"/>
            <p:cNvSpPr/>
            <p:nvPr/>
          </p:nvSpPr>
          <p:spPr>
            <a:xfrm>
              <a:off x="1490050" y="4166500"/>
              <a:ext cx="129950" cy="121825"/>
            </a:xfrm>
            <a:custGeom>
              <a:rect b="b" l="l" r="r" t="t"/>
              <a:pathLst>
                <a:path extrusionOk="0" h="4873" w="5198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1" name="Google Shape;1781;p83"/>
          <p:cNvGrpSpPr/>
          <p:nvPr/>
        </p:nvGrpSpPr>
        <p:grpSpPr>
          <a:xfrm>
            <a:off x="2182070" y="4201409"/>
            <a:ext cx="293416" cy="339253"/>
            <a:chOff x="2710875" y="3806450"/>
            <a:chExt cx="416725" cy="481825"/>
          </a:xfrm>
        </p:grpSpPr>
        <p:sp>
          <p:nvSpPr>
            <p:cNvPr id="1782" name="Google Shape;1782;p83"/>
            <p:cNvSpPr/>
            <p:nvPr/>
          </p:nvSpPr>
          <p:spPr>
            <a:xfrm>
              <a:off x="2710875" y="4144450"/>
              <a:ext cx="416725" cy="143825"/>
            </a:xfrm>
            <a:custGeom>
              <a:rect b="b" l="l" r="r" t="t"/>
              <a:pathLst>
                <a:path extrusionOk="0" h="5753" w="16669">
                  <a:moveTo>
                    <a:pt x="2313" y="1"/>
                  </a:moveTo>
                  <a:lnTo>
                    <a:pt x="260" y="3590"/>
                  </a:lnTo>
                  <a:cubicBezTo>
                    <a:pt x="1" y="4039"/>
                    <a:pt x="1" y="4590"/>
                    <a:pt x="266" y="5036"/>
                  </a:cubicBezTo>
                  <a:cubicBezTo>
                    <a:pt x="517" y="5479"/>
                    <a:pt x="986" y="5752"/>
                    <a:pt x="1495" y="5752"/>
                  </a:cubicBezTo>
                  <a:cubicBezTo>
                    <a:pt x="1498" y="5752"/>
                    <a:pt x="1501" y="5752"/>
                    <a:pt x="1503" y="5752"/>
                  </a:cubicBezTo>
                  <a:lnTo>
                    <a:pt x="15165" y="5752"/>
                  </a:lnTo>
                  <a:cubicBezTo>
                    <a:pt x="15168" y="5752"/>
                    <a:pt x="15171" y="5752"/>
                    <a:pt x="15174" y="5752"/>
                  </a:cubicBezTo>
                  <a:cubicBezTo>
                    <a:pt x="15682" y="5752"/>
                    <a:pt x="16151" y="5479"/>
                    <a:pt x="16403" y="5036"/>
                  </a:cubicBezTo>
                  <a:cubicBezTo>
                    <a:pt x="16668" y="4590"/>
                    <a:pt x="16668" y="4039"/>
                    <a:pt x="16409" y="3590"/>
                  </a:cubicBezTo>
                  <a:lnTo>
                    <a:pt x="143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83"/>
            <p:cNvSpPr/>
            <p:nvPr/>
          </p:nvSpPr>
          <p:spPr>
            <a:xfrm>
              <a:off x="2784800" y="3806450"/>
              <a:ext cx="268850" cy="309800"/>
            </a:xfrm>
            <a:custGeom>
              <a:rect b="b" l="l" r="r" t="t"/>
              <a:pathLst>
                <a:path extrusionOk="0" h="12392" w="10754">
                  <a:moveTo>
                    <a:pt x="5379" y="8113"/>
                  </a:moveTo>
                  <a:cubicBezTo>
                    <a:pt x="5882" y="8113"/>
                    <a:pt x="6132" y="8721"/>
                    <a:pt x="5776" y="9076"/>
                  </a:cubicBezTo>
                  <a:cubicBezTo>
                    <a:pt x="5661" y="9192"/>
                    <a:pt x="5519" y="9244"/>
                    <a:pt x="5380" y="9244"/>
                  </a:cubicBezTo>
                  <a:cubicBezTo>
                    <a:pt x="5091" y="9244"/>
                    <a:pt x="4813" y="9019"/>
                    <a:pt x="4813" y="8679"/>
                  </a:cubicBezTo>
                  <a:cubicBezTo>
                    <a:pt x="4813" y="8366"/>
                    <a:pt x="5066" y="8113"/>
                    <a:pt x="5379" y="8113"/>
                  </a:cubicBezTo>
                  <a:close/>
                  <a:moveTo>
                    <a:pt x="4280" y="9989"/>
                  </a:moveTo>
                  <a:cubicBezTo>
                    <a:pt x="4783" y="9989"/>
                    <a:pt x="5036" y="10597"/>
                    <a:pt x="4680" y="10952"/>
                  </a:cubicBezTo>
                  <a:cubicBezTo>
                    <a:pt x="4566" y="11067"/>
                    <a:pt x="4425" y="11118"/>
                    <a:pt x="4286" y="11118"/>
                  </a:cubicBezTo>
                  <a:cubicBezTo>
                    <a:pt x="3996" y="11118"/>
                    <a:pt x="3717" y="10892"/>
                    <a:pt x="3717" y="10552"/>
                  </a:cubicBezTo>
                  <a:cubicBezTo>
                    <a:pt x="3717" y="10242"/>
                    <a:pt x="3970" y="9989"/>
                    <a:pt x="4280" y="9989"/>
                  </a:cubicBezTo>
                  <a:close/>
                  <a:moveTo>
                    <a:pt x="6475" y="9989"/>
                  </a:moveTo>
                  <a:cubicBezTo>
                    <a:pt x="6978" y="9989"/>
                    <a:pt x="7231" y="10597"/>
                    <a:pt x="6875" y="10952"/>
                  </a:cubicBezTo>
                  <a:cubicBezTo>
                    <a:pt x="6761" y="11067"/>
                    <a:pt x="6620" y="11118"/>
                    <a:pt x="6481" y="11118"/>
                  </a:cubicBezTo>
                  <a:cubicBezTo>
                    <a:pt x="6191" y="11118"/>
                    <a:pt x="5912" y="10892"/>
                    <a:pt x="5912" y="10552"/>
                  </a:cubicBezTo>
                  <a:cubicBezTo>
                    <a:pt x="5912" y="10242"/>
                    <a:pt x="6162" y="9989"/>
                    <a:pt x="6475" y="9989"/>
                  </a:cubicBezTo>
                  <a:close/>
                  <a:moveTo>
                    <a:pt x="1744" y="0"/>
                  </a:moveTo>
                  <a:cubicBezTo>
                    <a:pt x="1434" y="0"/>
                    <a:pt x="1181" y="253"/>
                    <a:pt x="1181" y="566"/>
                  </a:cubicBezTo>
                  <a:cubicBezTo>
                    <a:pt x="1181" y="877"/>
                    <a:pt x="1434" y="1130"/>
                    <a:pt x="1744" y="1130"/>
                  </a:cubicBezTo>
                  <a:lnTo>
                    <a:pt x="2259" y="1130"/>
                  </a:lnTo>
                  <a:lnTo>
                    <a:pt x="2259" y="8444"/>
                  </a:lnTo>
                  <a:lnTo>
                    <a:pt x="1" y="12392"/>
                  </a:lnTo>
                  <a:lnTo>
                    <a:pt x="10754" y="12392"/>
                  </a:lnTo>
                  <a:lnTo>
                    <a:pt x="8496" y="8444"/>
                  </a:lnTo>
                  <a:lnTo>
                    <a:pt x="8496" y="1130"/>
                  </a:lnTo>
                  <a:lnTo>
                    <a:pt x="9010" y="1130"/>
                  </a:lnTo>
                  <a:cubicBezTo>
                    <a:pt x="9321" y="1130"/>
                    <a:pt x="9574" y="877"/>
                    <a:pt x="9574" y="566"/>
                  </a:cubicBezTo>
                  <a:cubicBezTo>
                    <a:pt x="9574" y="253"/>
                    <a:pt x="9321" y="0"/>
                    <a:pt x="90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4" name="Google Shape;1784;p83"/>
          <p:cNvGrpSpPr/>
          <p:nvPr/>
        </p:nvGrpSpPr>
        <p:grpSpPr>
          <a:xfrm>
            <a:off x="479708" y="3658679"/>
            <a:ext cx="429504" cy="370879"/>
            <a:chOff x="-42651700" y="3217825"/>
            <a:chExt cx="367600" cy="317425"/>
          </a:xfrm>
        </p:grpSpPr>
        <p:sp>
          <p:nvSpPr>
            <p:cNvPr id="1785" name="Google Shape;1785;p83"/>
            <p:cNvSpPr/>
            <p:nvPr/>
          </p:nvSpPr>
          <p:spPr>
            <a:xfrm>
              <a:off x="-42651700" y="3239075"/>
              <a:ext cx="367600" cy="296175"/>
            </a:xfrm>
            <a:custGeom>
              <a:rect b="b" l="l" r="r" t="t"/>
              <a:pathLst>
                <a:path extrusionOk="0" h="11847" w="14704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83"/>
            <p:cNvSpPr/>
            <p:nvPr/>
          </p:nvSpPr>
          <p:spPr>
            <a:xfrm>
              <a:off x="-42561375" y="3279250"/>
              <a:ext cx="185900" cy="186700"/>
            </a:xfrm>
            <a:custGeom>
              <a:rect b="b" l="l" r="r" t="t"/>
              <a:pathLst>
                <a:path extrusionOk="0" h="7468" w="7436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83"/>
            <p:cNvSpPr/>
            <p:nvPr/>
          </p:nvSpPr>
          <p:spPr>
            <a:xfrm>
              <a:off x="-42419600" y="3217825"/>
              <a:ext cx="106350" cy="106350"/>
            </a:xfrm>
            <a:custGeom>
              <a:rect b="b" l="l" r="r" t="t"/>
              <a:pathLst>
                <a:path extrusionOk="0" h="4254" w="4254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83"/>
            <p:cNvSpPr/>
            <p:nvPr/>
          </p:nvSpPr>
          <p:spPr>
            <a:xfrm>
              <a:off x="-42623600" y="3218600"/>
              <a:ext cx="106350" cy="106375"/>
            </a:xfrm>
            <a:custGeom>
              <a:rect b="b" l="l" r="r" t="t"/>
              <a:pathLst>
                <a:path extrusionOk="0" h="4255" w="4254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89" name="Google Shape;1789;p83"/>
          <p:cNvCxnSpPr/>
          <p:nvPr/>
        </p:nvCxnSpPr>
        <p:spPr>
          <a:xfrm>
            <a:off x="4664349" y="635541"/>
            <a:ext cx="0" cy="4039500"/>
          </a:xfrm>
          <a:prstGeom prst="straightConnector1">
            <a:avLst/>
          </a:prstGeom>
          <a:noFill/>
          <a:ln cap="flat" cmpd="sng" w="14300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4" name="Google Shape;1794;p84"/>
          <p:cNvGrpSpPr/>
          <p:nvPr/>
        </p:nvGrpSpPr>
        <p:grpSpPr>
          <a:xfrm>
            <a:off x="3404288" y="2086828"/>
            <a:ext cx="294401" cy="353645"/>
            <a:chOff x="-35814600" y="3202075"/>
            <a:chExt cx="242625" cy="291450"/>
          </a:xfrm>
        </p:grpSpPr>
        <p:sp>
          <p:nvSpPr>
            <p:cNvPr id="1795" name="Google Shape;1795;p84"/>
            <p:cNvSpPr/>
            <p:nvPr/>
          </p:nvSpPr>
          <p:spPr>
            <a:xfrm>
              <a:off x="-35814600" y="3202075"/>
              <a:ext cx="51225" cy="202450"/>
            </a:xfrm>
            <a:custGeom>
              <a:rect b="b" l="l" r="r" t="t"/>
              <a:pathLst>
                <a:path extrusionOk="0" h="8098" w="2049">
                  <a:moveTo>
                    <a:pt x="1702" y="0"/>
                  </a:moveTo>
                  <a:cubicBezTo>
                    <a:pt x="757" y="0"/>
                    <a:pt x="1" y="788"/>
                    <a:pt x="1" y="1733"/>
                  </a:cubicBezTo>
                  <a:lnTo>
                    <a:pt x="1" y="8097"/>
                  </a:lnTo>
                  <a:cubicBezTo>
                    <a:pt x="348" y="7782"/>
                    <a:pt x="820" y="7562"/>
                    <a:pt x="1387" y="7562"/>
                  </a:cubicBezTo>
                  <a:lnTo>
                    <a:pt x="2049" y="7562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84"/>
            <p:cNvSpPr/>
            <p:nvPr/>
          </p:nvSpPr>
          <p:spPr>
            <a:xfrm>
              <a:off x="-35814600" y="3407650"/>
              <a:ext cx="242625" cy="68550"/>
            </a:xfrm>
            <a:custGeom>
              <a:rect b="b" l="l" r="r" t="t"/>
              <a:pathLst>
                <a:path extrusionOk="0" h="2742" w="9705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00" y="2741"/>
                    <a:pt x="1356" y="2741"/>
                  </a:cubicBezTo>
                  <a:lnTo>
                    <a:pt x="4758" y="2741"/>
                  </a:lnTo>
                  <a:lnTo>
                    <a:pt x="4758" y="1733"/>
                  </a:lnTo>
                  <a:lnTo>
                    <a:pt x="1702" y="1733"/>
                  </a:lnTo>
                  <a:cubicBezTo>
                    <a:pt x="1513" y="1733"/>
                    <a:pt x="1356" y="1575"/>
                    <a:pt x="1356" y="1355"/>
                  </a:cubicBezTo>
                  <a:cubicBezTo>
                    <a:pt x="1356" y="1166"/>
                    <a:pt x="1513" y="1008"/>
                    <a:pt x="1702" y="1008"/>
                  </a:cubicBezTo>
                  <a:lnTo>
                    <a:pt x="9232" y="1008"/>
                  </a:lnTo>
                  <a:cubicBezTo>
                    <a:pt x="9263" y="851"/>
                    <a:pt x="9326" y="662"/>
                    <a:pt x="9452" y="536"/>
                  </a:cubicBezTo>
                  <a:cubicBezTo>
                    <a:pt x="9704" y="221"/>
                    <a:pt x="9484" y="0"/>
                    <a:pt x="9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84"/>
            <p:cNvSpPr/>
            <p:nvPr/>
          </p:nvSpPr>
          <p:spPr>
            <a:xfrm>
              <a:off x="-35627125" y="3450950"/>
              <a:ext cx="55150" cy="25250"/>
            </a:xfrm>
            <a:custGeom>
              <a:rect b="b" l="l" r="r" t="t"/>
              <a:pathLst>
                <a:path extrusionOk="0" h="1010" w="2206">
                  <a:moveTo>
                    <a:pt x="0" y="1"/>
                  </a:moveTo>
                  <a:lnTo>
                    <a:pt x="0" y="1009"/>
                  </a:lnTo>
                  <a:lnTo>
                    <a:pt x="1670" y="1009"/>
                  </a:lnTo>
                  <a:cubicBezTo>
                    <a:pt x="1953" y="1009"/>
                    <a:pt x="2205" y="788"/>
                    <a:pt x="1953" y="505"/>
                  </a:cubicBezTo>
                  <a:cubicBezTo>
                    <a:pt x="1827" y="347"/>
                    <a:pt x="1764" y="190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84"/>
            <p:cNvSpPr/>
            <p:nvPr/>
          </p:nvSpPr>
          <p:spPr>
            <a:xfrm>
              <a:off x="-35703525" y="3305250"/>
              <a:ext cx="84300" cy="34675"/>
            </a:xfrm>
            <a:custGeom>
              <a:rect b="b" l="l" r="r" t="t"/>
              <a:pathLst>
                <a:path extrusionOk="0" h="1387" w="3372">
                  <a:moveTo>
                    <a:pt x="1701" y="0"/>
                  </a:moveTo>
                  <a:cubicBezTo>
                    <a:pt x="882" y="0"/>
                    <a:pt x="221" y="599"/>
                    <a:pt x="0" y="1387"/>
                  </a:cubicBezTo>
                  <a:lnTo>
                    <a:pt x="3371" y="1387"/>
                  </a:lnTo>
                  <a:cubicBezTo>
                    <a:pt x="3214" y="599"/>
                    <a:pt x="2521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84"/>
            <p:cNvSpPr/>
            <p:nvPr/>
          </p:nvSpPr>
          <p:spPr>
            <a:xfrm>
              <a:off x="-35677550" y="3254050"/>
              <a:ext cx="33100" cy="33100"/>
            </a:xfrm>
            <a:custGeom>
              <a:rect b="b" l="l" r="r" t="t"/>
              <a:pathLst>
                <a:path extrusionOk="0" h="1324" w="1324">
                  <a:moveTo>
                    <a:pt x="662" y="1"/>
                  </a:moveTo>
                  <a:cubicBezTo>
                    <a:pt x="316" y="1"/>
                    <a:pt x="1" y="284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cubicBezTo>
                    <a:pt x="1040" y="1324"/>
                    <a:pt x="1324" y="1040"/>
                    <a:pt x="1324" y="662"/>
                  </a:cubicBezTo>
                  <a:cubicBezTo>
                    <a:pt x="1324" y="284"/>
                    <a:pt x="1040" y="1"/>
                    <a:pt x="6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84"/>
            <p:cNvSpPr/>
            <p:nvPr/>
          </p:nvSpPr>
          <p:spPr>
            <a:xfrm>
              <a:off x="-35746850" y="3202075"/>
              <a:ext cx="171725" cy="189050"/>
            </a:xfrm>
            <a:custGeom>
              <a:rect b="b" l="l" r="r" t="t"/>
              <a:pathLst>
                <a:path extrusionOk="0" h="7562" w="6869">
                  <a:moveTo>
                    <a:pt x="3434" y="1355"/>
                  </a:moveTo>
                  <a:cubicBezTo>
                    <a:pt x="4191" y="1355"/>
                    <a:pt x="4821" y="1985"/>
                    <a:pt x="4821" y="2741"/>
                  </a:cubicBezTo>
                  <a:cubicBezTo>
                    <a:pt x="4821" y="3088"/>
                    <a:pt x="4663" y="3403"/>
                    <a:pt x="4474" y="3655"/>
                  </a:cubicBezTo>
                  <a:cubicBezTo>
                    <a:pt x="5293" y="4033"/>
                    <a:pt x="5829" y="4852"/>
                    <a:pt x="5829" y="5829"/>
                  </a:cubicBezTo>
                  <a:cubicBezTo>
                    <a:pt x="5829" y="6018"/>
                    <a:pt x="5671" y="6175"/>
                    <a:pt x="5482" y="6175"/>
                  </a:cubicBezTo>
                  <a:lnTo>
                    <a:pt x="1387" y="6175"/>
                  </a:lnTo>
                  <a:cubicBezTo>
                    <a:pt x="1198" y="6175"/>
                    <a:pt x="1040" y="6018"/>
                    <a:pt x="1040" y="5829"/>
                  </a:cubicBezTo>
                  <a:cubicBezTo>
                    <a:pt x="1040" y="4852"/>
                    <a:pt x="1576" y="4033"/>
                    <a:pt x="2426" y="3655"/>
                  </a:cubicBezTo>
                  <a:cubicBezTo>
                    <a:pt x="2174" y="3403"/>
                    <a:pt x="2048" y="3088"/>
                    <a:pt x="2048" y="2741"/>
                  </a:cubicBezTo>
                  <a:cubicBezTo>
                    <a:pt x="2048" y="1985"/>
                    <a:pt x="2678" y="1355"/>
                    <a:pt x="3434" y="1355"/>
                  </a:cubicBezTo>
                  <a:close/>
                  <a:moveTo>
                    <a:pt x="0" y="0"/>
                  </a:moveTo>
                  <a:lnTo>
                    <a:pt x="0" y="7562"/>
                  </a:lnTo>
                  <a:lnTo>
                    <a:pt x="6868" y="7562"/>
                  </a:lnTo>
                  <a:lnTo>
                    <a:pt x="6868" y="1009"/>
                  </a:lnTo>
                  <a:cubicBezTo>
                    <a:pt x="6868" y="473"/>
                    <a:pt x="6396" y="0"/>
                    <a:pt x="5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84"/>
            <p:cNvSpPr/>
            <p:nvPr/>
          </p:nvSpPr>
          <p:spPr>
            <a:xfrm>
              <a:off x="-35677550" y="3450950"/>
              <a:ext cx="34675" cy="42575"/>
            </a:xfrm>
            <a:custGeom>
              <a:rect b="b" l="l" r="r" t="t"/>
              <a:pathLst>
                <a:path extrusionOk="0" h="1703" w="1387">
                  <a:moveTo>
                    <a:pt x="1" y="1"/>
                  </a:moveTo>
                  <a:lnTo>
                    <a:pt x="1" y="1702"/>
                  </a:lnTo>
                  <a:lnTo>
                    <a:pt x="505" y="1387"/>
                  </a:lnTo>
                  <a:cubicBezTo>
                    <a:pt x="536" y="1324"/>
                    <a:pt x="631" y="1324"/>
                    <a:pt x="694" y="1324"/>
                  </a:cubicBezTo>
                  <a:cubicBezTo>
                    <a:pt x="711" y="1316"/>
                    <a:pt x="725" y="1312"/>
                    <a:pt x="739" y="1312"/>
                  </a:cubicBezTo>
                  <a:cubicBezTo>
                    <a:pt x="776" y="1312"/>
                    <a:pt x="805" y="1341"/>
                    <a:pt x="851" y="1387"/>
                  </a:cubicBezTo>
                  <a:lnTo>
                    <a:pt x="1387" y="1702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2" name="Google Shape;1802;p84"/>
          <p:cNvGrpSpPr/>
          <p:nvPr/>
        </p:nvGrpSpPr>
        <p:grpSpPr>
          <a:xfrm>
            <a:off x="5110404" y="2635308"/>
            <a:ext cx="353645" cy="353888"/>
            <a:chOff x="-35839800" y="3561025"/>
            <a:chExt cx="291450" cy="291650"/>
          </a:xfrm>
        </p:grpSpPr>
        <p:sp>
          <p:nvSpPr>
            <p:cNvPr id="1803" name="Google Shape;1803;p84"/>
            <p:cNvSpPr/>
            <p:nvPr/>
          </p:nvSpPr>
          <p:spPr>
            <a:xfrm>
              <a:off x="-35772850" y="3612425"/>
              <a:ext cx="155200" cy="142575"/>
            </a:xfrm>
            <a:custGeom>
              <a:rect b="b" l="l" r="r" t="t"/>
              <a:pathLst>
                <a:path extrusionOk="0" h="5703" w="6208">
                  <a:moveTo>
                    <a:pt x="3088" y="693"/>
                  </a:moveTo>
                  <a:cubicBezTo>
                    <a:pt x="3655" y="693"/>
                    <a:pt x="4128" y="1166"/>
                    <a:pt x="4128" y="1733"/>
                  </a:cubicBezTo>
                  <a:cubicBezTo>
                    <a:pt x="4128" y="2174"/>
                    <a:pt x="3844" y="2552"/>
                    <a:pt x="3466" y="2710"/>
                  </a:cubicBezTo>
                  <a:lnTo>
                    <a:pt x="3466" y="3119"/>
                  </a:lnTo>
                  <a:cubicBezTo>
                    <a:pt x="3466" y="3308"/>
                    <a:pt x="3309" y="3466"/>
                    <a:pt x="3088" y="3466"/>
                  </a:cubicBezTo>
                  <a:cubicBezTo>
                    <a:pt x="2899" y="3466"/>
                    <a:pt x="2742" y="3308"/>
                    <a:pt x="2742" y="3119"/>
                  </a:cubicBezTo>
                  <a:lnTo>
                    <a:pt x="2742" y="2710"/>
                  </a:lnTo>
                  <a:cubicBezTo>
                    <a:pt x="2742" y="2426"/>
                    <a:pt x="2931" y="2174"/>
                    <a:pt x="3214" y="2080"/>
                  </a:cubicBezTo>
                  <a:cubicBezTo>
                    <a:pt x="3340" y="2048"/>
                    <a:pt x="3466" y="1891"/>
                    <a:pt x="3466" y="1765"/>
                  </a:cubicBezTo>
                  <a:cubicBezTo>
                    <a:pt x="3466" y="1576"/>
                    <a:pt x="3309" y="1418"/>
                    <a:pt x="3088" y="1418"/>
                  </a:cubicBezTo>
                  <a:cubicBezTo>
                    <a:pt x="2899" y="1418"/>
                    <a:pt x="2742" y="1576"/>
                    <a:pt x="2742" y="1765"/>
                  </a:cubicBezTo>
                  <a:cubicBezTo>
                    <a:pt x="2742" y="1954"/>
                    <a:pt x="2584" y="2111"/>
                    <a:pt x="2395" y="2111"/>
                  </a:cubicBezTo>
                  <a:cubicBezTo>
                    <a:pt x="2206" y="2111"/>
                    <a:pt x="2049" y="1954"/>
                    <a:pt x="2049" y="1765"/>
                  </a:cubicBezTo>
                  <a:cubicBezTo>
                    <a:pt x="2080" y="1166"/>
                    <a:pt x="2553" y="693"/>
                    <a:pt x="3088" y="693"/>
                  </a:cubicBezTo>
                  <a:close/>
                  <a:moveTo>
                    <a:pt x="3088" y="3781"/>
                  </a:moveTo>
                  <a:cubicBezTo>
                    <a:pt x="3309" y="3781"/>
                    <a:pt x="3466" y="3938"/>
                    <a:pt x="3466" y="4127"/>
                  </a:cubicBezTo>
                  <a:cubicBezTo>
                    <a:pt x="3466" y="4317"/>
                    <a:pt x="3309" y="4474"/>
                    <a:pt x="3088" y="4474"/>
                  </a:cubicBezTo>
                  <a:cubicBezTo>
                    <a:pt x="2899" y="4474"/>
                    <a:pt x="2742" y="4317"/>
                    <a:pt x="2742" y="4127"/>
                  </a:cubicBezTo>
                  <a:cubicBezTo>
                    <a:pt x="2742" y="3938"/>
                    <a:pt x="2899" y="3781"/>
                    <a:pt x="3088" y="3781"/>
                  </a:cubicBezTo>
                  <a:close/>
                  <a:moveTo>
                    <a:pt x="347" y="0"/>
                  </a:moveTo>
                  <a:cubicBezTo>
                    <a:pt x="158" y="32"/>
                    <a:pt x="1" y="189"/>
                    <a:pt x="1" y="347"/>
                  </a:cubicBezTo>
                  <a:lnTo>
                    <a:pt x="1" y="5010"/>
                  </a:lnTo>
                  <a:lnTo>
                    <a:pt x="694" y="5703"/>
                  </a:lnTo>
                  <a:cubicBezTo>
                    <a:pt x="1371" y="5088"/>
                    <a:pt x="2238" y="4781"/>
                    <a:pt x="3104" y="4781"/>
                  </a:cubicBezTo>
                  <a:cubicBezTo>
                    <a:pt x="3970" y="4781"/>
                    <a:pt x="4837" y="5088"/>
                    <a:pt x="5514" y="5703"/>
                  </a:cubicBezTo>
                  <a:lnTo>
                    <a:pt x="6207" y="5010"/>
                  </a:lnTo>
                  <a:lnTo>
                    <a:pt x="6207" y="347"/>
                  </a:lnTo>
                  <a:cubicBezTo>
                    <a:pt x="6207" y="158"/>
                    <a:pt x="6050" y="0"/>
                    <a:pt x="58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84"/>
            <p:cNvSpPr/>
            <p:nvPr/>
          </p:nvSpPr>
          <p:spPr>
            <a:xfrm>
              <a:off x="-35621625" y="3694325"/>
              <a:ext cx="73275" cy="143375"/>
            </a:xfrm>
            <a:custGeom>
              <a:rect b="b" l="l" r="r" t="t"/>
              <a:pathLst>
                <a:path extrusionOk="0" h="5735" w="2931">
                  <a:moveTo>
                    <a:pt x="2931" y="1"/>
                  </a:moveTo>
                  <a:lnTo>
                    <a:pt x="1" y="2899"/>
                  </a:lnTo>
                  <a:lnTo>
                    <a:pt x="2805" y="5735"/>
                  </a:lnTo>
                  <a:cubicBezTo>
                    <a:pt x="2868" y="5609"/>
                    <a:pt x="2931" y="5451"/>
                    <a:pt x="2931" y="5294"/>
                  </a:cubicBez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84"/>
            <p:cNvSpPr/>
            <p:nvPr/>
          </p:nvSpPr>
          <p:spPr>
            <a:xfrm>
              <a:off x="-35827200" y="3748675"/>
              <a:ext cx="263100" cy="104000"/>
            </a:xfrm>
            <a:custGeom>
              <a:rect b="b" l="l" r="r" t="t"/>
              <a:pathLst>
                <a:path extrusionOk="0" h="4160" w="10524">
                  <a:moveTo>
                    <a:pt x="5235" y="1"/>
                  </a:moveTo>
                  <a:cubicBezTo>
                    <a:pt x="4482" y="1"/>
                    <a:pt x="3734" y="284"/>
                    <a:pt x="3183" y="851"/>
                  </a:cubicBezTo>
                  <a:lnTo>
                    <a:pt x="1" y="4033"/>
                  </a:lnTo>
                  <a:cubicBezTo>
                    <a:pt x="158" y="4128"/>
                    <a:pt x="316" y="4159"/>
                    <a:pt x="473" y="4159"/>
                  </a:cubicBezTo>
                  <a:lnTo>
                    <a:pt x="10082" y="4159"/>
                  </a:lnTo>
                  <a:cubicBezTo>
                    <a:pt x="10240" y="4159"/>
                    <a:pt x="10398" y="4128"/>
                    <a:pt x="10524" y="4033"/>
                  </a:cubicBezTo>
                  <a:lnTo>
                    <a:pt x="7310" y="851"/>
                  </a:lnTo>
                  <a:cubicBezTo>
                    <a:pt x="6743" y="284"/>
                    <a:pt x="5987" y="1"/>
                    <a:pt x="5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84"/>
            <p:cNvSpPr/>
            <p:nvPr/>
          </p:nvSpPr>
          <p:spPr>
            <a:xfrm>
              <a:off x="-35831925" y="3635275"/>
              <a:ext cx="41775" cy="85075"/>
            </a:xfrm>
            <a:custGeom>
              <a:rect b="b" l="l" r="r" t="t"/>
              <a:pathLst>
                <a:path extrusionOk="0" h="3403" w="1671">
                  <a:moveTo>
                    <a:pt x="1671" y="0"/>
                  </a:moveTo>
                  <a:lnTo>
                    <a:pt x="1" y="1701"/>
                  </a:lnTo>
                  <a:lnTo>
                    <a:pt x="1671" y="3403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84"/>
            <p:cNvSpPr/>
            <p:nvPr/>
          </p:nvSpPr>
          <p:spPr>
            <a:xfrm>
              <a:off x="-35601150" y="3635275"/>
              <a:ext cx="43350" cy="85075"/>
            </a:xfrm>
            <a:custGeom>
              <a:rect b="b" l="l" r="r" t="t"/>
              <a:pathLst>
                <a:path extrusionOk="0" h="3403" w="1734">
                  <a:moveTo>
                    <a:pt x="1" y="0"/>
                  </a:moveTo>
                  <a:lnTo>
                    <a:pt x="1" y="3403"/>
                  </a:lnTo>
                  <a:lnTo>
                    <a:pt x="1734" y="1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84"/>
            <p:cNvSpPr/>
            <p:nvPr/>
          </p:nvSpPr>
          <p:spPr>
            <a:xfrm>
              <a:off x="-35750000" y="3561025"/>
              <a:ext cx="111075" cy="35675"/>
            </a:xfrm>
            <a:custGeom>
              <a:rect b="b" l="l" r="r" t="t"/>
              <a:pathLst>
                <a:path extrusionOk="0" h="1427" w="4443">
                  <a:moveTo>
                    <a:pt x="2182" y="1"/>
                  </a:moveTo>
                  <a:cubicBezTo>
                    <a:pt x="1686" y="1"/>
                    <a:pt x="1198" y="182"/>
                    <a:pt x="851" y="544"/>
                  </a:cubicBezTo>
                  <a:lnTo>
                    <a:pt x="0" y="1426"/>
                  </a:lnTo>
                  <a:lnTo>
                    <a:pt x="4443" y="1426"/>
                  </a:lnTo>
                  <a:lnTo>
                    <a:pt x="3560" y="544"/>
                  </a:lnTo>
                  <a:cubicBezTo>
                    <a:pt x="3182" y="182"/>
                    <a:pt x="2678" y="1"/>
                    <a:pt x="2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84"/>
            <p:cNvSpPr/>
            <p:nvPr/>
          </p:nvSpPr>
          <p:spPr>
            <a:xfrm>
              <a:off x="-35839800" y="3694325"/>
              <a:ext cx="72500" cy="143375"/>
            </a:xfrm>
            <a:custGeom>
              <a:rect b="b" l="l" r="r" t="t"/>
              <a:pathLst>
                <a:path extrusionOk="0" h="5735" w="2900">
                  <a:moveTo>
                    <a:pt x="1" y="1"/>
                  </a:moveTo>
                  <a:lnTo>
                    <a:pt x="1" y="5294"/>
                  </a:lnTo>
                  <a:cubicBezTo>
                    <a:pt x="1" y="5451"/>
                    <a:pt x="32" y="5609"/>
                    <a:pt x="95" y="5735"/>
                  </a:cubicBezTo>
                  <a:lnTo>
                    <a:pt x="2899" y="289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0" name="Google Shape;1810;p84"/>
          <p:cNvSpPr/>
          <p:nvPr/>
        </p:nvSpPr>
        <p:spPr>
          <a:xfrm>
            <a:off x="1638918" y="2635438"/>
            <a:ext cx="355557" cy="353645"/>
          </a:xfrm>
          <a:custGeom>
            <a:rect b="b" l="l" r="r" t="t"/>
            <a:pathLst>
              <a:path extrusionOk="0" h="11658" w="11721">
                <a:moveTo>
                  <a:pt x="6144" y="2773"/>
                </a:moveTo>
                <a:cubicBezTo>
                  <a:pt x="7467" y="2868"/>
                  <a:pt x="8570" y="3813"/>
                  <a:pt x="8885" y="5042"/>
                </a:cubicBezTo>
                <a:cubicBezTo>
                  <a:pt x="8917" y="5231"/>
                  <a:pt x="8791" y="5388"/>
                  <a:pt x="8633" y="5483"/>
                </a:cubicBezTo>
                <a:cubicBezTo>
                  <a:pt x="8613" y="5486"/>
                  <a:pt x="8594" y="5487"/>
                  <a:pt x="8575" y="5487"/>
                </a:cubicBezTo>
                <a:cubicBezTo>
                  <a:pt x="8412" y="5487"/>
                  <a:pt x="8277" y="5372"/>
                  <a:pt x="8192" y="5231"/>
                </a:cubicBezTo>
                <a:cubicBezTo>
                  <a:pt x="7972" y="4254"/>
                  <a:pt x="7089" y="3561"/>
                  <a:pt x="6113" y="3466"/>
                </a:cubicBezTo>
                <a:cubicBezTo>
                  <a:pt x="5924" y="3466"/>
                  <a:pt x="5798" y="3277"/>
                  <a:pt x="5798" y="3120"/>
                </a:cubicBezTo>
                <a:cubicBezTo>
                  <a:pt x="5798" y="2868"/>
                  <a:pt x="5955" y="2773"/>
                  <a:pt x="6144" y="2773"/>
                </a:cubicBezTo>
                <a:close/>
                <a:moveTo>
                  <a:pt x="6222" y="1414"/>
                </a:moveTo>
                <a:cubicBezTo>
                  <a:pt x="6238" y="1414"/>
                  <a:pt x="6254" y="1416"/>
                  <a:pt x="6270" y="1418"/>
                </a:cubicBezTo>
                <a:cubicBezTo>
                  <a:pt x="8161" y="1576"/>
                  <a:pt x="9862" y="2962"/>
                  <a:pt x="10240" y="5136"/>
                </a:cubicBezTo>
                <a:cubicBezTo>
                  <a:pt x="10303" y="5325"/>
                  <a:pt x="10177" y="5483"/>
                  <a:pt x="9988" y="5514"/>
                </a:cubicBezTo>
                <a:cubicBezTo>
                  <a:pt x="9960" y="5518"/>
                  <a:pt x="9934" y="5520"/>
                  <a:pt x="9908" y="5520"/>
                </a:cubicBezTo>
                <a:cubicBezTo>
                  <a:pt x="9730" y="5520"/>
                  <a:pt x="9606" y="5424"/>
                  <a:pt x="9578" y="5231"/>
                </a:cubicBezTo>
                <a:cubicBezTo>
                  <a:pt x="9263" y="3466"/>
                  <a:pt x="7846" y="2238"/>
                  <a:pt x="6239" y="2143"/>
                </a:cubicBezTo>
                <a:cubicBezTo>
                  <a:pt x="6050" y="2143"/>
                  <a:pt x="5924" y="1923"/>
                  <a:pt x="5924" y="1765"/>
                </a:cubicBezTo>
                <a:cubicBezTo>
                  <a:pt x="5924" y="1563"/>
                  <a:pt x="6055" y="1414"/>
                  <a:pt x="6222" y="1414"/>
                </a:cubicBezTo>
                <a:close/>
                <a:moveTo>
                  <a:pt x="5907" y="4124"/>
                </a:moveTo>
                <a:cubicBezTo>
                  <a:pt x="5923" y="4124"/>
                  <a:pt x="5939" y="4125"/>
                  <a:pt x="5955" y="4128"/>
                </a:cubicBezTo>
                <a:cubicBezTo>
                  <a:pt x="6680" y="4191"/>
                  <a:pt x="7247" y="4663"/>
                  <a:pt x="7499" y="5325"/>
                </a:cubicBezTo>
                <a:cubicBezTo>
                  <a:pt x="7530" y="5514"/>
                  <a:pt x="7467" y="5672"/>
                  <a:pt x="7247" y="5766"/>
                </a:cubicBezTo>
                <a:cubicBezTo>
                  <a:pt x="7223" y="5770"/>
                  <a:pt x="7199" y="5772"/>
                  <a:pt x="7177" y="5772"/>
                </a:cubicBezTo>
                <a:cubicBezTo>
                  <a:pt x="7019" y="5772"/>
                  <a:pt x="6892" y="5679"/>
                  <a:pt x="6837" y="5514"/>
                </a:cubicBezTo>
                <a:cubicBezTo>
                  <a:pt x="6711" y="5136"/>
                  <a:pt x="6365" y="4852"/>
                  <a:pt x="5924" y="4821"/>
                </a:cubicBezTo>
                <a:cubicBezTo>
                  <a:pt x="5735" y="4821"/>
                  <a:pt x="5609" y="4663"/>
                  <a:pt x="5609" y="4443"/>
                </a:cubicBezTo>
                <a:cubicBezTo>
                  <a:pt x="5609" y="4270"/>
                  <a:pt x="5740" y="4124"/>
                  <a:pt x="5907" y="4124"/>
                </a:cubicBezTo>
                <a:close/>
                <a:moveTo>
                  <a:pt x="3385" y="3199"/>
                </a:moveTo>
                <a:cubicBezTo>
                  <a:pt x="3455" y="3199"/>
                  <a:pt x="3527" y="3225"/>
                  <a:pt x="3592" y="3277"/>
                </a:cubicBezTo>
                <a:lnTo>
                  <a:pt x="4695" y="4096"/>
                </a:lnTo>
                <a:cubicBezTo>
                  <a:pt x="4853" y="4222"/>
                  <a:pt x="4884" y="4411"/>
                  <a:pt x="4790" y="4569"/>
                </a:cubicBezTo>
                <a:lnTo>
                  <a:pt x="4159" y="5388"/>
                </a:lnTo>
                <a:lnTo>
                  <a:pt x="6869" y="7436"/>
                </a:lnTo>
                <a:lnTo>
                  <a:pt x="7499" y="6617"/>
                </a:lnTo>
                <a:cubicBezTo>
                  <a:pt x="7572" y="6525"/>
                  <a:pt x="7667" y="6476"/>
                  <a:pt x="7765" y="6476"/>
                </a:cubicBezTo>
                <a:cubicBezTo>
                  <a:pt x="7835" y="6476"/>
                  <a:pt x="7906" y="6501"/>
                  <a:pt x="7972" y="6554"/>
                </a:cubicBezTo>
                <a:lnTo>
                  <a:pt x="9074" y="7373"/>
                </a:lnTo>
                <a:cubicBezTo>
                  <a:pt x="9232" y="7499"/>
                  <a:pt x="9263" y="7688"/>
                  <a:pt x="9137" y="7845"/>
                </a:cubicBezTo>
                <a:lnTo>
                  <a:pt x="8507" y="8665"/>
                </a:lnTo>
                <a:cubicBezTo>
                  <a:pt x="8225" y="9022"/>
                  <a:pt x="7819" y="9211"/>
                  <a:pt x="7403" y="9211"/>
                </a:cubicBezTo>
                <a:cubicBezTo>
                  <a:pt x="7123" y="9211"/>
                  <a:pt x="6839" y="9126"/>
                  <a:pt x="6585" y="8948"/>
                </a:cubicBezTo>
                <a:lnTo>
                  <a:pt x="2773" y="6081"/>
                </a:lnTo>
                <a:cubicBezTo>
                  <a:pt x="2143" y="5672"/>
                  <a:pt x="2017" y="4821"/>
                  <a:pt x="2490" y="4191"/>
                </a:cubicBezTo>
                <a:lnTo>
                  <a:pt x="3120" y="3340"/>
                </a:lnTo>
                <a:cubicBezTo>
                  <a:pt x="3193" y="3248"/>
                  <a:pt x="3288" y="3199"/>
                  <a:pt x="3385" y="3199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64" y="9011"/>
                  <a:pt x="2647" y="11658"/>
                  <a:pt x="5892" y="11658"/>
                </a:cubicBezTo>
                <a:cubicBezTo>
                  <a:pt x="6900" y="11658"/>
                  <a:pt x="7940" y="11374"/>
                  <a:pt x="8822" y="10838"/>
                </a:cubicBezTo>
                <a:lnTo>
                  <a:pt x="11248" y="11626"/>
                </a:lnTo>
                <a:cubicBezTo>
                  <a:pt x="11272" y="11634"/>
                  <a:pt x="11299" y="11638"/>
                  <a:pt x="11329" y="11638"/>
                </a:cubicBezTo>
                <a:cubicBezTo>
                  <a:pt x="11417" y="11638"/>
                  <a:pt x="11524" y="11602"/>
                  <a:pt x="11595" y="11531"/>
                </a:cubicBezTo>
                <a:cubicBezTo>
                  <a:pt x="11658" y="11468"/>
                  <a:pt x="11721" y="11311"/>
                  <a:pt x="11658" y="11185"/>
                </a:cubicBezTo>
                <a:lnTo>
                  <a:pt x="10838" y="8791"/>
                </a:lnTo>
                <a:cubicBezTo>
                  <a:pt x="11406" y="7877"/>
                  <a:pt x="11658" y="6869"/>
                  <a:pt x="11658" y="5829"/>
                </a:cubicBezTo>
                <a:cubicBezTo>
                  <a:pt x="11658" y="2647"/>
                  <a:pt x="9043" y="1"/>
                  <a:pt x="582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1" name="Google Shape;1811;p84"/>
          <p:cNvGrpSpPr/>
          <p:nvPr/>
        </p:nvGrpSpPr>
        <p:grpSpPr>
          <a:xfrm>
            <a:off x="2793797" y="3212227"/>
            <a:ext cx="353645" cy="353645"/>
            <a:chOff x="-34003850" y="3227275"/>
            <a:chExt cx="291450" cy="291450"/>
          </a:xfrm>
        </p:grpSpPr>
        <p:sp>
          <p:nvSpPr>
            <p:cNvPr id="1812" name="Google Shape;1812;p84"/>
            <p:cNvSpPr/>
            <p:nvPr/>
          </p:nvSpPr>
          <p:spPr>
            <a:xfrm>
              <a:off x="-33852625" y="3313925"/>
              <a:ext cx="128425" cy="49625"/>
            </a:xfrm>
            <a:custGeom>
              <a:rect b="b" l="l" r="r" t="t"/>
              <a:pathLst>
                <a:path extrusionOk="0" h="1985" w="5137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84"/>
            <p:cNvSpPr/>
            <p:nvPr/>
          </p:nvSpPr>
          <p:spPr>
            <a:xfrm>
              <a:off x="-33866000" y="3328875"/>
              <a:ext cx="153600" cy="103200"/>
            </a:xfrm>
            <a:custGeom>
              <a:rect b="b" l="l" r="r" t="t"/>
              <a:pathLst>
                <a:path extrusionOk="0" h="4128" w="6144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84"/>
            <p:cNvSpPr/>
            <p:nvPr/>
          </p:nvSpPr>
          <p:spPr>
            <a:xfrm>
              <a:off x="-34003850" y="3279250"/>
              <a:ext cx="189050" cy="188275"/>
            </a:xfrm>
            <a:custGeom>
              <a:rect b="b" l="l" r="r" t="t"/>
              <a:pathLst>
                <a:path extrusionOk="0" h="7531" w="7562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84"/>
            <p:cNvSpPr/>
            <p:nvPr/>
          </p:nvSpPr>
          <p:spPr>
            <a:xfrm>
              <a:off x="-34003850" y="3227275"/>
              <a:ext cx="189050" cy="34675"/>
            </a:xfrm>
            <a:custGeom>
              <a:rect b="b" l="l" r="r" t="t"/>
              <a:pathLst>
                <a:path extrusionOk="0" h="1387" w="7562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84"/>
            <p:cNvSpPr/>
            <p:nvPr/>
          </p:nvSpPr>
          <p:spPr>
            <a:xfrm>
              <a:off x="-34003850" y="3484050"/>
              <a:ext cx="189050" cy="34675"/>
            </a:xfrm>
            <a:custGeom>
              <a:rect b="b" l="l" r="r" t="t"/>
              <a:pathLst>
                <a:path extrusionOk="0" h="1387" w="7562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7" name="Google Shape;1817;p84"/>
          <p:cNvGrpSpPr/>
          <p:nvPr/>
        </p:nvGrpSpPr>
        <p:grpSpPr>
          <a:xfrm>
            <a:off x="4535917" y="2078013"/>
            <a:ext cx="355557" cy="354616"/>
            <a:chOff x="-34005425" y="3945575"/>
            <a:chExt cx="293025" cy="292250"/>
          </a:xfrm>
        </p:grpSpPr>
        <p:sp>
          <p:nvSpPr>
            <p:cNvPr id="1818" name="Google Shape;1818;p84"/>
            <p:cNvSpPr/>
            <p:nvPr/>
          </p:nvSpPr>
          <p:spPr>
            <a:xfrm>
              <a:off x="-33952650" y="3998350"/>
              <a:ext cx="186700" cy="186700"/>
            </a:xfrm>
            <a:custGeom>
              <a:rect b="b" l="l" r="r" t="t"/>
              <a:pathLst>
                <a:path extrusionOk="0" h="7468" w="7468">
                  <a:moveTo>
                    <a:pt x="5861" y="2017"/>
                  </a:moveTo>
                  <a:cubicBezTo>
                    <a:pt x="6050" y="2017"/>
                    <a:pt x="6207" y="2143"/>
                    <a:pt x="6207" y="2364"/>
                  </a:cubicBezTo>
                  <a:lnTo>
                    <a:pt x="6207" y="3750"/>
                  </a:lnTo>
                  <a:lnTo>
                    <a:pt x="6207" y="5104"/>
                  </a:lnTo>
                  <a:cubicBezTo>
                    <a:pt x="6207" y="5325"/>
                    <a:pt x="6050" y="5451"/>
                    <a:pt x="5861" y="5451"/>
                  </a:cubicBezTo>
                  <a:cubicBezTo>
                    <a:pt x="5672" y="5451"/>
                    <a:pt x="5514" y="5325"/>
                    <a:pt x="5514" y="5104"/>
                  </a:cubicBezTo>
                  <a:lnTo>
                    <a:pt x="5514" y="4096"/>
                  </a:lnTo>
                  <a:lnTo>
                    <a:pt x="4474" y="4096"/>
                  </a:lnTo>
                  <a:cubicBezTo>
                    <a:pt x="4285" y="4096"/>
                    <a:pt x="4128" y="3939"/>
                    <a:pt x="4128" y="3750"/>
                  </a:cubicBezTo>
                  <a:lnTo>
                    <a:pt x="4128" y="2364"/>
                  </a:lnTo>
                  <a:cubicBezTo>
                    <a:pt x="4128" y="2143"/>
                    <a:pt x="4285" y="2017"/>
                    <a:pt x="4474" y="2017"/>
                  </a:cubicBezTo>
                  <a:cubicBezTo>
                    <a:pt x="4695" y="2017"/>
                    <a:pt x="4852" y="2143"/>
                    <a:pt x="4852" y="2364"/>
                  </a:cubicBezTo>
                  <a:lnTo>
                    <a:pt x="4852" y="3372"/>
                  </a:lnTo>
                  <a:lnTo>
                    <a:pt x="5514" y="3372"/>
                  </a:lnTo>
                  <a:lnTo>
                    <a:pt x="5514" y="2364"/>
                  </a:lnTo>
                  <a:cubicBezTo>
                    <a:pt x="5514" y="2143"/>
                    <a:pt x="5672" y="2017"/>
                    <a:pt x="5861" y="2017"/>
                  </a:cubicBezTo>
                  <a:close/>
                  <a:moveTo>
                    <a:pt x="2332" y="2017"/>
                  </a:moveTo>
                  <a:cubicBezTo>
                    <a:pt x="2868" y="2017"/>
                    <a:pt x="3340" y="2490"/>
                    <a:pt x="3340" y="3025"/>
                  </a:cubicBezTo>
                  <a:lnTo>
                    <a:pt x="3340" y="3309"/>
                  </a:lnTo>
                  <a:lnTo>
                    <a:pt x="3435" y="3309"/>
                  </a:lnTo>
                  <a:cubicBezTo>
                    <a:pt x="3435" y="3687"/>
                    <a:pt x="3183" y="4065"/>
                    <a:pt x="2868" y="4222"/>
                  </a:cubicBezTo>
                  <a:lnTo>
                    <a:pt x="2238" y="4537"/>
                  </a:lnTo>
                  <a:cubicBezTo>
                    <a:pt x="2175" y="4569"/>
                    <a:pt x="2080" y="4632"/>
                    <a:pt x="2049" y="4758"/>
                  </a:cubicBezTo>
                  <a:lnTo>
                    <a:pt x="3057" y="4758"/>
                  </a:lnTo>
                  <a:cubicBezTo>
                    <a:pt x="3277" y="4758"/>
                    <a:pt x="3435" y="4915"/>
                    <a:pt x="3435" y="5104"/>
                  </a:cubicBezTo>
                  <a:cubicBezTo>
                    <a:pt x="3435" y="5325"/>
                    <a:pt x="3277" y="5483"/>
                    <a:pt x="3057" y="5483"/>
                  </a:cubicBezTo>
                  <a:lnTo>
                    <a:pt x="1702" y="5483"/>
                  </a:lnTo>
                  <a:cubicBezTo>
                    <a:pt x="1481" y="5483"/>
                    <a:pt x="1324" y="5325"/>
                    <a:pt x="1324" y="5104"/>
                  </a:cubicBezTo>
                  <a:lnTo>
                    <a:pt x="1324" y="4852"/>
                  </a:lnTo>
                  <a:cubicBezTo>
                    <a:pt x="1324" y="4443"/>
                    <a:pt x="1576" y="4096"/>
                    <a:pt x="1891" y="3939"/>
                  </a:cubicBezTo>
                  <a:lnTo>
                    <a:pt x="2521" y="3624"/>
                  </a:lnTo>
                  <a:cubicBezTo>
                    <a:pt x="2647" y="3592"/>
                    <a:pt x="2710" y="3466"/>
                    <a:pt x="2710" y="3309"/>
                  </a:cubicBezTo>
                  <a:lnTo>
                    <a:pt x="2710" y="3025"/>
                  </a:lnTo>
                  <a:cubicBezTo>
                    <a:pt x="2710" y="2836"/>
                    <a:pt x="2553" y="2679"/>
                    <a:pt x="2364" y="2679"/>
                  </a:cubicBezTo>
                  <a:cubicBezTo>
                    <a:pt x="2175" y="2679"/>
                    <a:pt x="2017" y="2836"/>
                    <a:pt x="2017" y="3025"/>
                  </a:cubicBezTo>
                  <a:cubicBezTo>
                    <a:pt x="2017" y="3214"/>
                    <a:pt x="1859" y="3372"/>
                    <a:pt x="1639" y="3372"/>
                  </a:cubicBezTo>
                  <a:cubicBezTo>
                    <a:pt x="1450" y="3372"/>
                    <a:pt x="1292" y="3214"/>
                    <a:pt x="1292" y="3025"/>
                  </a:cubicBezTo>
                  <a:cubicBezTo>
                    <a:pt x="1292" y="2490"/>
                    <a:pt x="1765" y="2017"/>
                    <a:pt x="2332" y="2017"/>
                  </a:cubicBezTo>
                  <a:close/>
                  <a:moveTo>
                    <a:pt x="3214" y="1"/>
                  </a:moveTo>
                  <a:cubicBezTo>
                    <a:pt x="3214" y="127"/>
                    <a:pt x="3183" y="284"/>
                    <a:pt x="3120" y="379"/>
                  </a:cubicBezTo>
                  <a:cubicBezTo>
                    <a:pt x="2962" y="662"/>
                    <a:pt x="2679" y="914"/>
                    <a:pt x="2364" y="946"/>
                  </a:cubicBezTo>
                  <a:lnTo>
                    <a:pt x="1009" y="1135"/>
                  </a:lnTo>
                  <a:cubicBezTo>
                    <a:pt x="473" y="1733"/>
                    <a:pt x="64" y="2521"/>
                    <a:pt x="1" y="3372"/>
                  </a:cubicBezTo>
                  <a:lnTo>
                    <a:pt x="316" y="3372"/>
                  </a:lnTo>
                  <a:cubicBezTo>
                    <a:pt x="505" y="3372"/>
                    <a:pt x="662" y="3529"/>
                    <a:pt x="662" y="3750"/>
                  </a:cubicBezTo>
                  <a:cubicBezTo>
                    <a:pt x="662" y="3939"/>
                    <a:pt x="505" y="4096"/>
                    <a:pt x="316" y="4096"/>
                  </a:cubicBezTo>
                  <a:lnTo>
                    <a:pt x="1" y="4096"/>
                  </a:lnTo>
                  <a:cubicBezTo>
                    <a:pt x="158" y="5892"/>
                    <a:pt x="1607" y="7310"/>
                    <a:pt x="3372" y="7467"/>
                  </a:cubicBezTo>
                  <a:lnTo>
                    <a:pt x="3372" y="7121"/>
                  </a:lnTo>
                  <a:cubicBezTo>
                    <a:pt x="3372" y="6932"/>
                    <a:pt x="3529" y="6774"/>
                    <a:pt x="3750" y="6774"/>
                  </a:cubicBezTo>
                  <a:cubicBezTo>
                    <a:pt x="3939" y="6774"/>
                    <a:pt x="4096" y="6932"/>
                    <a:pt x="4096" y="7121"/>
                  </a:cubicBezTo>
                  <a:lnTo>
                    <a:pt x="4096" y="7436"/>
                  </a:lnTo>
                  <a:lnTo>
                    <a:pt x="4254" y="7436"/>
                  </a:lnTo>
                  <a:cubicBezTo>
                    <a:pt x="4254" y="7373"/>
                    <a:pt x="4285" y="7278"/>
                    <a:pt x="4317" y="7215"/>
                  </a:cubicBezTo>
                  <a:cubicBezTo>
                    <a:pt x="4443" y="6900"/>
                    <a:pt x="4758" y="6648"/>
                    <a:pt x="5073" y="6617"/>
                  </a:cubicBezTo>
                  <a:lnTo>
                    <a:pt x="6491" y="6333"/>
                  </a:lnTo>
                  <a:cubicBezTo>
                    <a:pt x="7089" y="5703"/>
                    <a:pt x="7404" y="5010"/>
                    <a:pt x="7467" y="4096"/>
                  </a:cubicBezTo>
                  <a:lnTo>
                    <a:pt x="7152" y="4096"/>
                  </a:lnTo>
                  <a:cubicBezTo>
                    <a:pt x="6963" y="4096"/>
                    <a:pt x="6806" y="3939"/>
                    <a:pt x="6806" y="3750"/>
                  </a:cubicBezTo>
                  <a:cubicBezTo>
                    <a:pt x="6806" y="3529"/>
                    <a:pt x="6963" y="3372"/>
                    <a:pt x="7152" y="3372"/>
                  </a:cubicBezTo>
                  <a:lnTo>
                    <a:pt x="7467" y="3372"/>
                  </a:lnTo>
                  <a:cubicBezTo>
                    <a:pt x="7310" y="1576"/>
                    <a:pt x="5861" y="158"/>
                    <a:pt x="4096" y="1"/>
                  </a:cubicBezTo>
                  <a:lnTo>
                    <a:pt x="4096" y="316"/>
                  </a:lnTo>
                  <a:cubicBezTo>
                    <a:pt x="4096" y="505"/>
                    <a:pt x="3939" y="662"/>
                    <a:pt x="3750" y="662"/>
                  </a:cubicBezTo>
                  <a:cubicBezTo>
                    <a:pt x="3529" y="662"/>
                    <a:pt x="3372" y="505"/>
                    <a:pt x="3372" y="316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84"/>
            <p:cNvSpPr/>
            <p:nvPr/>
          </p:nvSpPr>
          <p:spPr>
            <a:xfrm>
              <a:off x="-33944775" y="3945575"/>
              <a:ext cx="232375" cy="247350"/>
            </a:xfrm>
            <a:custGeom>
              <a:rect b="b" l="l" r="r" t="t"/>
              <a:pathLst>
                <a:path extrusionOk="0" h="9894" w="9295">
                  <a:moveTo>
                    <a:pt x="3466" y="1"/>
                  </a:moveTo>
                  <a:cubicBezTo>
                    <a:pt x="2490" y="1"/>
                    <a:pt x="1450" y="316"/>
                    <a:pt x="1103" y="536"/>
                  </a:cubicBezTo>
                  <a:lnTo>
                    <a:pt x="1040" y="410"/>
                  </a:lnTo>
                  <a:cubicBezTo>
                    <a:pt x="970" y="340"/>
                    <a:pt x="881" y="304"/>
                    <a:pt x="788" y="304"/>
                  </a:cubicBezTo>
                  <a:cubicBezTo>
                    <a:pt x="757" y="304"/>
                    <a:pt x="725" y="308"/>
                    <a:pt x="694" y="316"/>
                  </a:cubicBezTo>
                  <a:cubicBezTo>
                    <a:pt x="599" y="379"/>
                    <a:pt x="505" y="473"/>
                    <a:pt x="473" y="568"/>
                  </a:cubicBezTo>
                  <a:cubicBezTo>
                    <a:pt x="347" y="1041"/>
                    <a:pt x="442" y="726"/>
                    <a:pt x="32" y="2143"/>
                  </a:cubicBezTo>
                  <a:cubicBezTo>
                    <a:pt x="1" y="2269"/>
                    <a:pt x="32" y="2395"/>
                    <a:pt x="127" y="2458"/>
                  </a:cubicBezTo>
                  <a:cubicBezTo>
                    <a:pt x="253" y="2584"/>
                    <a:pt x="316" y="2584"/>
                    <a:pt x="473" y="2584"/>
                  </a:cubicBezTo>
                  <a:lnTo>
                    <a:pt x="2049" y="2332"/>
                  </a:lnTo>
                  <a:cubicBezTo>
                    <a:pt x="2238" y="2301"/>
                    <a:pt x="2395" y="2080"/>
                    <a:pt x="2332" y="1860"/>
                  </a:cubicBezTo>
                  <a:lnTo>
                    <a:pt x="2206" y="1545"/>
                  </a:lnTo>
                  <a:cubicBezTo>
                    <a:pt x="2647" y="1450"/>
                    <a:pt x="3057" y="1356"/>
                    <a:pt x="3529" y="1356"/>
                  </a:cubicBezTo>
                  <a:cubicBezTo>
                    <a:pt x="5987" y="1356"/>
                    <a:pt x="8003" y="3372"/>
                    <a:pt x="8003" y="5798"/>
                  </a:cubicBezTo>
                  <a:cubicBezTo>
                    <a:pt x="8003" y="6806"/>
                    <a:pt x="7688" y="7657"/>
                    <a:pt x="7152" y="8413"/>
                  </a:cubicBezTo>
                  <a:cubicBezTo>
                    <a:pt x="7278" y="8444"/>
                    <a:pt x="7404" y="8539"/>
                    <a:pt x="7530" y="8633"/>
                  </a:cubicBezTo>
                  <a:cubicBezTo>
                    <a:pt x="7751" y="8885"/>
                    <a:pt x="7845" y="9232"/>
                    <a:pt x="7751" y="9578"/>
                  </a:cubicBezTo>
                  <a:lnTo>
                    <a:pt x="7593" y="9893"/>
                  </a:lnTo>
                  <a:cubicBezTo>
                    <a:pt x="8633" y="8854"/>
                    <a:pt x="9295" y="7436"/>
                    <a:pt x="9295" y="5861"/>
                  </a:cubicBezTo>
                  <a:cubicBezTo>
                    <a:pt x="9295" y="2616"/>
                    <a:pt x="6648" y="1"/>
                    <a:pt x="3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84"/>
            <p:cNvSpPr/>
            <p:nvPr/>
          </p:nvSpPr>
          <p:spPr>
            <a:xfrm>
              <a:off x="-34005425" y="3987325"/>
              <a:ext cx="237100" cy="250500"/>
            </a:xfrm>
            <a:custGeom>
              <a:rect b="b" l="l" r="r" t="t"/>
              <a:pathLst>
                <a:path extrusionOk="0" h="10020" w="9484">
                  <a:moveTo>
                    <a:pt x="1797" y="1"/>
                  </a:moveTo>
                  <a:lnTo>
                    <a:pt x="1797" y="1"/>
                  </a:lnTo>
                  <a:cubicBezTo>
                    <a:pt x="694" y="1072"/>
                    <a:pt x="1" y="2521"/>
                    <a:pt x="1" y="4191"/>
                  </a:cubicBezTo>
                  <a:cubicBezTo>
                    <a:pt x="64" y="7373"/>
                    <a:pt x="2647" y="10019"/>
                    <a:pt x="5892" y="10019"/>
                  </a:cubicBezTo>
                  <a:cubicBezTo>
                    <a:pt x="6239" y="10019"/>
                    <a:pt x="7972" y="9736"/>
                    <a:pt x="8224" y="9547"/>
                  </a:cubicBezTo>
                  <a:cubicBezTo>
                    <a:pt x="8255" y="9547"/>
                    <a:pt x="8287" y="9484"/>
                    <a:pt x="8350" y="9484"/>
                  </a:cubicBezTo>
                  <a:lnTo>
                    <a:pt x="8507" y="9641"/>
                  </a:lnTo>
                  <a:cubicBezTo>
                    <a:pt x="8576" y="9710"/>
                    <a:pt x="8661" y="9741"/>
                    <a:pt x="8743" y="9741"/>
                  </a:cubicBezTo>
                  <a:cubicBezTo>
                    <a:pt x="8887" y="9741"/>
                    <a:pt x="9023" y="9644"/>
                    <a:pt x="9043" y="9484"/>
                  </a:cubicBezTo>
                  <a:lnTo>
                    <a:pt x="9169" y="9011"/>
                  </a:lnTo>
                  <a:lnTo>
                    <a:pt x="9452" y="7814"/>
                  </a:lnTo>
                  <a:cubicBezTo>
                    <a:pt x="9484" y="7688"/>
                    <a:pt x="9452" y="7562"/>
                    <a:pt x="9358" y="7467"/>
                  </a:cubicBezTo>
                  <a:cubicBezTo>
                    <a:pt x="9278" y="7407"/>
                    <a:pt x="9211" y="7385"/>
                    <a:pt x="9132" y="7385"/>
                  </a:cubicBezTo>
                  <a:cubicBezTo>
                    <a:pt x="9087" y="7385"/>
                    <a:pt x="9037" y="7393"/>
                    <a:pt x="8980" y="7404"/>
                  </a:cubicBezTo>
                  <a:lnTo>
                    <a:pt x="7310" y="7719"/>
                  </a:lnTo>
                  <a:cubicBezTo>
                    <a:pt x="7089" y="7751"/>
                    <a:pt x="6963" y="8034"/>
                    <a:pt x="7089" y="8223"/>
                  </a:cubicBezTo>
                  <a:lnTo>
                    <a:pt x="7184" y="8444"/>
                  </a:lnTo>
                  <a:cubicBezTo>
                    <a:pt x="6774" y="8538"/>
                    <a:pt x="6333" y="8633"/>
                    <a:pt x="5861" y="8633"/>
                  </a:cubicBezTo>
                  <a:cubicBezTo>
                    <a:pt x="3403" y="8633"/>
                    <a:pt x="1419" y="6648"/>
                    <a:pt x="1419" y="4191"/>
                  </a:cubicBezTo>
                  <a:cubicBezTo>
                    <a:pt x="1419" y="3183"/>
                    <a:pt x="1734" y="2269"/>
                    <a:pt x="2269" y="1544"/>
                  </a:cubicBezTo>
                  <a:cubicBezTo>
                    <a:pt x="2143" y="1481"/>
                    <a:pt x="2049" y="1418"/>
                    <a:pt x="1954" y="1292"/>
                  </a:cubicBezTo>
                  <a:cubicBezTo>
                    <a:pt x="1734" y="1009"/>
                    <a:pt x="1639" y="662"/>
                    <a:pt x="1734" y="316"/>
                  </a:cubicBezTo>
                  <a:lnTo>
                    <a:pt x="17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1" name="Google Shape;1821;p84"/>
          <p:cNvGrpSpPr/>
          <p:nvPr/>
        </p:nvGrpSpPr>
        <p:grpSpPr>
          <a:xfrm>
            <a:off x="4028608" y="3157448"/>
            <a:ext cx="358408" cy="355557"/>
            <a:chOff x="-32174975" y="3192625"/>
            <a:chExt cx="295375" cy="293025"/>
          </a:xfrm>
        </p:grpSpPr>
        <p:sp>
          <p:nvSpPr>
            <p:cNvPr id="1822" name="Google Shape;1822;p84"/>
            <p:cNvSpPr/>
            <p:nvPr/>
          </p:nvSpPr>
          <p:spPr>
            <a:xfrm>
              <a:off x="-32171050" y="3279250"/>
              <a:ext cx="291450" cy="153625"/>
            </a:xfrm>
            <a:custGeom>
              <a:rect b="b" l="l" r="r" t="t"/>
              <a:pathLst>
                <a:path extrusionOk="0" h="6145" w="11658">
                  <a:moveTo>
                    <a:pt x="5829" y="694"/>
                  </a:moveTo>
                  <a:cubicBezTo>
                    <a:pt x="7184" y="694"/>
                    <a:pt x="8255" y="1734"/>
                    <a:pt x="8255" y="3088"/>
                  </a:cubicBezTo>
                  <a:cubicBezTo>
                    <a:pt x="8255" y="4412"/>
                    <a:pt x="7153" y="5483"/>
                    <a:pt x="5829" y="5483"/>
                  </a:cubicBezTo>
                  <a:cubicBezTo>
                    <a:pt x="4506" y="5483"/>
                    <a:pt x="3435" y="4412"/>
                    <a:pt x="3435" y="3088"/>
                  </a:cubicBezTo>
                  <a:cubicBezTo>
                    <a:pt x="3435" y="1734"/>
                    <a:pt x="4506" y="694"/>
                    <a:pt x="5829" y="694"/>
                  </a:cubicBezTo>
                  <a:close/>
                  <a:moveTo>
                    <a:pt x="1" y="1"/>
                  </a:moveTo>
                  <a:lnTo>
                    <a:pt x="1" y="6144"/>
                  </a:lnTo>
                  <a:lnTo>
                    <a:pt x="11658" y="6144"/>
                  </a:lnTo>
                  <a:lnTo>
                    <a:pt x="116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84"/>
            <p:cNvSpPr/>
            <p:nvPr/>
          </p:nvSpPr>
          <p:spPr>
            <a:xfrm>
              <a:off x="-32067075" y="3313925"/>
              <a:ext cx="84300" cy="85075"/>
            </a:xfrm>
            <a:custGeom>
              <a:rect b="b" l="l" r="r" t="t"/>
              <a:pathLst>
                <a:path extrusionOk="0" h="3403" w="3372">
                  <a:moveTo>
                    <a:pt x="1670" y="662"/>
                  </a:moveTo>
                  <a:cubicBezTo>
                    <a:pt x="1891" y="662"/>
                    <a:pt x="2048" y="819"/>
                    <a:pt x="2048" y="1040"/>
                  </a:cubicBezTo>
                  <a:lnTo>
                    <a:pt x="2048" y="1386"/>
                  </a:lnTo>
                  <a:lnTo>
                    <a:pt x="2395" y="1386"/>
                  </a:lnTo>
                  <a:cubicBezTo>
                    <a:pt x="2584" y="1386"/>
                    <a:pt x="2741" y="1544"/>
                    <a:pt x="2741" y="1733"/>
                  </a:cubicBezTo>
                  <a:cubicBezTo>
                    <a:pt x="2710" y="1890"/>
                    <a:pt x="2552" y="2048"/>
                    <a:pt x="2363" y="2048"/>
                  </a:cubicBezTo>
                  <a:lnTo>
                    <a:pt x="1670" y="2048"/>
                  </a:lnTo>
                  <a:cubicBezTo>
                    <a:pt x="1481" y="2048"/>
                    <a:pt x="1324" y="1890"/>
                    <a:pt x="1324" y="1701"/>
                  </a:cubicBezTo>
                  <a:lnTo>
                    <a:pt x="1324" y="1040"/>
                  </a:lnTo>
                  <a:cubicBezTo>
                    <a:pt x="1324" y="819"/>
                    <a:pt x="1481" y="662"/>
                    <a:pt x="1670" y="662"/>
                  </a:cubicBezTo>
                  <a:close/>
                  <a:moveTo>
                    <a:pt x="1670" y="0"/>
                  </a:moveTo>
                  <a:cubicBezTo>
                    <a:pt x="725" y="0"/>
                    <a:pt x="1" y="756"/>
                    <a:pt x="1" y="1701"/>
                  </a:cubicBezTo>
                  <a:cubicBezTo>
                    <a:pt x="1" y="2646"/>
                    <a:pt x="725" y="3403"/>
                    <a:pt x="1670" y="3403"/>
                  </a:cubicBezTo>
                  <a:cubicBezTo>
                    <a:pt x="2615" y="3403"/>
                    <a:pt x="3372" y="2646"/>
                    <a:pt x="3372" y="1701"/>
                  </a:cubicBezTo>
                  <a:cubicBezTo>
                    <a:pt x="3372" y="756"/>
                    <a:pt x="2615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84"/>
            <p:cNvSpPr/>
            <p:nvPr/>
          </p:nvSpPr>
          <p:spPr>
            <a:xfrm>
              <a:off x="-32171050" y="3450950"/>
              <a:ext cx="291450" cy="34700"/>
            </a:xfrm>
            <a:custGeom>
              <a:rect b="b" l="l" r="r" t="t"/>
              <a:pathLst>
                <a:path extrusionOk="0" h="1388" w="11658">
                  <a:moveTo>
                    <a:pt x="1" y="1"/>
                  </a:moveTo>
                  <a:lnTo>
                    <a:pt x="1" y="347"/>
                  </a:lnTo>
                  <a:cubicBezTo>
                    <a:pt x="1" y="915"/>
                    <a:pt x="442" y="1387"/>
                    <a:pt x="1041" y="1387"/>
                  </a:cubicBezTo>
                  <a:lnTo>
                    <a:pt x="10650" y="1387"/>
                  </a:lnTo>
                  <a:cubicBezTo>
                    <a:pt x="11217" y="1387"/>
                    <a:pt x="11658" y="915"/>
                    <a:pt x="11658" y="347"/>
                  </a:cubicBezTo>
                  <a:lnTo>
                    <a:pt x="116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84"/>
            <p:cNvSpPr/>
            <p:nvPr/>
          </p:nvSpPr>
          <p:spPr>
            <a:xfrm>
              <a:off x="-32174975" y="3192625"/>
              <a:ext cx="295375" cy="70125"/>
            </a:xfrm>
            <a:custGeom>
              <a:rect b="b" l="l" r="r" t="t"/>
              <a:pathLst>
                <a:path extrusionOk="0" h="2805" w="11815">
                  <a:moveTo>
                    <a:pt x="1733" y="0"/>
                  </a:moveTo>
                  <a:cubicBezTo>
                    <a:pt x="1544" y="0"/>
                    <a:pt x="1387" y="158"/>
                    <a:pt x="1387" y="378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73" y="725"/>
                    <a:pt x="0" y="1197"/>
                    <a:pt x="0" y="1733"/>
                  </a:cubicBezTo>
                  <a:lnTo>
                    <a:pt x="0" y="2804"/>
                  </a:lnTo>
                  <a:lnTo>
                    <a:pt x="11657" y="2804"/>
                  </a:lnTo>
                  <a:lnTo>
                    <a:pt x="11657" y="1733"/>
                  </a:lnTo>
                  <a:lnTo>
                    <a:pt x="11815" y="1733"/>
                  </a:lnTo>
                  <a:cubicBezTo>
                    <a:pt x="11815" y="1197"/>
                    <a:pt x="11374" y="725"/>
                    <a:pt x="10807" y="725"/>
                  </a:cubicBezTo>
                  <a:lnTo>
                    <a:pt x="10460" y="725"/>
                  </a:lnTo>
                  <a:lnTo>
                    <a:pt x="10460" y="378"/>
                  </a:lnTo>
                  <a:cubicBezTo>
                    <a:pt x="10460" y="158"/>
                    <a:pt x="10303" y="0"/>
                    <a:pt x="10082" y="0"/>
                  </a:cubicBezTo>
                  <a:cubicBezTo>
                    <a:pt x="9893" y="0"/>
                    <a:pt x="9735" y="158"/>
                    <a:pt x="9735" y="378"/>
                  </a:cubicBezTo>
                  <a:lnTo>
                    <a:pt x="9735" y="725"/>
                  </a:lnTo>
                  <a:lnTo>
                    <a:pt x="8349" y="725"/>
                  </a:lnTo>
                  <a:lnTo>
                    <a:pt x="8349" y="378"/>
                  </a:lnTo>
                  <a:cubicBezTo>
                    <a:pt x="8349" y="158"/>
                    <a:pt x="8192" y="0"/>
                    <a:pt x="8003" y="0"/>
                  </a:cubicBezTo>
                  <a:cubicBezTo>
                    <a:pt x="7814" y="0"/>
                    <a:pt x="7656" y="158"/>
                    <a:pt x="7656" y="378"/>
                  </a:cubicBezTo>
                  <a:lnTo>
                    <a:pt x="7656" y="725"/>
                  </a:lnTo>
                  <a:lnTo>
                    <a:pt x="6270" y="725"/>
                  </a:lnTo>
                  <a:lnTo>
                    <a:pt x="6270" y="378"/>
                  </a:lnTo>
                  <a:cubicBezTo>
                    <a:pt x="6270" y="158"/>
                    <a:pt x="6112" y="0"/>
                    <a:pt x="5923" y="0"/>
                  </a:cubicBezTo>
                  <a:cubicBezTo>
                    <a:pt x="5734" y="0"/>
                    <a:pt x="5577" y="158"/>
                    <a:pt x="5577" y="378"/>
                  </a:cubicBezTo>
                  <a:lnTo>
                    <a:pt x="5577" y="725"/>
                  </a:lnTo>
                  <a:lnTo>
                    <a:pt x="4191" y="725"/>
                  </a:lnTo>
                  <a:lnTo>
                    <a:pt x="4191" y="378"/>
                  </a:lnTo>
                  <a:cubicBezTo>
                    <a:pt x="4191" y="158"/>
                    <a:pt x="4033" y="0"/>
                    <a:pt x="3844" y="0"/>
                  </a:cubicBezTo>
                  <a:cubicBezTo>
                    <a:pt x="3623" y="0"/>
                    <a:pt x="3466" y="158"/>
                    <a:pt x="3466" y="378"/>
                  </a:cubicBezTo>
                  <a:lnTo>
                    <a:pt x="3466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6" name="Google Shape;1826;p84"/>
          <p:cNvSpPr/>
          <p:nvPr/>
        </p:nvSpPr>
        <p:spPr>
          <a:xfrm>
            <a:off x="5623771" y="2077523"/>
            <a:ext cx="363201" cy="354859"/>
          </a:xfrm>
          <a:custGeom>
            <a:rect b="b" l="l" r="r" t="t"/>
            <a:pathLst>
              <a:path extrusionOk="0" h="11698" w="11973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7" name="Google Shape;1827;p84"/>
          <p:cNvGrpSpPr/>
          <p:nvPr/>
        </p:nvGrpSpPr>
        <p:grpSpPr>
          <a:xfrm>
            <a:off x="6638356" y="2059576"/>
            <a:ext cx="354586" cy="353645"/>
            <a:chOff x="-30345325" y="3184750"/>
            <a:chExt cx="292225" cy="291450"/>
          </a:xfrm>
        </p:grpSpPr>
        <p:sp>
          <p:nvSpPr>
            <p:cNvPr id="1828" name="Google Shape;1828;p84"/>
            <p:cNvSpPr/>
            <p:nvPr/>
          </p:nvSpPr>
          <p:spPr>
            <a:xfrm>
              <a:off x="-30328000" y="3184750"/>
              <a:ext cx="258375" cy="120950"/>
            </a:xfrm>
            <a:custGeom>
              <a:rect b="b" l="l" r="r" t="t"/>
              <a:pathLst>
                <a:path extrusionOk="0" h="4838" w="10335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2458"/>
                  </a:lnTo>
                  <a:cubicBezTo>
                    <a:pt x="1" y="2993"/>
                    <a:pt x="473" y="3466"/>
                    <a:pt x="1040" y="3466"/>
                  </a:cubicBezTo>
                  <a:lnTo>
                    <a:pt x="2048" y="3466"/>
                  </a:lnTo>
                  <a:lnTo>
                    <a:pt x="2048" y="4505"/>
                  </a:lnTo>
                  <a:cubicBezTo>
                    <a:pt x="2048" y="4663"/>
                    <a:pt x="2143" y="4757"/>
                    <a:pt x="2269" y="4820"/>
                  </a:cubicBezTo>
                  <a:cubicBezTo>
                    <a:pt x="2300" y="4831"/>
                    <a:pt x="2339" y="4838"/>
                    <a:pt x="2380" y="4838"/>
                  </a:cubicBezTo>
                  <a:cubicBezTo>
                    <a:pt x="2461" y="4838"/>
                    <a:pt x="2552" y="4810"/>
                    <a:pt x="2615" y="4726"/>
                  </a:cubicBezTo>
                  <a:lnTo>
                    <a:pt x="3876" y="3466"/>
                  </a:lnTo>
                  <a:lnTo>
                    <a:pt x="6365" y="3466"/>
                  </a:lnTo>
                  <a:lnTo>
                    <a:pt x="7625" y="4726"/>
                  </a:lnTo>
                  <a:cubicBezTo>
                    <a:pt x="7688" y="4810"/>
                    <a:pt x="7765" y="4838"/>
                    <a:pt x="7846" y="4838"/>
                  </a:cubicBezTo>
                  <a:cubicBezTo>
                    <a:pt x="7887" y="4838"/>
                    <a:pt x="7929" y="4831"/>
                    <a:pt x="7971" y="4820"/>
                  </a:cubicBezTo>
                  <a:cubicBezTo>
                    <a:pt x="8097" y="4789"/>
                    <a:pt x="8160" y="4631"/>
                    <a:pt x="8160" y="4505"/>
                  </a:cubicBezTo>
                  <a:lnTo>
                    <a:pt x="8160" y="3466"/>
                  </a:lnTo>
                  <a:lnTo>
                    <a:pt x="9231" y="3466"/>
                  </a:lnTo>
                  <a:cubicBezTo>
                    <a:pt x="9862" y="3466"/>
                    <a:pt x="10334" y="2993"/>
                    <a:pt x="10334" y="2458"/>
                  </a:cubicBezTo>
                  <a:lnTo>
                    <a:pt x="10334" y="1071"/>
                  </a:lnTo>
                  <a:cubicBezTo>
                    <a:pt x="10334" y="536"/>
                    <a:pt x="9862" y="0"/>
                    <a:pt x="9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84"/>
            <p:cNvSpPr/>
            <p:nvPr/>
          </p:nvSpPr>
          <p:spPr>
            <a:xfrm>
              <a:off x="-30310675" y="3322575"/>
              <a:ext cx="68550" cy="69350"/>
            </a:xfrm>
            <a:custGeom>
              <a:rect b="b" l="l" r="r" t="t"/>
              <a:pathLst>
                <a:path extrusionOk="0" h="2774" w="2742">
                  <a:moveTo>
                    <a:pt x="1387" y="1"/>
                  </a:moveTo>
                  <a:cubicBezTo>
                    <a:pt x="599" y="1"/>
                    <a:pt x="1" y="631"/>
                    <a:pt x="1" y="1387"/>
                  </a:cubicBezTo>
                  <a:cubicBezTo>
                    <a:pt x="1" y="2143"/>
                    <a:pt x="599" y="2773"/>
                    <a:pt x="1387" y="2773"/>
                  </a:cubicBezTo>
                  <a:cubicBezTo>
                    <a:pt x="2143" y="2773"/>
                    <a:pt x="2742" y="2143"/>
                    <a:pt x="2742" y="1387"/>
                  </a:cubicBezTo>
                  <a:cubicBezTo>
                    <a:pt x="2742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84"/>
            <p:cNvSpPr/>
            <p:nvPr/>
          </p:nvSpPr>
          <p:spPr>
            <a:xfrm>
              <a:off x="-30345325" y="3408425"/>
              <a:ext cx="137075" cy="67775"/>
            </a:xfrm>
            <a:custGeom>
              <a:rect b="b" l="l" r="r" t="t"/>
              <a:pathLst>
                <a:path extrusionOk="0" h="2711" w="5483">
                  <a:moveTo>
                    <a:pt x="2741" y="1"/>
                  </a:moveTo>
                  <a:cubicBezTo>
                    <a:pt x="1387" y="1"/>
                    <a:pt x="221" y="1040"/>
                    <a:pt x="32" y="2332"/>
                  </a:cubicBezTo>
                  <a:cubicBezTo>
                    <a:pt x="0" y="2521"/>
                    <a:pt x="158" y="2710"/>
                    <a:pt x="378" y="2710"/>
                  </a:cubicBezTo>
                  <a:lnTo>
                    <a:pt x="5104" y="2710"/>
                  </a:lnTo>
                  <a:cubicBezTo>
                    <a:pt x="5325" y="2710"/>
                    <a:pt x="5482" y="2521"/>
                    <a:pt x="5482" y="2332"/>
                  </a:cubicBezTo>
                  <a:cubicBezTo>
                    <a:pt x="5262" y="977"/>
                    <a:pt x="4128" y="1"/>
                    <a:pt x="27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84"/>
            <p:cNvSpPr/>
            <p:nvPr/>
          </p:nvSpPr>
          <p:spPr>
            <a:xfrm>
              <a:off x="-30156300" y="3322575"/>
              <a:ext cx="68550" cy="69350"/>
            </a:xfrm>
            <a:custGeom>
              <a:rect b="b" l="l" r="r" t="t"/>
              <a:pathLst>
                <a:path extrusionOk="0" h="2774" w="2742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87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84"/>
            <p:cNvSpPr/>
            <p:nvPr/>
          </p:nvSpPr>
          <p:spPr>
            <a:xfrm>
              <a:off x="-30190950" y="3408425"/>
              <a:ext cx="137850" cy="67775"/>
            </a:xfrm>
            <a:custGeom>
              <a:rect b="b" l="l" r="r" t="t"/>
              <a:pathLst>
                <a:path extrusionOk="0" h="2711" w="5514">
                  <a:moveTo>
                    <a:pt x="2773" y="1"/>
                  </a:moveTo>
                  <a:cubicBezTo>
                    <a:pt x="1387" y="1"/>
                    <a:pt x="252" y="1040"/>
                    <a:pt x="32" y="2332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67" y="2710"/>
                  </a:lnTo>
                  <a:cubicBezTo>
                    <a:pt x="5356" y="2710"/>
                    <a:pt x="5514" y="2521"/>
                    <a:pt x="5514" y="2332"/>
                  </a:cubicBezTo>
                  <a:cubicBezTo>
                    <a:pt x="5293" y="977"/>
                    <a:pt x="4128" y="1"/>
                    <a:pt x="27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3" name="Google Shape;1833;p84"/>
          <p:cNvGrpSpPr/>
          <p:nvPr/>
        </p:nvGrpSpPr>
        <p:grpSpPr>
          <a:xfrm>
            <a:off x="2793350" y="3696829"/>
            <a:ext cx="354586" cy="352675"/>
            <a:chOff x="-35482200" y="3561225"/>
            <a:chExt cx="292225" cy="290650"/>
          </a:xfrm>
        </p:grpSpPr>
        <p:sp>
          <p:nvSpPr>
            <p:cNvPr id="1834" name="Google Shape;1834;p84"/>
            <p:cNvSpPr/>
            <p:nvPr/>
          </p:nvSpPr>
          <p:spPr>
            <a:xfrm>
              <a:off x="-35482200" y="3749475"/>
              <a:ext cx="292225" cy="102400"/>
            </a:xfrm>
            <a:custGeom>
              <a:rect b="b" l="l" r="r" t="t"/>
              <a:pathLst>
                <a:path extrusionOk="0" h="4096" w="11689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84"/>
            <p:cNvSpPr/>
            <p:nvPr/>
          </p:nvSpPr>
          <p:spPr>
            <a:xfrm>
              <a:off x="-35371150" y="35612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84"/>
            <p:cNvSpPr/>
            <p:nvPr/>
          </p:nvSpPr>
          <p:spPr>
            <a:xfrm>
              <a:off x="-35405025" y="3647075"/>
              <a:ext cx="136275" cy="119750"/>
            </a:xfrm>
            <a:custGeom>
              <a:rect b="b" l="l" r="r" t="t"/>
              <a:pathLst>
                <a:path extrusionOk="0" h="4790" w="5451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7" name="Google Shape;1837;p84"/>
          <p:cNvGrpSpPr/>
          <p:nvPr/>
        </p:nvGrpSpPr>
        <p:grpSpPr>
          <a:xfrm>
            <a:off x="1639882" y="3212236"/>
            <a:ext cx="353645" cy="353615"/>
            <a:chOff x="-35481425" y="3919600"/>
            <a:chExt cx="291450" cy="291425"/>
          </a:xfrm>
        </p:grpSpPr>
        <p:sp>
          <p:nvSpPr>
            <p:cNvPr id="1838" name="Google Shape;1838;p84"/>
            <p:cNvSpPr/>
            <p:nvPr/>
          </p:nvSpPr>
          <p:spPr>
            <a:xfrm>
              <a:off x="-35327050" y="4125150"/>
              <a:ext cx="84300" cy="85100"/>
            </a:xfrm>
            <a:custGeom>
              <a:rect b="b" l="l" r="r" t="t"/>
              <a:pathLst>
                <a:path extrusionOk="0" h="3404" w="3372">
                  <a:moveTo>
                    <a:pt x="3025" y="1"/>
                  </a:moveTo>
                  <a:cubicBezTo>
                    <a:pt x="2836" y="1"/>
                    <a:pt x="2678" y="159"/>
                    <a:pt x="2678" y="348"/>
                  </a:cubicBezTo>
                  <a:lnTo>
                    <a:pt x="2678" y="1041"/>
                  </a:lnTo>
                  <a:cubicBezTo>
                    <a:pt x="2678" y="1576"/>
                    <a:pt x="2206" y="2049"/>
                    <a:pt x="1639" y="2049"/>
                  </a:cubicBezTo>
                  <a:lnTo>
                    <a:pt x="1103" y="2049"/>
                  </a:lnTo>
                  <a:lnTo>
                    <a:pt x="1229" y="1923"/>
                  </a:lnTo>
                  <a:cubicBezTo>
                    <a:pt x="1387" y="1860"/>
                    <a:pt x="1387" y="1608"/>
                    <a:pt x="1261" y="1513"/>
                  </a:cubicBezTo>
                  <a:cubicBezTo>
                    <a:pt x="1198" y="1450"/>
                    <a:pt x="1111" y="1419"/>
                    <a:pt x="1024" y="1419"/>
                  </a:cubicBezTo>
                  <a:cubicBezTo>
                    <a:pt x="938" y="1419"/>
                    <a:pt x="851" y="1450"/>
                    <a:pt x="788" y="1513"/>
                  </a:cubicBezTo>
                  <a:lnTo>
                    <a:pt x="127" y="2175"/>
                  </a:lnTo>
                  <a:cubicBezTo>
                    <a:pt x="1" y="2301"/>
                    <a:pt x="1" y="2521"/>
                    <a:pt x="127" y="2647"/>
                  </a:cubicBezTo>
                  <a:lnTo>
                    <a:pt x="788" y="3309"/>
                  </a:lnTo>
                  <a:cubicBezTo>
                    <a:pt x="851" y="3372"/>
                    <a:pt x="938" y="3404"/>
                    <a:pt x="1024" y="3404"/>
                  </a:cubicBezTo>
                  <a:cubicBezTo>
                    <a:pt x="1111" y="3404"/>
                    <a:pt x="1198" y="3372"/>
                    <a:pt x="1261" y="3309"/>
                  </a:cubicBezTo>
                  <a:cubicBezTo>
                    <a:pt x="1387" y="3183"/>
                    <a:pt x="1387" y="2962"/>
                    <a:pt x="1261" y="2836"/>
                  </a:cubicBezTo>
                  <a:lnTo>
                    <a:pt x="1135" y="2710"/>
                  </a:lnTo>
                  <a:lnTo>
                    <a:pt x="1702" y="2710"/>
                  </a:lnTo>
                  <a:cubicBezTo>
                    <a:pt x="2647" y="2710"/>
                    <a:pt x="3372" y="1986"/>
                    <a:pt x="3372" y="1041"/>
                  </a:cubicBezTo>
                  <a:lnTo>
                    <a:pt x="3372" y="348"/>
                  </a:lnTo>
                  <a:cubicBezTo>
                    <a:pt x="3372" y="159"/>
                    <a:pt x="3214" y="1"/>
                    <a:pt x="30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84"/>
            <p:cNvSpPr/>
            <p:nvPr/>
          </p:nvSpPr>
          <p:spPr>
            <a:xfrm>
              <a:off x="-35429450" y="3921175"/>
              <a:ext cx="84300" cy="85075"/>
            </a:xfrm>
            <a:custGeom>
              <a:rect b="b" l="l" r="r" t="t"/>
              <a:pathLst>
                <a:path extrusionOk="0" h="3403" w="3372">
                  <a:moveTo>
                    <a:pt x="2360" y="0"/>
                  </a:moveTo>
                  <a:cubicBezTo>
                    <a:pt x="2269" y="0"/>
                    <a:pt x="2175" y="32"/>
                    <a:pt x="2112" y="95"/>
                  </a:cubicBezTo>
                  <a:cubicBezTo>
                    <a:pt x="2017" y="221"/>
                    <a:pt x="2017" y="441"/>
                    <a:pt x="2112" y="567"/>
                  </a:cubicBezTo>
                  <a:lnTo>
                    <a:pt x="2238" y="693"/>
                  </a:lnTo>
                  <a:lnTo>
                    <a:pt x="1702" y="693"/>
                  </a:lnTo>
                  <a:cubicBezTo>
                    <a:pt x="757" y="693"/>
                    <a:pt x="1" y="1418"/>
                    <a:pt x="1" y="2363"/>
                  </a:cubicBezTo>
                  <a:lnTo>
                    <a:pt x="1" y="3056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56"/>
                  </a:cubicBezTo>
                  <a:lnTo>
                    <a:pt x="694" y="2332"/>
                  </a:lnTo>
                  <a:cubicBezTo>
                    <a:pt x="694" y="1796"/>
                    <a:pt x="1167" y="1292"/>
                    <a:pt x="1734" y="1292"/>
                  </a:cubicBezTo>
                  <a:lnTo>
                    <a:pt x="2269" y="1292"/>
                  </a:lnTo>
                  <a:lnTo>
                    <a:pt x="2175" y="1418"/>
                  </a:lnTo>
                  <a:cubicBezTo>
                    <a:pt x="2017" y="1544"/>
                    <a:pt x="2017" y="1733"/>
                    <a:pt x="2112" y="1891"/>
                  </a:cubicBezTo>
                  <a:cubicBezTo>
                    <a:pt x="2175" y="1954"/>
                    <a:pt x="2269" y="1985"/>
                    <a:pt x="2360" y="1985"/>
                  </a:cubicBezTo>
                  <a:cubicBezTo>
                    <a:pt x="2450" y="1985"/>
                    <a:pt x="2537" y="1954"/>
                    <a:pt x="2584" y="1891"/>
                  </a:cubicBezTo>
                  <a:lnTo>
                    <a:pt x="3277" y="1229"/>
                  </a:lnTo>
                  <a:cubicBezTo>
                    <a:pt x="3372" y="1103"/>
                    <a:pt x="3372" y="882"/>
                    <a:pt x="3277" y="756"/>
                  </a:cubicBezTo>
                  <a:lnTo>
                    <a:pt x="2584" y="95"/>
                  </a:lnTo>
                  <a:cubicBezTo>
                    <a:pt x="2537" y="32"/>
                    <a:pt x="2450" y="0"/>
                    <a:pt x="2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84"/>
            <p:cNvSpPr/>
            <p:nvPr/>
          </p:nvSpPr>
          <p:spPr>
            <a:xfrm>
              <a:off x="-35481425" y="4021975"/>
              <a:ext cx="137075" cy="35475"/>
            </a:xfrm>
            <a:custGeom>
              <a:rect b="b" l="l" r="r" t="t"/>
              <a:pathLst>
                <a:path extrusionOk="0" h="1419" w="5483">
                  <a:moveTo>
                    <a:pt x="1009" y="1"/>
                  </a:moveTo>
                  <a:cubicBezTo>
                    <a:pt x="473" y="1"/>
                    <a:pt x="1" y="473"/>
                    <a:pt x="1" y="1072"/>
                  </a:cubicBezTo>
                  <a:lnTo>
                    <a:pt x="1" y="1419"/>
                  </a:lnTo>
                  <a:lnTo>
                    <a:pt x="5482" y="1419"/>
                  </a:lnTo>
                  <a:lnTo>
                    <a:pt x="5482" y="1072"/>
                  </a:lnTo>
                  <a:lnTo>
                    <a:pt x="5451" y="1072"/>
                  </a:lnTo>
                  <a:cubicBezTo>
                    <a:pt x="5451" y="505"/>
                    <a:pt x="5010" y="1"/>
                    <a:pt x="4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84"/>
            <p:cNvSpPr/>
            <p:nvPr/>
          </p:nvSpPr>
          <p:spPr>
            <a:xfrm>
              <a:off x="-35481425" y="4073975"/>
              <a:ext cx="136275" cy="85875"/>
            </a:xfrm>
            <a:custGeom>
              <a:rect b="b" l="l" r="r" t="t"/>
              <a:pathLst>
                <a:path extrusionOk="0" h="3435" w="5451">
                  <a:moveTo>
                    <a:pt x="1" y="0"/>
                  </a:moveTo>
                  <a:lnTo>
                    <a:pt x="1" y="3434"/>
                  </a:lnTo>
                  <a:lnTo>
                    <a:pt x="5451" y="3434"/>
                  </a:lnTo>
                  <a:lnTo>
                    <a:pt x="5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84"/>
            <p:cNvSpPr/>
            <p:nvPr/>
          </p:nvSpPr>
          <p:spPr>
            <a:xfrm>
              <a:off x="-35481425" y="4176350"/>
              <a:ext cx="136275" cy="34675"/>
            </a:xfrm>
            <a:custGeom>
              <a:rect b="b" l="l" r="r" t="t"/>
              <a:pathLst>
                <a:path extrusionOk="0" h="1387" w="5451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10" y="1387"/>
                    <a:pt x="1009" y="1387"/>
                  </a:cubicBezTo>
                  <a:lnTo>
                    <a:pt x="4443" y="1387"/>
                  </a:lnTo>
                  <a:cubicBezTo>
                    <a:pt x="4978" y="1387"/>
                    <a:pt x="5451" y="914"/>
                    <a:pt x="5451" y="347"/>
                  </a:cubicBezTo>
                  <a:lnTo>
                    <a:pt x="54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84"/>
            <p:cNvSpPr/>
            <p:nvPr/>
          </p:nvSpPr>
          <p:spPr>
            <a:xfrm>
              <a:off x="-35327050" y="3919600"/>
              <a:ext cx="137075" cy="33875"/>
            </a:xfrm>
            <a:custGeom>
              <a:rect b="b" l="l" r="r" t="t"/>
              <a:pathLst>
                <a:path extrusionOk="0" h="1355" w="5483"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1355"/>
                  </a:lnTo>
                  <a:lnTo>
                    <a:pt x="5482" y="1355"/>
                  </a:lnTo>
                  <a:lnTo>
                    <a:pt x="5482" y="1008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84"/>
            <p:cNvSpPr/>
            <p:nvPr/>
          </p:nvSpPr>
          <p:spPr>
            <a:xfrm>
              <a:off x="-35327825" y="3970800"/>
              <a:ext cx="136275" cy="85875"/>
            </a:xfrm>
            <a:custGeom>
              <a:rect b="b" l="l" r="r" t="t"/>
              <a:pathLst>
                <a:path extrusionOk="0" h="3435" w="5451">
                  <a:moveTo>
                    <a:pt x="0" y="0"/>
                  </a:moveTo>
                  <a:lnTo>
                    <a:pt x="0" y="3434"/>
                  </a:lnTo>
                  <a:lnTo>
                    <a:pt x="5450" y="3434"/>
                  </a:lnTo>
                  <a:lnTo>
                    <a:pt x="5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84"/>
            <p:cNvSpPr/>
            <p:nvPr/>
          </p:nvSpPr>
          <p:spPr>
            <a:xfrm>
              <a:off x="-35327825" y="4073975"/>
              <a:ext cx="136275" cy="35450"/>
            </a:xfrm>
            <a:custGeom>
              <a:rect b="b" l="l" r="r" t="t"/>
              <a:pathLst>
                <a:path extrusionOk="0" h="1418" w="5451">
                  <a:moveTo>
                    <a:pt x="0" y="0"/>
                  </a:moveTo>
                  <a:lnTo>
                    <a:pt x="0" y="347"/>
                  </a:lnTo>
                  <a:cubicBezTo>
                    <a:pt x="0" y="914"/>
                    <a:pt x="473" y="1418"/>
                    <a:pt x="1008" y="1418"/>
                  </a:cubicBezTo>
                  <a:lnTo>
                    <a:pt x="4442" y="1418"/>
                  </a:lnTo>
                  <a:cubicBezTo>
                    <a:pt x="4978" y="1418"/>
                    <a:pt x="5450" y="945"/>
                    <a:pt x="5450" y="347"/>
                  </a:cubicBezTo>
                  <a:lnTo>
                    <a:pt x="5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6" name="Google Shape;1846;p84"/>
          <p:cNvGrpSpPr/>
          <p:nvPr/>
        </p:nvGrpSpPr>
        <p:grpSpPr>
          <a:xfrm>
            <a:off x="4534928" y="3696829"/>
            <a:ext cx="357468" cy="352675"/>
            <a:chOff x="-33645475" y="3228075"/>
            <a:chExt cx="294600" cy="290650"/>
          </a:xfrm>
        </p:grpSpPr>
        <p:sp>
          <p:nvSpPr>
            <p:cNvPr id="1847" name="Google Shape;1847;p84"/>
            <p:cNvSpPr/>
            <p:nvPr/>
          </p:nvSpPr>
          <p:spPr>
            <a:xfrm>
              <a:off x="-33456450" y="3261925"/>
              <a:ext cx="84300" cy="85100"/>
            </a:xfrm>
            <a:custGeom>
              <a:rect b="b" l="l" r="r" t="t"/>
              <a:pathLst>
                <a:path extrusionOk="0" h="3404" w="3372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84"/>
            <p:cNvSpPr/>
            <p:nvPr/>
          </p:nvSpPr>
          <p:spPr>
            <a:xfrm>
              <a:off x="-33575375" y="3433625"/>
              <a:ext cx="85075" cy="85100"/>
            </a:xfrm>
            <a:custGeom>
              <a:rect b="b" l="l" r="r" t="t"/>
              <a:pathLst>
                <a:path extrusionOk="0" h="3404" w="3403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84"/>
            <p:cNvSpPr/>
            <p:nvPr/>
          </p:nvSpPr>
          <p:spPr>
            <a:xfrm>
              <a:off x="-33645475" y="3228075"/>
              <a:ext cx="206375" cy="153600"/>
            </a:xfrm>
            <a:custGeom>
              <a:rect b="b" l="l" r="r" t="t"/>
              <a:pathLst>
                <a:path extrusionOk="0" h="6144" w="8255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84"/>
            <p:cNvSpPr/>
            <p:nvPr/>
          </p:nvSpPr>
          <p:spPr>
            <a:xfrm>
              <a:off x="-33593500" y="3279250"/>
              <a:ext cx="104775" cy="52275"/>
            </a:xfrm>
            <a:custGeom>
              <a:rect b="b" l="l" r="r" t="t"/>
              <a:pathLst>
                <a:path extrusionOk="0" h="2091" w="4191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84"/>
            <p:cNvSpPr/>
            <p:nvPr/>
          </p:nvSpPr>
          <p:spPr>
            <a:xfrm>
              <a:off x="-33593500" y="3341475"/>
              <a:ext cx="104775" cy="74075"/>
            </a:xfrm>
            <a:custGeom>
              <a:rect b="b" l="l" r="r" t="t"/>
              <a:pathLst>
                <a:path extrusionOk="0" h="2963" w="4191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84"/>
            <p:cNvSpPr/>
            <p:nvPr/>
          </p:nvSpPr>
          <p:spPr>
            <a:xfrm>
              <a:off x="-33455650" y="3381650"/>
              <a:ext cx="104775" cy="52250"/>
            </a:xfrm>
            <a:custGeom>
              <a:rect b="b" l="l" r="r" t="t"/>
              <a:pathLst>
                <a:path extrusionOk="0" h="2090" w="4191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84"/>
            <p:cNvSpPr/>
            <p:nvPr/>
          </p:nvSpPr>
          <p:spPr>
            <a:xfrm>
              <a:off x="-33456450" y="3443875"/>
              <a:ext cx="102425" cy="74850"/>
            </a:xfrm>
            <a:custGeom>
              <a:rect b="b" l="l" r="r" t="t"/>
              <a:pathLst>
                <a:path extrusionOk="0" h="2994" w="4097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4" name="Google Shape;1854;p84"/>
          <p:cNvGrpSpPr/>
          <p:nvPr/>
        </p:nvGrpSpPr>
        <p:grpSpPr>
          <a:xfrm>
            <a:off x="6637910" y="2684496"/>
            <a:ext cx="355526" cy="354586"/>
            <a:chOff x="-33646250" y="3586425"/>
            <a:chExt cx="293000" cy="292225"/>
          </a:xfrm>
        </p:grpSpPr>
        <p:sp>
          <p:nvSpPr>
            <p:cNvPr id="1855" name="Google Shape;1855;p84"/>
            <p:cNvSpPr/>
            <p:nvPr/>
          </p:nvSpPr>
          <p:spPr>
            <a:xfrm>
              <a:off x="-33646250" y="3739225"/>
              <a:ext cx="141775" cy="139425"/>
            </a:xfrm>
            <a:custGeom>
              <a:rect b="b" l="l" r="r" t="t"/>
              <a:pathLst>
                <a:path extrusionOk="0" h="5577" w="5671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84"/>
            <p:cNvSpPr/>
            <p:nvPr/>
          </p:nvSpPr>
          <p:spPr>
            <a:xfrm>
              <a:off x="-33541500" y="3586425"/>
              <a:ext cx="188250" cy="187475"/>
            </a:xfrm>
            <a:custGeom>
              <a:rect b="b" l="l" r="r" t="t"/>
              <a:pathLst>
                <a:path extrusionOk="0" h="7499" w="7530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7" name="Google Shape;1857;p84"/>
          <p:cNvGrpSpPr/>
          <p:nvPr/>
        </p:nvGrpSpPr>
        <p:grpSpPr>
          <a:xfrm>
            <a:off x="4536457" y="2634485"/>
            <a:ext cx="354586" cy="355557"/>
            <a:chOff x="-33645475" y="3944800"/>
            <a:chExt cx="292225" cy="293025"/>
          </a:xfrm>
        </p:grpSpPr>
        <p:sp>
          <p:nvSpPr>
            <p:cNvPr id="1858" name="Google Shape;1858;p84"/>
            <p:cNvSpPr/>
            <p:nvPr/>
          </p:nvSpPr>
          <p:spPr>
            <a:xfrm>
              <a:off x="-33549375" y="3944800"/>
              <a:ext cx="98475" cy="70900"/>
            </a:xfrm>
            <a:custGeom>
              <a:rect b="b" l="l" r="r" t="t"/>
              <a:pathLst>
                <a:path extrusionOk="0" h="2836" w="3939">
                  <a:moveTo>
                    <a:pt x="1985" y="0"/>
                  </a:moveTo>
                  <a:cubicBezTo>
                    <a:pt x="1260" y="0"/>
                    <a:pt x="473" y="946"/>
                    <a:pt x="0" y="2521"/>
                  </a:cubicBezTo>
                  <a:cubicBezTo>
                    <a:pt x="158" y="2615"/>
                    <a:pt x="284" y="2710"/>
                    <a:pt x="410" y="2836"/>
                  </a:cubicBezTo>
                  <a:cubicBezTo>
                    <a:pt x="914" y="2773"/>
                    <a:pt x="1481" y="2773"/>
                    <a:pt x="1985" y="2773"/>
                  </a:cubicBezTo>
                  <a:cubicBezTo>
                    <a:pt x="2489" y="2773"/>
                    <a:pt x="3056" y="2804"/>
                    <a:pt x="3560" y="2836"/>
                  </a:cubicBezTo>
                  <a:cubicBezTo>
                    <a:pt x="3623" y="2678"/>
                    <a:pt x="3781" y="2584"/>
                    <a:pt x="3938" y="2521"/>
                  </a:cubicBezTo>
                  <a:cubicBezTo>
                    <a:pt x="3529" y="946"/>
                    <a:pt x="2741" y="0"/>
                    <a:pt x="1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84"/>
            <p:cNvSpPr/>
            <p:nvPr/>
          </p:nvSpPr>
          <p:spPr>
            <a:xfrm>
              <a:off x="-33645475" y="4041675"/>
              <a:ext cx="70900" cy="98475"/>
            </a:xfrm>
            <a:custGeom>
              <a:rect b="b" l="l" r="r" t="t"/>
              <a:pathLst>
                <a:path extrusionOk="0" h="3939" w="2836">
                  <a:moveTo>
                    <a:pt x="2521" y="0"/>
                  </a:moveTo>
                  <a:cubicBezTo>
                    <a:pt x="946" y="473"/>
                    <a:pt x="32" y="1229"/>
                    <a:pt x="32" y="1954"/>
                  </a:cubicBezTo>
                  <a:cubicBezTo>
                    <a:pt x="1" y="2710"/>
                    <a:pt x="946" y="3466"/>
                    <a:pt x="2521" y="3939"/>
                  </a:cubicBezTo>
                  <a:cubicBezTo>
                    <a:pt x="2584" y="3781"/>
                    <a:pt x="2710" y="3655"/>
                    <a:pt x="2836" y="3529"/>
                  </a:cubicBezTo>
                  <a:cubicBezTo>
                    <a:pt x="2773" y="3025"/>
                    <a:pt x="2773" y="2521"/>
                    <a:pt x="2773" y="1954"/>
                  </a:cubicBezTo>
                  <a:cubicBezTo>
                    <a:pt x="2773" y="1418"/>
                    <a:pt x="2805" y="914"/>
                    <a:pt x="2836" y="379"/>
                  </a:cubicBezTo>
                  <a:cubicBezTo>
                    <a:pt x="2679" y="316"/>
                    <a:pt x="2553" y="158"/>
                    <a:pt x="2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84"/>
            <p:cNvSpPr/>
            <p:nvPr/>
          </p:nvSpPr>
          <p:spPr>
            <a:xfrm>
              <a:off x="-33424150" y="4042450"/>
              <a:ext cx="70900" cy="52025"/>
            </a:xfrm>
            <a:custGeom>
              <a:rect b="b" l="l" r="r" t="t"/>
              <a:pathLst>
                <a:path extrusionOk="0" h="2081" w="2836">
                  <a:moveTo>
                    <a:pt x="316" y="1"/>
                  </a:moveTo>
                  <a:cubicBezTo>
                    <a:pt x="253" y="159"/>
                    <a:pt x="127" y="285"/>
                    <a:pt x="1" y="379"/>
                  </a:cubicBezTo>
                  <a:cubicBezTo>
                    <a:pt x="32" y="600"/>
                    <a:pt x="32" y="789"/>
                    <a:pt x="32" y="978"/>
                  </a:cubicBezTo>
                  <a:cubicBezTo>
                    <a:pt x="158" y="978"/>
                    <a:pt x="284" y="946"/>
                    <a:pt x="442" y="946"/>
                  </a:cubicBezTo>
                  <a:cubicBezTo>
                    <a:pt x="1387" y="946"/>
                    <a:pt x="2237" y="1387"/>
                    <a:pt x="2804" y="2080"/>
                  </a:cubicBezTo>
                  <a:lnTo>
                    <a:pt x="2804" y="1954"/>
                  </a:lnTo>
                  <a:cubicBezTo>
                    <a:pt x="2836" y="1230"/>
                    <a:pt x="1891" y="474"/>
                    <a:pt x="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84"/>
            <p:cNvSpPr/>
            <p:nvPr/>
          </p:nvSpPr>
          <p:spPr>
            <a:xfrm>
              <a:off x="-33549375" y="4165325"/>
              <a:ext cx="86650" cy="70925"/>
            </a:xfrm>
            <a:custGeom>
              <a:rect b="b" l="l" r="r" t="t"/>
              <a:pathLst>
                <a:path extrusionOk="0" h="2837" w="3466">
                  <a:moveTo>
                    <a:pt x="410" y="1"/>
                  </a:moveTo>
                  <a:cubicBezTo>
                    <a:pt x="315" y="158"/>
                    <a:pt x="158" y="284"/>
                    <a:pt x="0" y="316"/>
                  </a:cubicBezTo>
                  <a:cubicBezTo>
                    <a:pt x="473" y="1891"/>
                    <a:pt x="1260" y="2836"/>
                    <a:pt x="1985" y="2836"/>
                  </a:cubicBezTo>
                  <a:cubicBezTo>
                    <a:pt x="2489" y="2836"/>
                    <a:pt x="3056" y="2364"/>
                    <a:pt x="3466" y="1544"/>
                  </a:cubicBezTo>
                  <a:lnTo>
                    <a:pt x="3119" y="1072"/>
                  </a:lnTo>
                  <a:cubicBezTo>
                    <a:pt x="2836" y="851"/>
                    <a:pt x="2678" y="473"/>
                    <a:pt x="2521" y="95"/>
                  </a:cubicBezTo>
                  <a:lnTo>
                    <a:pt x="1985" y="95"/>
                  </a:lnTo>
                  <a:cubicBezTo>
                    <a:pt x="1418" y="95"/>
                    <a:pt x="882" y="64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84"/>
            <p:cNvSpPr/>
            <p:nvPr/>
          </p:nvSpPr>
          <p:spPr>
            <a:xfrm>
              <a:off x="-33558825" y="4030650"/>
              <a:ext cx="118950" cy="120525"/>
            </a:xfrm>
            <a:custGeom>
              <a:rect b="b" l="l" r="r" t="t"/>
              <a:pathLst>
                <a:path extrusionOk="0" h="4821" w="4758">
                  <a:moveTo>
                    <a:pt x="2395" y="0"/>
                  </a:moveTo>
                  <a:cubicBezTo>
                    <a:pt x="1922" y="0"/>
                    <a:pt x="1418" y="32"/>
                    <a:pt x="1008" y="95"/>
                  </a:cubicBezTo>
                  <a:cubicBezTo>
                    <a:pt x="977" y="599"/>
                    <a:pt x="599" y="977"/>
                    <a:pt x="63" y="1040"/>
                  </a:cubicBezTo>
                  <a:cubicBezTo>
                    <a:pt x="32" y="1450"/>
                    <a:pt x="0" y="1922"/>
                    <a:pt x="0" y="2395"/>
                  </a:cubicBezTo>
                  <a:cubicBezTo>
                    <a:pt x="0" y="2867"/>
                    <a:pt x="32" y="3340"/>
                    <a:pt x="63" y="3781"/>
                  </a:cubicBezTo>
                  <a:cubicBezTo>
                    <a:pt x="599" y="3812"/>
                    <a:pt x="977" y="4222"/>
                    <a:pt x="1008" y="4726"/>
                  </a:cubicBezTo>
                  <a:cubicBezTo>
                    <a:pt x="1449" y="4758"/>
                    <a:pt x="1922" y="4821"/>
                    <a:pt x="2395" y="4821"/>
                  </a:cubicBezTo>
                  <a:lnTo>
                    <a:pt x="2804" y="4821"/>
                  </a:lnTo>
                  <a:cubicBezTo>
                    <a:pt x="2804" y="4695"/>
                    <a:pt x="2741" y="4569"/>
                    <a:pt x="2741" y="4506"/>
                  </a:cubicBezTo>
                  <a:cubicBezTo>
                    <a:pt x="2741" y="3151"/>
                    <a:pt x="3592" y="2017"/>
                    <a:pt x="4757" y="1576"/>
                  </a:cubicBezTo>
                  <a:cubicBezTo>
                    <a:pt x="4757" y="1387"/>
                    <a:pt x="4726" y="1229"/>
                    <a:pt x="4726" y="1040"/>
                  </a:cubicBezTo>
                  <a:cubicBezTo>
                    <a:pt x="4222" y="977"/>
                    <a:pt x="3812" y="599"/>
                    <a:pt x="3781" y="95"/>
                  </a:cubicBezTo>
                  <a:cubicBezTo>
                    <a:pt x="3340" y="32"/>
                    <a:pt x="2867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84"/>
            <p:cNvSpPr/>
            <p:nvPr/>
          </p:nvSpPr>
          <p:spPr>
            <a:xfrm>
              <a:off x="-33639950" y="4129900"/>
              <a:ext cx="100825" cy="100825"/>
            </a:xfrm>
            <a:custGeom>
              <a:rect b="b" l="l" r="r" t="t"/>
              <a:pathLst>
                <a:path extrusionOk="0" h="4033" w="4033">
                  <a:moveTo>
                    <a:pt x="0" y="0"/>
                  </a:moveTo>
                  <a:lnTo>
                    <a:pt x="0" y="0"/>
                  </a:lnTo>
                  <a:cubicBezTo>
                    <a:pt x="567" y="1953"/>
                    <a:pt x="2111" y="3466"/>
                    <a:pt x="4033" y="4033"/>
                  </a:cubicBezTo>
                  <a:cubicBezTo>
                    <a:pt x="3592" y="3466"/>
                    <a:pt x="3245" y="2741"/>
                    <a:pt x="2962" y="1827"/>
                  </a:cubicBezTo>
                  <a:cubicBezTo>
                    <a:pt x="2584" y="1733"/>
                    <a:pt x="2300" y="1481"/>
                    <a:pt x="2206" y="1071"/>
                  </a:cubicBezTo>
                  <a:cubicBezTo>
                    <a:pt x="1323" y="851"/>
                    <a:pt x="567" y="44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84"/>
            <p:cNvSpPr/>
            <p:nvPr/>
          </p:nvSpPr>
          <p:spPr>
            <a:xfrm>
              <a:off x="-33459600" y="3951875"/>
              <a:ext cx="100850" cy="100075"/>
            </a:xfrm>
            <a:custGeom>
              <a:rect b="b" l="l" r="r" t="t"/>
              <a:pathLst>
                <a:path extrusionOk="0" h="4003" w="4034">
                  <a:moveTo>
                    <a:pt x="1" y="1"/>
                  </a:moveTo>
                  <a:lnTo>
                    <a:pt x="1" y="1"/>
                  </a:lnTo>
                  <a:cubicBezTo>
                    <a:pt x="442" y="537"/>
                    <a:pt x="788" y="1293"/>
                    <a:pt x="1072" y="2206"/>
                  </a:cubicBezTo>
                  <a:cubicBezTo>
                    <a:pt x="1419" y="2238"/>
                    <a:pt x="1734" y="2553"/>
                    <a:pt x="1828" y="2962"/>
                  </a:cubicBezTo>
                  <a:cubicBezTo>
                    <a:pt x="2710" y="3183"/>
                    <a:pt x="3466" y="3592"/>
                    <a:pt x="4033" y="4002"/>
                  </a:cubicBezTo>
                  <a:cubicBezTo>
                    <a:pt x="3466" y="2080"/>
                    <a:pt x="1923" y="53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84"/>
            <p:cNvSpPr/>
            <p:nvPr/>
          </p:nvSpPr>
          <p:spPr>
            <a:xfrm>
              <a:off x="-33639950" y="3951100"/>
              <a:ext cx="100825" cy="100050"/>
            </a:xfrm>
            <a:custGeom>
              <a:rect b="b" l="l" r="r" t="t"/>
              <a:pathLst>
                <a:path extrusionOk="0" h="4002" w="4033">
                  <a:moveTo>
                    <a:pt x="4033" y="0"/>
                  </a:moveTo>
                  <a:lnTo>
                    <a:pt x="4033" y="0"/>
                  </a:lnTo>
                  <a:cubicBezTo>
                    <a:pt x="2111" y="536"/>
                    <a:pt x="567" y="2080"/>
                    <a:pt x="0" y="4002"/>
                  </a:cubicBezTo>
                  <a:cubicBezTo>
                    <a:pt x="567" y="3592"/>
                    <a:pt x="1323" y="3214"/>
                    <a:pt x="2206" y="2962"/>
                  </a:cubicBezTo>
                  <a:cubicBezTo>
                    <a:pt x="2300" y="2552"/>
                    <a:pt x="2615" y="2269"/>
                    <a:pt x="2962" y="2206"/>
                  </a:cubicBezTo>
                  <a:cubicBezTo>
                    <a:pt x="3214" y="1292"/>
                    <a:pt x="3592" y="505"/>
                    <a:pt x="4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84"/>
            <p:cNvSpPr/>
            <p:nvPr/>
          </p:nvSpPr>
          <p:spPr>
            <a:xfrm>
              <a:off x="-33472975" y="4082625"/>
              <a:ext cx="119725" cy="155200"/>
            </a:xfrm>
            <a:custGeom>
              <a:rect b="b" l="l" r="r" t="t"/>
              <a:pathLst>
                <a:path extrusionOk="0" h="6208" w="4789">
                  <a:moveTo>
                    <a:pt x="2395" y="1355"/>
                  </a:moveTo>
                  <a:cubicBezTo>
                    <a:pt x="2930" y="1355"/>
                    <a:pt x="3403" y="1828"/>
                    <a:pt x="3403" y="2364"/>
                  </a:cubicBezTo>
                  <a:cubicBezTo>
                    <a:pt x="3403" y="2962"/>
                    <a:pt x="2930" y="3403"/>
                    <a:pt x="2395" y="3403"/>
                  </a:cubicBezTo>
                  <a:cubicBezTo>
                    <a:pt x="1827" y="3403"/>
                    <a:pt x="1355" y="2931"/>
                    <a:pt x="1355" y="2364"/>
                  </a:cubicBezTo>
                  <a:cubicBezTo>
                    <a:pt x="1355" y="1828"/>
                    <a:pt x="1827" y="1355"/>
                    <a:pt x="2395" y="1355"/>
                  </a:cubicBezTo>
                  <a:close/>
                  <a:moveTo>
                    <a:pt x="2395" y="1"/>
                  </a:moveTo>
                  <a:cubicBezTo>
                    <a:pt x="1040" y="1"/>
                    <a:pt x="0" y="1072"/>
                    <a:pt x="0" y="2427"/>
                  </a:cubicBezTo>
                  <a:cubicBezTo>
                    <a:pt x="0" y="2994"/>
                    <a:pt x="221" y="3592"/>
                    <a:pt x="630" y="4002"/>
                  </a:cubicBezTo>
                  <a:lnTo>
                    <a:pt x="2111" y="6050"/>
                  </a:lnTo>
                  <a:cubicBezTo>
                    <a:pt x="2206" y="6113"/>
                    <a:pt x="2269" y="6207"/>
                    <a:pt x="2395" y="6207"/>
                  </a:cubicBezTo>
                  <a:cubicBezTo>
                    <a:pt x="2521" y="6207"/>
                    <a:pt x="2584" y="6144"/>
                    <a:pt x="2678" y="6050"/>
                  </a:cubicBezTo>
                  <a:lnTo>
                    <a:pt x="4442" y="3592"/>
                  </a:lnTo>
                  <a:cubicBezTo>
                    <a:pt x="4663" y="3246"/>
                    <a:pt x="4757" y="2805"/>
                    <a:pt x="4757" y="2364"/>
                  </a:cubicBezTo>
                  <a:cubicBezTo>
                    <a:pt x="4789" y="1072"/>
                    <a:pt x="3686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84"/>
            <p:cNvSpPr/>
            <p:nvPr/>
          </p:nvSpPr>
          <p:spPr>
            <a:xfrm>
              <a:off x="-33421775" y="41338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8" name="Google Shape;1868;p84"/>
          <p:cNvGrpSpPr/>
          <p:nvPr/>
        </p:nvGrpSpPr>
        <p:grpSpPr>
          <a:xfrm>
            <a:off x="4031569" y="3695493"/>
            <a:ext cx="352675" cy="355375"/>
            <a:chOff x="-31809525" y="3192625"/>
            <a:chExt cx="290650" cy="292875"/>
          </a:xfrm>
        </p:grpSpPr>
        <p:sp>
          <p:nvSpPr>
            <p:cNvPr id="1869" name="Google Shape;1869;p84"/>
            <p:cNvSpPr/>
            <p:nvPr/>
          </p:nvSpPr>
          <p:spPr>
            <a:xfrm>
              <a:off x="-31767775" y="3192625"/>
              <a:ext cx="204800" cy="153600"/>
            </a:xfrm>
            <a:custGeom>
              <a:rect b="b" l="l" r="r" t="t"/>
              <a:pathLst>
                <a:path extrusionOk="0" h="6144" w="8192">
                  <a:moveTo>
                    <a:pt x="4096" y="0"/>
                  </a:moveTo>
                  <a:cubicBezTo>
                    <a:pt x="2206" y="0"/>
                    <a:pt x="662" y="1544"/>
                    <a:pt x="662" y="3434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442"/>
                  </a:cubicBezTo>
                  <a:lnTo>
                    <a:pt x="0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35" y="6144"/>
                    <a:pt x="1261" y="6112"/>
                    <a:pt x="1387" y="6081"/>
                  </a:cubicBezTo>
                  <a:lnTo>
                    <a:pt x="1387" y="3403"/>
                  </a:lnTo>
                  <a:cubicBezTo>
                    <a:pt x="1387" y="1891"/>
                    <a:pt x="2584" y="630"/>
                    <a:pt x="4096" y="630"/>
                  </a:cubicBezTo>
                  <a:cubicBezTo>
                    <a:pt x="5577" y="630"/>
                    <a:pt x="6806" y="1891"/>
                    <a:pt x="6806" y="3403"/>
                  </a:cubicBezTo>
                  <a:lnTo>
                    <a:pt x="6806" y="6081"/>
                  </a:lnTo>
                  <a:cubicBezTo>
                    <a:pt x="6932" y="6112"/>
                    <a:pt x="7058" y="6144"/>
                    <a:pt x="7152" y="6144"/>
                  </a:cubicBezTo>
                  <a:cubicBezTo>
                    <a:pt x="7719" y="6144"/>
                    <a:pt x="8192" y="5671"/>
                    <a:pt x="8192" y="5136"/>
                  </a:cubicBezTo>
                  <a:lnTo>
                    <a:pt x="8192" y="4442"/>
                  </a:lnTo>
                  <a:cubicBezTo>
                    <a:pt x="8192" y="4033"/>
                    <a:pt x="7908" y="3623"/>
                    <a:pt x="7530" y="3497"/>
                  </a:cubicBezTo>
                  <a:lnTo>
                    <a:pt x="7530" y="3434"/>
                  </a:lnTo>
                  <a:cubicBezTo>
                    <a:pt x="7467" y="1576"/>
                    <a:pt x="5986" y="0"/>
                    <a:pt x="4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84"/>
            <p:cNvSpPr/>
            <p:nvPr/>
          </p:nvSpPr>
          <p:spPr>
            <a:xfrm>
              <a:off x="-31715000" y="3244600"/>
              <a:ext cx="101625" cy="52450"/>
            </a:xfrm>
            <a:custGeom>
              <a:rect b="b" l="l" r="r" t="t"/>
              <a:pathLst>
                <a:path extrusionOk="0" h="2098" w="4065">
                  <a:moveTo>
                    <a:pt x="1702" y="1"/>
                  </a:moveTo>
                  <a:cubicBezTo>
                    <a:pt x="756" y="1"/>
                    <a:pt x="0" y="757"/>
                    <a:pt x="0" y="1702"/>
                  </a:cubicBezTo>
                  <a:lnTo>
                    <a:pt x="0" y="2080"/>
                  </a:lnTo>
                  <a:lnTo>
                    <a:pt x="1229" y="2080"/>
                  </a:lnTo>
                  <a:cubicBezTo>
                    <a:pt x="1418" y="2080"/>
                    <a:pt x="1765" y="2080"/>
                    <a:pt x="1891" y="1985"/>
                  </a:cubicBezTo>
                  <a:cubicBezTo>
                    <a:pt x="1922" y="1954"/>
                    <a:pt x="1985" y="1828"/>
                    <a:pt x="1985" y="1765"/>
                  </a:cubicBezTo>
                  <a:cubicBezTo>
                    <a:pt x="1985" y="1544"/>
                    <a:pt x="2143" y="1387"/>
                    <a:pt x="2332" y="1387"/>
                  </a:cubicBezTo>
                  <a:cubicBezTo>
                    <a:pt x="2521" y="1387"/>
                    <a:pt x="2678" y="1544"/>
                    <a:pt x="2678" y="1765"/>
                  </a:cubicBezTo>
                  <a:cubicBezTo>
                    <a:pt x="2678" y="1828"/>
                    <a:pt x="2678" y="1954"/>
                    <a:pt x="2773" y="1985"/>
                  </a:cubicBezTo>
                  <a:cubicBezTo>
                    <a:pt x="2836" y="2069"/>
                    <a:pt x="3025" y="2097"/>
                    <a:pt x="3237" y="2097"/>
                  </a:cubicBezTo>
                  <a:cubicBezTo>
                    <a:pt x="3343" y="2097"/>
                    <a:pt x="3455" y="2090"/>
                    <a:pt x="3560" y="2080"/>
                  </a:cubicBezTo>
                  <a:lnTo>
                    <a:pt x="4064" y="2080"/>
                  </a:lnTo>
                  <a:lnTo>
                    <a:pt x="4064" y="1702"/>
                  </a:lnTo>
                  <a:cubicBezTo>
                    <a:pt x="4064" y="757"/>
                    <a:pt x="3308" y="1"/>
                    <a:pt x="2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84"/>
            <p:cNvSpPr/>
            <p:nvPr/>
          </p:nvSpPr>
          <p:spPr>
            <a:xfrm>
              <a:off x="-31716575" y="3308400"/>
              <a:ext cx="102400" cy="73275"/>
            </a:xfrm>
            <a:custGeom>
              <a:rect b="b" l="l" r="r" t="t"/>
              <a:pathLst>
                <a:path extrusionOk="0" h="2931" w="4096">
                  <a:moveTo>
                    <a:pt x="2395" y="1"/>
                  </a:moveTo>
                  <a:cubicBezTo>
                    <a:pt x="2080" y="221"/>
                    <a:pt x="1639" y="221"/>
                    <a:pt x="1197" y="221"/>
                  </a:cubicBezTo>
                  <a:lnTo>
                    <a:pt x="0" y="221"/>
                  </a:lnTo>
                  <a:lnTo>
                    <a:pt x="0" y="883"/>
                  </a:lnTo>
                  <a:cubicBezTo>
                    <a:pt x="0" y="2048"/>
                    <a:pt x="914" y="2930"/>
                    <a:pt x="2048" y="2930"/>
                  </a:cubicBezTo>
                  <a:cubicBezTo>
                    <a:pt x="3182" y="2930"/>
                    <a:pt x="4096" y="2048"/>
                    <a:pt x="4096" y="883"/>
                  </a:cubicBezTo>
                  <a:lnTo>
                    <a:pt x="4096" y="221"/>
                  </a:lnTo>
                  <a:lnTo>
                    <a:pt x="3403" y="221"/>
                  </a:lnTo>
                  <a:cubicBezTo>
                    <a:pt x="3025" y="221"/>
                    <a:pt x="2678" y="190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84"/>
            <p:cNvSpPr/>
            <p:nvPr/>
          </p:nvSpPr>
          <p:spPr>
            <a:xfrm>
              <a:off x="-31809525" y="3386375"/>
              <a:ext cx="290650" cy="99125"/>
            </a:xfrm>
            <a:custGeom>
              <a:rect b="b" l="l" r="r" t="t"/>
              <a:pathLst>
                <a:path extrusionOk="0" h="3965" w="11626">
                  <a:moveTo>
                    <a:pt x="2092" y="0"/>
                  </a:moveTo>
                  <a:cubicBezTo>
                    <a:pt x="1962" y="0"/>
                    <a:pt x="1828" y="63"/>
                    <a:pt x="1765" y="190"/>
                  </a:cubicBezTo>
                  <a:lnTo>
                    <a:pt x="1355" y="1072"/>
                  </a:lnTo>
                  <a:lnTo>
                    <a:pt x="316" y="1229"/>
                  </a:lnTo>
                  <a:cubicBezTo>
                    <a:pt x="190" y="1229"/>
                    <a:pt x="95" y="1355"/>
                    <a:pt x="64" y="1481"/>
                  </a:cubicBezTo>
                  <a:cubicBezTo>
                    <a:pt x="1" y="1607"/>
                    <a:pt x="64" y="1765"/>
                    <a:pt x="127" y="1828"/>
                  </a:cubicBezTo>
                  <a:lnTo>
                    <a:pt x="883" y="2552"/>
                  </a:lnTo>
                  <a:lnTo>
                    <a:pt x="725" y="3561"/>
                  </a:lnTo>
                  <a:cubicBezTo>
                    <a:pt x="694" y="3687"/>
                    <a:pt x="757" y="3844"/>
                    <a:pt x="851" y="3876"/>
                  </a:cubicBezTo>
                  <a:cubicBezTo>
                    <a:pt x="903" y="3928"/>
                    <a:pt x="965" y="3951"/>
                    <a:pt x="1031" y="3951"/>
                  </a:cubicBezTo>
                  <a:cubicBezTo>
                    <a:pt x="1085" y="3951"/>
                    <a:pt x="1141" y="3935"/>
                    <a:pt x="1198" y="3907"/>
                  </a:cubicBezTo>
                  <a:lnTo>
                    <a:pt x="2112" y="3435"/>
                  </a:lnTo>
                  <a:lnTo>
                    <a:pt x="2994" y="3907"/>
                  </a:lnTo>
                  <a:cubicBezTo>
                    <a:pt x="3046" y="3947"/>
                    <a:pt x="3099" y="3964"/>
                    <a:pt x="3152" y="3964"/>
                  </a:cubicBezTo>
                  <a:cubicBezTo>
                    <a:pt x="3225" y="3964"/>
                    <a:pt x="3298" y="3930"/>
                    <a:pt x="3372" y="3876"/>
                  </a:cubicBezTo>
                  <a:cubicBezTo>
                    <a:pt x="3466" y="3813"/>
                    <a:pt x="3529" y="3687"/>
                    <a:pt x="3466" y="3561"/>
                  </a:cubicBezTo>
                  <a:lnTo>
                    <a:pt x="3309" y="2552"/>
                  </a:lnTo>
                  <a:lnTo>
                    <a:pt x="4002" y="1891"/>
                  </a:lnTo>
                  <a:lnTo>
                    <a:pt x="4663" y="2552"/>
                  </a:lnTo>
                  <a:lnTo>
                    <a:pt x="4506" y="3561"/>
                  </a:lnTo>
                  <a:cubicBezTo>
                    <a:pt x="4474" y="3687"/>
                    <a:pt x="4537" y="3844"/>
                    <a:pt x="4632" y="3876"/>
                  </a:cubicBezTo>
                  <a:cubicBezTo>
                    <a:pt x="4684" y="3928"/>
                    <a:pt x="4746" y="3951"/>
                    <a:pt x="4811" y="3951"/>
                  </a:cubicBezTo>
                  <a:cubicBezTo>
                    <a:pt x="4865" y="3951"/>
                    <a:pt x="4922" y="3935"/>
                    <a:pt x="4978" y="3907"/>
                  </a:cubicBezTo>
                  <a:lnTo>
                    <a:pt x="5892" y="3435"/>
                  </a:lnTo>
                  <a:lnTo>
                    <a:pt x="6774" y="3907"/>
                  </a:lnTo>
                  <a:cubicBezTo>
                    <a:pt x="6827" y="3947"/>
                    <a:pt x="6880" y="3964"/>
                    <a:pt x="6933" y="3964"/>
                  </a:cubicBezTo>
                  <a:cubicBezTo>
                    <a:pt x="7006" y="3964"/>
                    <a:pt x="7079" y="3930"/>
                    <a:pt x="7152" y="3876"/>
                  </a:cubicBezTo>
                  <a:cubicBezTo>
                    <a:pt x="7247" y="3813"/>
                    <a:pt x="7310" y="3687"/>
                    <a:pt x="7247" y="3561"/>
                  </a:cubicBezTo>
                  <a:lnTo>
                    <a:pt x="7089" y="2552"/>
                  </a:lnTo>
                  <a:lnTo>
                    <a:pt x="7782" y="1891"/>
                  </a:lnTo>
                  <a:lnTo>
                    <a:pt x="8444" y="2552"/>
                  </a:lnTo>
                  <a:lnTo>
                    <a:pt x="8286" y="3561"/>
                  </a:lnTo>
                  <a:cubicBezTo>
                    <a:pt x="8255" y="3687"/>
                    <a:pt x="8318" y="3844"/>
                    <a:pt x="8413" y="3876"/>
                  </a:cubicBezTo>
                  <a:cubicBezTo>
                    <a:pt x="8465" y="3928"/>
                    <a:pt x="8526" y="3951"/>
                    <a:pt x="8592" y="3951"/>
                  </a:cubicBezTo>
                  <a:cubicBezTo>
                    <a:pt x="8646" y="3951"/>
                    <a:pt x="8702" y="3935"/>
                    <a:pt x="8759" y="3907"/>
                  </a:cubicBezTo>
                  <a:lnTo>
                    <a:pt x="9673" y="3435"/>
                  </a:lnTo>
                  <a:lnTo>
                    <a:pt x="10555" y="3907"/>
                  </a:lnTo>
                  <a:cubicBezTo>
                    <a:pt x="10608" y="3947"/>
                    <a:pt x="10660" y="3964"/>
                    <a:pt x="10713" y="3964"/>
                  </a:cubicBezTo>
                  <a:cubicBezTo>
                    <a:pt x="10786" y="3964"/>
                    <a:pt x="10860" y="3930"/>
                    <a:pt x="10933" y="3876"/>
                  </a:cubicBezTo>
                  <a:cubicBezTo>
                    <a:pt x="11027" y="3813"/>
                    <a:pt x="11090" y="3687"/>
                    <a:pt x="11027" y="3561"/>
                  </a:cubicBezTo>
                  <a:lnTo>
                    <a:pt x="10870" y="2552"/>
                  </a:lnTo>
                  <a:lnTo>
                    <a:pt x="11626" y="1828"/>
                  </a:lnTo>
                  <a:cubicBezTo>
                    <a:pt x="11532" y="1702"/>
                    <a:pt x="11595" y="1607"/>
                    <a:pt x="11532" y="1481"/>
                  </a:cubicBezTo>
                  <a:cubicBezTo>
                    <a:pt x="11500" y="1355"/>
                    <a:pt x="11374" y="1292"/>
                    <a:pt x="11279" y="1229"/>
                  </a:cubicBezTo>
                  <a:lnTo>
                    <a:pt x="10240" y="1072"/>
                  </a:lnTo>
                  <a:lnTo>
                    <a:pt x="9799" y="190"/>
                  </a:lnTo>
                  <a:cubicBezTo>
                    <a:pt x="9751" y="63"/>
                    <a:pt x="9625" y="0"/>
                    <a:pt x="9495" y="0"/>
                  </a:cubicBezTo>
                  <a:cubicBezTo>
                    <a:pt x="9366" y="0"/>
                    <a:pt x="9232" y="63"/>
                    <a:pt x="9169" y="190"/>
                  </a:cubicBezTo>
                  <a:lnTo>
                    <a:pt x="8759" y="1072"/>
                  </a:lnTo>
                  <a:lnTo>
                    <a:pt x="7782" y="1229"/>
                  </a:lnTo>
                  <a:cubicBezTo>
                    <a:pt x="7719" y="1229"/>
                    <a:pt x="7688" y="1292"/>
                    <a:pt x="7656" y="1292"/>
                  </a:cubicBezTo>
                  <a:cubicBezTo>
                    <a:pt x="7593" y="1229"/>
                    <a:pt x="7562" y="1229"/>
                    <a:pt x="7530" y="1229"/>
                  </a:cubicBezTo>
                  <a:lnTo>
                    <a:pt x="6554" y="1072"/>
                  </a:lnTo>
                  <a:lnTo>
                    <a:pt x="6113" y="190"/>
                  </a:lnTo>
                  <a:cubicBezTo>
                    <a:pt x="6050" y="63"/>
                    <a:pt x="5924" y="0"/>
                    <a:pt x="5798" y="0"/>
                  </a:cubicBezTo>
                  <a:cubicBezTo>
                    <a:pt x="5672" y="0"/>
                    <a:pt x="5546" y="63"/>
                    <a:pt x="5483" y="190"/>
                  </a:cubicBezTo>
                  <a:lnTo>
                    <a:pt x="5041" y="1072"/>
                  </a:lnTo>
                  <a:lnTo>
                    <a:pt x="4065" y="1229"/>
                  </a:lnTo>
                  <a:cubicBezTo>
                    <a:pt x="4033" y="1229"/>
                    <a:pt x="4002" y="1292"/>
                    <a:pt x="3939" y="1292"/>
                  </a:cubicBezTo>
                  <a:cubicBezTo>
                    <a:pt x="3907" y="1229"/>
                    <a:pt x="3876" y="1229"/>
                    <a:pt x="3813" y="1229"/>
                  </a:cubicBezTo>
                  <a:lnTo>
                    <a:pt x="2836" y="1072"/>
                  </a:lnTo>
                  <a:lnTo>
                    <a:pt x="2395" y="190"/>
                  </a:lnTo>
                  <a:cubicBezTo>
                    <a:pt x="2348" y="63"/>
                    <a:pt x="2222" y="0"/>
                    <a:pt x="2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3" name="Google Shape;1873;p84"/>
          <p:cNvGrpSpPr/>
          <p:nvPr/>
        </p:nvGrpSpPr>
        <p:grpSpPr>
          <a:xfrm>
            <a:off x="2213863" y="3211280"/>
            <a:ext cx="353645" cy="355557"/>
            <a:chOff x="-31811100" y="3550975"/>
            <a:chExt cx="291450" cy="293025"/>
          </a:xfrm>
        </p:grpSpPr>
        <p:sp>
          <p:nvSpPr>
            <p:cNvPr id="1874" name="Google Shape;1874;p84"/>
            <p:cNvSpPr/>
            <p:nvPr/>
          </p:nvSpPr>
          <p:spPr>
            <a:xfrm>
              <a:off x="-31554325" y="3595875"/>
              <a:ext cx="34675" cy="33900"/>
            </a:xfrm>
            <a:custGeom>
              <a:rect b="b" l="l" r="r" t="t"/>
              <a:pathLst>
                <a:path extrusionOk="0" h="1356" w="1387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84"/>
            <p:cNvSpPr/>
            <p:nvPr/>
          </p:nvSpPr>
          <p:spPr>
            <a:xfrm>
              <a:off x="-31659075" y="3628650"/>
              <a:ext cx="139425" cy="71650"/>
            </a:xfrm>
            <a:custGeom>
              <a:rect b="b" l="l" r="r" t="t"/>
              <a:pathLst>
                <a:path extrusionOk="0" h="2866" w="5577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84"/>
            <p:cNvSpPr/>
            <p:nvPr/>
          </p:nvSpPr>
          <p:spPr>
            <a:xfrm>
              <a:off x="-31811100" y="3647075"/>
              <a:ext cx="33100" cy="33100"/>
            </a:xfrm>
            <a:custGeom>
              <a:rect b="b" l="l" r="r" t="t"/>
              <a:pathLst>
                <a:path extrusionOk="0" h="1324" w="1324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84"/>
            <p:cNvSpPr/>
            <p:nvPr/>
          </p:nvSpPr>
          <p:spPr>
            <a:xfrm>
              <a:off x="-31811100" y="3678325"/>
              <a:ext cx="138650" cy="72250"/>
            </a:xfrm>
            <a:custGeom>
              <a:rect b="b" l="l" r="r" t="t"/>
              <a:pathLst>
                <a:path extrusionOk="0" h="2890" w="5546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84"/>
            <p:cNvSpPr/>
            <p:nvPr/>
          </p:nvSpPr>
          <p:spPr>
            <a:xfrm>
              <a:off x="-31759900" y="3791200"/>
              <a:ext cx="187475" cy="52800"/>
            </a:xfrm>
            <a:custGeom>
              <a:rect b="b" l="l" r="r" t="t"/>
              <a:pathLst>
                <a:path extrusionOk="0" h="2112" w="7499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84"/>
            <p:cNvSpPr/>
            <p:nvPr/>
          </p:nvSpPr>
          <p:spPr>
            <a:xfrm>
              <a:off x="-31759900" y="3550975"/>
              <a:ext cx="187475" cy="35475"/>
            </a:xfrm>
            <a:custGeom>
              <a:rect b="b" l="l" r="r" t="t"/>
              <a:pathLst>
                <a:path extrusionOk="0" h="1419" w="7499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84"/>
            <p:cNvSpPr/>
            <p:nvPr/>
          </p:nvSpPr>
          <p:spPr>
            <a:xfrm>
              <a:off x="-31759100" y="3602975"/>
              <a:ext cx="188250" cy="172500"/>
            </a:xfrm>
            <a:custGeom>
              <a:rect b="b" l="l" r="r" t="t"/>
              <a:pathLst>
                <a:path extrusionOk="0" h="6900" w="753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1" name="Google Shape;1881;p84"/>
          <p:cNvGrpSpPr/>
          <p:nvPr/>
        </p:nvGrpSpPr>
        <p:grpSpPr>
          <a:xfrm>
            <a:off x="6136698" y="2082454"/>
            <a:ext cx="366052" cy="356831"/>
            <a:chOff x="-31817400" y="3910025"/>
            <a:chExt cx="301675" cy="294075"/>
          </a:xfrm>
        </p:grpSpPr>
        <p:sp>
          <p:nvSpPr>
            <p:cNvPr id="1882" name="Google Shape;1882;p84"/>
            <p:cNvSpPr/>
            <p:nvPr/>
          </p:nvSpPr>
          <p:spPr>
            <a:xfrm>
              <a:off x="-31817400" y="3911550"/>
              <a:ext cx="301675" cy="292550"/>
            </a:xfrm>
            <a:custGeom>
              <a:rect b="b" l="l" r="r" t="t"/>
              <a:pathLst>
                <a:path extrusionOk="0" h="11702" w="12067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84"/>
            <p:cNvSpPr/>
            <p:nvPr/>
          </p:nvSpPr>
          <p:spPr>
            <a:xfrm>
              <a:off x="-31816600" y="4062950"/>
              <a:ext cx="144150" cy="140600"/>
            </a:xfrm>
            <a:custGeom>
              <a:rect b="b" l="l" r="r" t="t"/>
              <a:pathLst>
                <a:path extrusionOk="0" h="5624" w="5766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84"/>
            <p:cNvSpPr/>
            <p:nvPr/>
          </p:nvSpPr>
          <p:spPr>
            <a:xfrm>
              <a:off x="-31648050" y="3910025"/>
              <a:ext cx="129175" cy="127725"/>
            </a:xfrm>
            <a:custGeom>
              <a:rect b="b" l="l" r="r" t="t"/>
              <a:pathLst>
                <a:path extrusionOk="0" h="5109" w="5167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5" name="Google Shape;1885;p84"/>
          <p:cNvGrpSpPr/>
          <p:nvPr/>
        </p:nvGrpSpPr>
        <p:grpSpPr>
          <a:xfrm>
            <a:off x="5634231" y="2654827"/>
            <a:ext cx="342148" cy="353645"/>
            <a:chOff x="-35118325" y="3202075"/>
            <a:chExt cx="281975" cy="291450"/>
          </a:xfrm>
        </p:grpSpPr>
        <p:sp>
          <p:nvSpPr>
            <p:cNvPr id="1886" name="Google Shape;1886;p84"/>
            <p:cNvSpPr/>
            <p:nvPr/>
          </p:nvSpPr>
          <p:spPr>
            <a:xfrm>
              <a:off x="-35008050" y="3202075"/>
              <a:ext cx="171700" cy="171250"/>
            </a:xfrm>
            <a:custGeom>
              <a:rect b="b" l="l" r="r" t="t"/>
              <a:pathLst>
                <a:path extrusionOk="0" h="6850" w="6868">
                  <a:moveTo>
                    <a:pt x="3466" y="1355"/>
                  </a:moveTo>
                  <a:cubicBezTo>
                    <a:pt x="4222" y="1355"/>
                    <a:pt x="4852" y="1985"/>
                    <a:pt x="4852" y="2741"/>
                  </a:cubicBezTo>
                  <a:lnTo>
                    <a:pt x="4852" y="4127"/>
                  </a:lnTo>
                  <a:cubicBezTo>
                    <a:pt x="4852" y="4348"/>
                    <a:pt x="4757" y="4600"/>
                    <a:pt x="4631" y="4821"/>
                  </a:cubicBezTo>
                  <a:lnTo>
                    <a:pt x="4726" y="4915"/>
                  </a:lnTo>
                  <a:cubicBezTo>
                    <a:pt x="4852" y="5041"/>
                    <a:pt x="4852" y="5262"/>
                    <a:pt x="4726" y="5388"/>
                  </a:cubicBezTo>
                  <a:cubicBezTo>
                    <a:pt x="4663" y="5451"/>
                    <a:pt x="4576" y="5482"/>
                    <a:pt x="4489" y="5482"/>
                  </a:cubicBezTo>
                  <a:cubicBezTo>
                    <a:pt x="4403" y="5482"/>
                    <a:pt x="4316" y="5451"/>
                    <a:pt x="4253" y="5388"/>
                  </a:cubicBezTo>
                  <a:lnTo>
                    <a:pt x="4190" y="5293"/>
                  </a:lnTo>
                  <a:cubicBezTo>
                    <a:pt x="3970" y="5419"/>
                    <a:pt x="3749" y="5514"/>
                    <a:pt x="3466" y="5514"/>
                  </a:cubicBezTo>
                  <a:cubicBezTo>
                    <a:pt x="2709" y="5514"/>
                    <a:pt x="2079" y="4884"/>
                    <a:pt x="2079" y="4127"/>
                  </a:cubicBezTo>
                  <a:lnTo>
                    <a:pt x="2079" y="2741"/>
                  </a:lnTo>
                  <a:cubicBezTo>
                    <a:pt x="2079" y="1985"/>
                    <a:pt x="2709" y="1355"/>
                    <a:pt x="3466" y="1355"/>
                  </a:cubicBezTo>
                  <a:close/>
                  <a:moveTo>
                    <a:pt x="3466" y="0"/>
                  </a:moveTo>
                  <a:cubicBezTo>
                    <a:pt x="1575" y="0"/>
                    <a:pt x="32" y="1576"/>
                    <a:pt x="32" y="3403"/>
                  </a:cubicBezTo>
                  <a:cubicBezTo>
                    <a:pt x="32" y="4001"/>
                    <a:pt x="189" y="4569"/>
                    <a:pt x="473" y="5104"/>
                  </a:cubicBezTo>
                  <a:lnTo>
                    <a:pt x="32" y="6396"/>
                  </a:lnTo>
                  <a:cubicBezTo>
                    <a:pt x="0" y="6522"/>
                    <a:pt x="32" y="6679"/>
                    <a:pt x="126" y="6774"/>
                  </a:cubicBezTo>
                  <a:cubicBezTo>
                    <a:pt x="172" y="6820"/>
                    <a:pt x="269" y="6849"/>
                    <a:pt x="367" y="6849"/>
                  </a:cubicBezTo>
                  <a:cubicBezTo>
                    <a:pt x="403" y="6849"/>
                    <a:pt x="439" y="6845"/>
                    <a:pt x="473" y="6837"/>
                  </a:cubicBezTo>
                  <a:lnTo>
                    <a:pt x="1764" y="6396"/>
                  </a:lnTo>
                  <a:cubicBezTo>
                    <a:pt x="2300" y="6679"/>
                    <a:pt x="2867" y="6837"/>
                    <a:pt x="3466" y="6837"/>
                  </a:cubicBezTo>
                  <a:cubicBezTo>
                    <a:pt x="5356" y="6837"/>
                    <a:pt x="6868" y="5293"/>
                    <a:pt x="6868" y="3403"/>
                  </a:cubicBezTo>
                  <a:cubicBezTo>
                    <a:pt x="6868" y="1513"/>
                    <a:pt x="5356" y="0"/>
                    <a:pt x="3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84"/>
            <p:cNvSpPr/>
            <p:nvPr/>
          </p:nvSpPr>
          <p:spPr>
            <a:xfrm>
              <a:off x="-34937975" y="3254050"/>
              <a:ext cx="33125" cy="67775"/>
            </a:xfrm>
            <a:custGeom>
              <a:rect b="b" l="l" r="r" t="t"/>
              <a:pathLst>
                <a:path extrusionOk="0" h="2711" w="1325">
                  <a:moveTo>
                    <a:pt x="663" y="1"/>
                  </a:moveTo>
                  <a:cubicBezTo>
                    <a:pt x="253" y="1"/>
                    <a:pt x="1" y="316"/>
                    <a:pt x="1" y="662"/>
                  </a:cubicBezTo>
                  <a:lnTo>
                    <a:pt x="1" y="2048"/>
                  </a:lnTo>
                  <a:cubicBezTo>
                    <a:pt x="1" y="2427"/>
                    <a:pt x="316" y="2710"/>
                    <a:pt x="663" y="2710"/>
                  </a:cubicBezTo>
                  <a:cubicBezTo>
                    <a:pt x="694" y="2710"/>
                    <a:pt x="789" y="2710"/>
                    <a:pt x="820" y="2679"/>
                  </a:cubicBezTo>
                  <a:lnTo>
                    <a:pt x="757" y="2584"/>
                  </a:lnTo>
                  <a:cubicBezTo>
                    <a:pt x="631" y="2490"/>
                    <a:pt x="631" y="2238"/>
                    <a:pt x="757" y="2111"/>
                  </a:cubicBezTo>
                  <a:cubicBezTo>
                    <a:pt x="804" y="2064"/>
                    <a:pt x="891" y="2041"/>
                    <a:pt x="978" y="2041"/>
                  </a:cubicBezTo>
                  <a:cubicBezTo>
                    <a:pt x="1064" y="2041"/>
                    <a:pt x="1151" y="2064"/>
                    <a:pt x="1198" y="2111"/>
                  </a:cubicBezTo>
                  <a:lnTo>
                    <a:pt x="1293" y="2206"/>
                  </a:lnTo>
                  <a:cubicBezTo>
                    <a:pt x="1293" y="2175"/>
                    <a:pt x="1324" y="2080"/>
                    <a:pt x="1324" y="2048"/>
                  </a:cubicBezTo>
                  <a:lnTo>
                    <a:pt x="1324" y="662"/>
                  </a:lnTo>
                  <a:cubicBezTo>
                    <a:pt x="1324" y="284"/>
                    <a:pt x="1041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84"/>
            <p:cNvSpPr/>
            <p:nvPr/>
          </p:nvSpPr>
          <p:spPr>
            <a:xfrm>
              <a:off x="-35085250" y="3338325"/>
              <a:ext cx="69325" cy="69350"/>
            </a:xfrm>
            <a:custGeom>
              <a:rect b="b" l="l" r="r" t="t"/>
              <a:pathLst>
                <a:path extrusionOk="0" h="2774" w="2773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64" y="2143"/>
                    <a:pt x="631" y="2773"/>
                    <a:pt x="1387" y="2773"/>
                  </a:cubicBezTo>
                  <a:cubicBezTo>
                    <a:pt x="2143" y="2773"/>
                    <a:pt x="2773" y="2143"/>
                    <a:pt x="2773" y="1387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84"/>
            <p:cNvSpPr/>
            <p:nvPr/>
          </p:nvSpPr>
          <p:spPr>
            <a:xfrm>
              <a:off x="-35118325" y="3424175"/>
              <a:ext cx="137075" cy="69350"/>
            </a:xfrm>
            <a:custGeom>
              <a:rect b="b" l="l" r="r" t="t"/>
              <a:pathLst>
                <a:path extrusionOk="0" h="2774" w="5483">
                  <a:moveTo>
                    <a:pt x="2741" y="1"/>
                  </a:moveTo>
                  <a:cubicBezTo>
                    <a:pt x="1387" y="1"/>
                    <a:pt x="221" y="1040"/>
                    <a:pt x="32" y="2364"/>
                  </a:cubicBezTo>
                  <a:cubicBezTo>
                    <a:pt x="0" y="2553"/>
                    <a:pt x="158" y="2773"/>
                    <a:pt x="347" y="2773"/>
                  </a:cubicBezTo>
                  <a:lnTo>
                    <a:pt x="5104" y="2773"/>
                  </a:lnTo>
                  <a:cubicBezTo>
                    <a:pt x="5325" y="2773"/>
                    <a:pt x="5482" y="2553"/>
                    <a:pt x="5482" y="2364"/>
                  </a:cubicBezTo>
                  <a:cubicBezTo>
                    <a:pt x="5262" y="1040"/>
                    <a:pt x="4127" y="1"/>
                    <a:pt x="27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0" name="Google Shape;1890;p84"/>
          <p:cNvGrpSpPr/>
          <p:nvPr/>
        </p:nvGrpSpPr>
        <p:grpSpPr>
          <a:xfrm>
            <a:off x="7129794" y="2675412"/>
            <a:ext cx="354586" cy="353221"/>
            <a:chOff x="-35123050" y="3561225"/>
            <a:chExt cx="292225" cy="291100"/>
          </a:xfrm>
        </p:grpSpPr>
        <p:sp>
          <p:nvSpPr>
            <p:cNvPr id="1891" name="Google Shape;1891;p84"/>
            <p:cNvSpPr/>
            <p:nvPr/>
          </p:nvSpPr>
          <p:spPr>
            <a:xfrm>
              <a:off x="-35123050" y="3629750"/>
              <a:ext cx="205575" cy="222575"/>
            </a:xfrm>
            <a:custGeom>
              <a:rect b="b" l="l" r="r" t="t"/>
              <a:pathLst>
                <a:path extrusionOk="0" h="8903" w="8223">
                  <a:moveTo>
                    <a:pt x="2080" y="2710"/>
                  </a:moveTo>
                  <a:cubicBezTo>
                    <a:pt x="2458" y="2710"/>
                    <a:pt x="2741" y="3056"/>
                    <a:pt x="2741" y="3403"/>
                  </a:cubicBezTo>
                  <a:cubicBezTo>
                    <a:pt x="2741" y="3781"/>
                    <a:pt x="2426" y="4065"/>
                    <a:pt x="2080" y="4065"/>
                  </a:cubicBezTo>
                  <a:cubicBezTo>
                    <a:pt x="1733" y="4065"/>
                    <a:pt x="1418" y="3750"/>
                    <a:pt x="1418" y="3403"/>
                  </a:cubicBezTo>
                  <a:cubicBezTo>
                    <a:pt x="1418" y="3056"/>
                    <a:pt x="1670" y="2710"/>
                    <a:pt x="2080" y="2710"/>
                  </a:cubicBezTo>
                  <a:close/>
                  <a:moveTo>
                    <a:pt x="4127" y="2710"/>
                  </a:moveTo>
                  <a:cubicBezTo>
                    <a:pt x="4506" y="2710"/>
                    <a:pt x="4789" y="3056"/>
                    <a:pt x="4789" y="3403"/>
                  </a:cubicBezTo>
                  <a:cubicBezTo>
                    <a:pt x="4789" y="3781"/>
                    <a:pt x="4474" y="4065"/>
                    <a:pt x="4127" y="4065"/>
                  </a:cubicBezTo>
                  <a:cubicBezTo>
                    <a:pt x="3718" y="4065"/>
                    <a:pt x="3466" y="3750"/>
                    <a:pt x="3466" y="3403"/>
                  </a:cubicBezTo>
                  <a:cubicBezTo>
                    <a:pt x="3466" y="3056"/>
                    <a:pt x="3718" y="2710"/>
                    <a:pt x="4127" y="2710"/>
                  </a:cubicBezTo>
                  <a:close/>
                  <a:moveTo>
                    <a:pt x="6207" y="2710"/>
                  </a:moveTo>
                  <a:cubicBezTo>
                    <a:pt x="6616" y="2710"/>
                    <a:pt x="6868" y="3056"/>
                    <a:pt x="6868" y="3403"/>
                  </a:cubicBezTo>
                  <a:cubicBezTo>
                    <a:pt x="6868" y="3781"/>
                    <a:pt x="6553" y="4065"/>
                    <a:pt x="6207" y="4065"/>
                  </a:cubicBezTo>
                  <a:cubicBezTo>
                    <a:pt x="5829" y="4065"/>
                    <a:pt x="5545" y="3750"/>
                    <a:pt x="5545" y="3403"/>
                  </a:cubicBezTo>
                  <a:cubicBezTo>
                    <a:pt x="5514" y="3056"/>
                    <a:pt x="5829" y="2710"/>
                    <a:pt x="6207" y="2710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57"/>
                    <a:pt x="0" y="1702"/>
                  </a:cubicBezTo>
                  <a:lnTo>
                    <a:pt x="0" y="5136"/>
                  </a:lnTo>
                  <a:cubicBezTo>
                    <a:pt x="0" y="5955"/>
                    <a:pt x="630" y="6616"/>
                    <a:pt x="1418" y="6774"/>
                  </a:cubicBezTo>
                  <a:lnTo>
                    <a:pt x="1418" y="8570"/>
                  </a:lnTo>
                  <a:cubicBezTo>
                    <a:pt x="1418" y="8696"/>
                    <a:pt x="1481" y="8822"/>
                    <a:pt x="1607" y="8885"/>
                  </a:cubicBezTo>
                  <a:cubicBezTo>
                    <a:pt x="1649" y="8895"/>
                    <a:pt x="1695" y="8902"/>
                    <a:pt x="1739" y="8902"/>
                  </a:cubicBezTo>
                  <a:cubicBezTo>
                    <a:pt x="1828" y="8902"/>
                    <a:pt x="1912" y="8874"/>
                    <a:pt x="1954" y="8790"/>
                  </a:cubicBezTo>
                  <a:lnTo>
                    <a:pt x="3938" y="6837"/>
                  </a:lnTo>
                  <a:lnTo>
                    <a:pt x="6522" y="6837"/>
                  </a:lnTo>
                  <a:cubicBezTo>
                    <a:pt x="7467" y="6837"/>
                    <a:pt x="8223" y="6081"/>
                    <a:pt x="8223" y="5136"/>
                  </a:cubicBezTo>
                  <a:lnTo>
                    <a:pt x="8223" y="1702"/>
                  </a:lnTo>
                  <a:cubicBezTo>
                    <a:pt x="8223" y="757"/>
                    <a:pt x="7467" y="0"/>
                    <a:pt x="65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84"/>
            <p:cNvSpPr/>
            <p:nvPr/>
          </p:nvSpPr>
          <p:spPr>
            <a:xfrm>
              <a:off x="-35053750" y="3561225"/>
              <a:ext cx="222925" cy="221825"/>
            </a:xfrm>
            <a:custGeom>
              <a:rect b="b" l="l" r="r" t="t"/>
              <a:pathLst>
                <a:path extrusionOk="0" h="8873" w="8917">
                  <a:moveTo>
                    <a:pt x="1702" y="1"/>
                  </a:moveTo>
                  <a:cubicBezTo>
                    <a:pt x="757" y="1"/>
                    <a:pt x="1" y="725"/>
                    <a:pt x="1" y="1702"/>
                  </a:cubicBezTo>
                  <a:lnTo>
                    <a:pt x="1" y="2048"/>
                  </a:lnTo>
                  <a:lnTo>
                    <a:pt x="3781" y="2048"/>
                  </a:lnTo>
                  <a:cubicBezTo>
                    <a:pt x="5136" y="2048"/>
                    <a:pt x="6207" y="3088"/>
                    <a:pt x="6207" y="4443"/>
                  </a:cubicBezTo>
                  <a:lnTo>
                    <a:pt x="6207" y="7877"/>
                  </a:lnTo>
                  <a:lnTo>
                    <a:pt x="6207" y="8003"/>
                  </a:lnTo>
                  <a:lnTo>
                    <a:pt x="6995" y="8790"/>
                  </a:lnTo>
                  <a:cubicBezTo>
                    <a:pt x="7055" y="8850"/>
                    <a:pt x="7127" y="8872"/>
                    <a:pt x="7205" y="8872"/>
                  </a:cubicBezTo>
                  <a:cubicBezTo>
                    <a:pt x="7249" y="8872"/>
                    <a:pt x="7295" y="8865"/>
                    <a:pt x="7341" y="8853"/>
                  </a:cubicBezTo>
                  <a:cubicBezTo>
                    <a:pt x="7467" y="8822"/>
                    <a:pt x="7530" y="8664"/>
                    <a:pt x="7530" y="8538"/>
                  </a:cubicBezTo>
                  <a:lnTo>
                    <a:pt x="7530" y="6806"/>
                  </a:lnTo>
                  <a:cubicBezTo>
                    <a:pt x="8318" y="6648"/>
                    <a:pt x="8917" y="5955"/>
                    <a:pt x="8917" y="5104"/>
                  </a:cubicBezTo>
                  <a:lnTo>
                    <a:pt x="8917" y="1702"/>
                  </a:lnTo>
                  <a:cubicBezTo>
                    <a:pt x="8917" y="725"/>
                    <a:pt x="8129" y="1"/>
                    <a:pt x="7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3" name="Google Shape;1893;p84"/>
          <p:cNvGrpSpPr/>
          <p:nvPr/>
        </p:nvGrpSpPr>
        <p:grpSpPr>
          <a:xfrm>
            <a:off x="5670159" y="3178811"/>
            <a:ext cx="270467" cy="353615"/>
            <a:chOff x="-35089175" y="3919600"/>
            <a:chExt cx="222900" cy="291425"/>
          </a:xfrm>
        </p:grpSpPr>
        <p:sp>
          <p:nvSpPr>
            <p:cNvPr id="1894" name="Google Shape;1894;p84"/>
            <p:cNvSpPr/>
            <p:nvPr/>
          </p:nvSpPr>
          <p:spPr>
            <a:xfrm>
              <a:off x="-35089175" y="3919600"/>
              <a:ext cx="222900" cy="291425"/>
            </a:xfrm>
            <a:custGeom>
              <a:rect b="b" l="l" r="r" t="t"/>
              <a:pathLst>
                <a:path extrusionOk="0" h="11657" w="8916">
                  <a:moveTo>
                    <a:pt x="4474" y="1418"/>
                  </a:moveTo>
                  <a:cubicBezTo>
                    <a:pt x="6143" y="1418"/>
                    <a:pt x="7530" y="2804"/>
                    <a:pt x="7530" y="4474"/>
                  </a:cubicBezTo>
                  <a:cubicBezTo>
                    <a:pt x="7561" y="6175"/>
                    <a:pt x="6143" y="7561"/>
                    <a:pt x="4474" y="7561"/>
                  </a:cubicBezTo>
                  <a:cubicBezTo>
                    <a:pt x="2772" y="7561"/>
                    <a:pt x="1386" y="6175"/>
                    <a:pt x="1386" y="4474"/>
                  </a:cubicBezTo>
                  <a:cubicBezTo>
                    <a:pt x="1386" y="2804"/>
                    <a:pt x="2772" y="1418"/>
                    <a:pt x="4474" y="1418"/>
                  </a:cubicBezTo>
                  <a:close/>
                  <a:moveTo>
                    <a:pt x="4474" y="0"/>
                  </a:moveTo>
                  <a:cubicBezTo>
                    <a:pt x="2016" y="0"/>
                    <a:pt x="0" y="2017"/>
                    <a:pt x="0" y="4442"/>
                  </a:cubicBezTo>
                  <a:cubicBezTo>
                    <a:pt x="0" y="5419"/>
                    <a:pt x="315" y="6333"/>
                    <a:pt x="914" y="7120"/>
                  </a:cubicBezTo>
                  <a:lnTo>
                    <a:pt x="4190" y="11531"/>
                  </a:lnTo>
                  <a:cubicBezTo>
                    <a:pt x="4253" y="11626"/>
                    <a:pt x="4348" y="11657"/>
                    <a:pt x="4474" y="11657"/>
                  </a:cubicBezTo>
                  <a:cubicBezTo>
                    <a:pt x="4568" y="11657"/>
                    <a:pt x="4663" y="11626"/>
                    <a:pt x="4726" y="11531"/>
                  </a:cubicBezTo>
                  <a:lnTo>
                    <a:pt x="8002" y="7120"/>
                  </a:lnTo>
                  <a:cubicBezTo>
                    <a:pt x="8601" y="6333"/>
                    <a:pt x="8916" y="5419"/>
                    <a:pt x="8916" y="4442"/>
                  </a:cubicBezTo>
                  <a:cubicBezTo>
                    <a:pt x="8916" y="2017"/>
                    <a:pt x="6931" y="0"/>
                    <a:pt x="4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84"/>
            <p:cNvSpPr/>
            <p:nvPr/>
          </p:nvSpPr>
          <p:spPr>
            <a:xfrm>
              <a:off x="-35038000" y="3971575"/>
              <a:ext cx="120525" cy="120525"/>
            </a:xfrm>
            <a:custGeom>
              <a:rect b="b" l="l" r="r" t="t"/>
              <a:pathLst>
                <a:path extrusionOk="0" h="4821" w="4821">
                  <a:moveTo>
                    <a:pt x="2427" y="662"/>
                  </a:moveTo>
                  <a:cubicBezTo>
                    <a:pt x="2616" y="662"/>
                    <a:pt x="2773" y="820"/>
                    <a:pt x="2773" y="1040"/>
                  </a:cubicBezTo>
                  <a:cubicBezTo>
                    <a:pt x="2773" y="1229"/>
                    <a:pt x="2616" y="1387"/>
                    <a:pt x="2427" y="1387"/>
                  </a:cubicBezTo>
                  <a:cubicBezTo>
                    <a:pt x="2206" y="1387"/>
                    <a:pt x="2049" y="1229"/>
                    <a:pt x="2049" y="1040"/>
                  </a:cubicBezTo>
                  <a:cubicBezTo>
                    <a:pt x="2049" y="820"/>
                    <a:pt x="2206" y="662"/>
                    <a:pt x="2427" y="662"/>
                  </a:cubicBezTo>
                  <a:close/>
                  <a:moveTo>
                    <a:pt x="2427" y="2017"/>
                  </a:moveTo>
                  <a:cubicBezTo>
                    <a:pt x="2616" y="2017"/>
                    <a:pt x="2773" y="2174"/>
                    <a:pt x="2773" y="2363"/>
                  </a:cubicBezTo>
                  <a:lnTo>
                    <a:pt x="2773" y="3750"/>
                  </a:lnTo>
                  <a:cubicBezTo>
                    <a:pt x="2773" y="3939"/>
                    <a:pt x="2616" y="4096"/>
                    <a:pt x="2427" y="4096"/>
                  </a:cubicBezTo>
                  <a:cubicBezTo>
                    <a:pt x="2206" y="4096"/>
                    <a:pt x="2049" y="3939"/>
                    <a:pt x="2049" y="3750"/>
                  </a:cubicBezTo>
                  <a:lnTo>
                    <a:pt x="2049" y="2363"/>
                  </a:lnTo>
                  <a:cubicBezTo>
                    <a:pt x="2049" y="2174"/>
                    <a:pt x="2206" y="2017"/>
                    <a:pt x="2427" y="2017"/>
                  </a:cubicBezTo>
                  <a:close/>
                  <a:moveTo>
                    <a:pt x="2427" y="1"/>
                  </a:moveTo>
                  <a:cubicBezTo>
                    <a:pt x="1072" y="1"/>
                    <a:pt x="1" y="1072"/>
                    <a:pt x="1" y="2395"/>
                  </a:cubicBezTo>
                  <a:cubicBezTo>
                    <a:pt x="1" y="3750"/>
                    <a:pt x="1072" y="4821"/>
                    <a:pt x="2427" y="4821"/>
                  </a:cubicBezTo>
                  <a:cubicBezTo>
                    <a:pt x="3750" y="4821"/>
                    <a:pt x="4821" y="3750"/>
                    <a:pt x="4821" y="2395"/>
                  </a:cubicBezTo>
                  <a:cubicBezTo>
                    <a:pt x="4821" y="1072"/>
                    <a:pt x="3750" y="1"/>
                    <a:pt x="2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6" name="Google Shape;1896;p84"/>
          <p:cNvGrpSpPr/>
          <p:nvPr/>
        </p:nvGrpSpPr>
        <p:grpSpPr>
          <a:xfrm>
            <a:off x="5637108" y="3696109"/>
            <a:ext cx="336445" cy="354131"/>
            <a:chOff x="-33277650" y="3226875"/>
            <a:chExt cx="277275" cy="291850"/>
          </a:xfrm>
        </p:grpSpPr>
        <p:sp>
          <p:nvSpPr>
            <p:cNvPr id="1897" name="Google Shape;1897;p84"/>
            <p:cNvSpPr/>
            <p:nvPr/>
          </p:nvSpPr>
          <p:spPr>
            <a:xfrm>
              <a:off x="-33071300" y="3440725"/>
              <a:ext cx="33100" cy="33900"/>
            </a:xfrm>
            <a:custGeom>
              <a:rect b="b" l="l" r="r" t="t"/>
              <a:pathLst>
                <a:path extrusionOk="0" h="1356" w="1324">
                  <a:moveTo>
                    <a:pt x="662" y="0"/>
                  </a:moveTo>
                  <a:cubicBezTo>
                    <a:pt x="284" y="0"/>
                    <a:pt x="1" y="315"/>
                    <a:pt x="1" y="693"/>
                  </a:cubicBezTo>
                  <a:cubicBezTo>
                    <a:pt x="1" y="1040"/>
                    <a:pt x="284" y="1355"/>
                    <a:pt x="662" y="1355"/>
                  </a:cubicBezTo>
                  <a:cubicBezTo>
                    <a:pt x="1040" y="1355"/>
                    <a:pt x="1324" y="1040"/>
                    <a:pt x="1324" y="693"/>
                  </a:cubicBezTo>
                  <a:cubicBezTo>
                    <a:pt x="1324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84"/>
            <p:cNvSpPr/>
            <p:nvPr/>
          </p:nvSpPr>
          <p:spPr>
            <a:xfrm>
              <a:off x="-33157925" y="3227275"/>
              <a:ext cx="17350" cy="103200"/>
            </a:xfrm>
            <a:custGeom>
              <a:rect b="b" l="l" r="r" t="t"/>
              <a:pathLst>
                <a:path extrusionOk="0" h="4128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128"/>
                  </a:lnTo>
                  <a:cubicBezTo>
                    <a:pt x="95" y="4096"/>
                    <a:pt x="221" y="4096"/>
                    <a:pt x="347" y="4096"/>
                  </a:cubicBezTo>
                  <a:cubicBezTo>
                    <a:pt x="473" y="4096"/>
                    <a:pt x="567" y="4096"/>
                    <a:pt x="693" y="412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84"/>
            <p:cNvSpPr/>
            <p:nvPr/>
          </p:nvSpPr>
          <p:spPr>
            <a:xfrm>
              <a:off x="-33175250" y="3347650"/>
              <a:ext cx="51200" cy="51350"/>
            </a:xfrm>
            <a:custGeom>
              <a:rect b="b" l="l" r="r" t="t"/>
              <a:pathLst>
                <a:path extrusionOk="0" h="2054" w="2048">
                  <a:moveTo>
                    <a:pt x="938" y="0"/>
                  </a:moveTo>
                  <a:cubicBezTo>
                    <a:pt x="417" y="0"/>
                    <a:pt x="0" y="451"/>
                    <a:pt x="0" y="1014"/>
                  </a:cubicBezTo>
                  <a:cubicBezTo>
                    <a:pt x="0" y="1549"/>
                    <a:pt x="473" y="2054"/>
                    <a:pt x="1040" y="2054"/>
                  </a:cubicBezTo>
                  <a:cubicBezTo>
                    <a:pt x="1575" y="2054"/>
                    <a:pt x="2048" y="1581"/>
                    <a:pt x="2048" y="1014"/>
                  </a:cubicBezTo>
                  <a:cubicBezTo>
                    <a:pt x="2048" y="447"/>
                    <a:pt x="1575" y="6"/>
                    <a:pt x="1040" y="6"/>
                  </a:cubicBezTo>
                  <a:cubicBezTo>
                    <a:pt x="1006" y="2"/>
                    <a:pt x="972" y="0"/>
                    <a:pt x="9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84"/>
            <p:cNvSpPr/>
            <p:nvPr/>
          </p:nvSpPr>
          <p:spPr>
            <a:xfrm>
              <a:off x="-33224875" y="3404500"/>
              <a:ext cx="159900" cy="114225"/>
            </a:xfrm>
            <a:custGeom>
              <a:rect b="b" l="l" r="r" t="t"/>
              <a:pathLst>
                <a:path extrusionOk="0" h="4569" w="6396">
                  <a:moveTo>
                    <a:pt x="1954" y="0"/>
                  </a:moveTo>
                  <a:lnTo>
                    <a:pt x="0" y="2520"/>
                  </a:lnTo>
                  <a:lnTo>
                    <a:pt x="0" y="4222"/>
                  </a:lnTo>
                  <a:cubicBezTo>
                    <a:pt x="0" y="4411"/>
                    <a:pt x="158" y="4568"/>
                    <a:pt x="347" y="4568"/>
                  </a:cubicBezTo>
                  <a:lnTo>
                    <a:pt x="3781" y="4568"/>
                  </a:lnTo>
                  <a:cubicBezTo>
                    <a:pt x="3970" y="4568"/>
                    <a:pt x="4127" y="4411"/>
                    <a:pt x="4127" y="4222"/>
                  </a:cubicBezTo>
                  <a:lnTo>
                    <a:pt x="4127" y="3875"/>
                  </a:lnTo>
                  <a:lnTo>
                    <a:pt x="5136" y="3875"/>
                  </a:lnTo>
                  <a:cubicBezTo>
                    <a:pt x="5577" y="3844"/>
                    <a:pt x="6018" y="3718"/>
                    <a:pt x="6396" y="3434"/>
                  </a:cubicBezTo>
                  <a:cubicBezTo>
                    <a:pt x="5986" y="3277"/>
                    <a:pt x="5608" y="2930"/>
                    <a:pt x="5514" y="2489"/>
                  </a:cubicBezTo>
                  <a:lnTo>
                    <a:pt x="4442" y="2489"/>
                  </a:lnTo>
                  <a:cubicBezTo>
                    <a:pt x="3497" y="2489"/>
                    <a:pt x="2741" y="1733"/>
                    <a:pt x="2741" y="788"/>
                  </a:cubicBezTo>
                  <a:lnTo>
                    <a:pt x="2741" y="410"/>
                  </a:lnTo>
                  <a:cubicBezTo>
                    <a:pt x="2426" y="315"/>
                    <a:pt x="2206" y="189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84"/>
            <p:cNvSpPr/>
            <p:nvPr/>
          </p:nvSpPr>
          <p:spPr>
            <a:xfrm>
              <a:off x="-33141400" y="3312350"/>
              <a:ext cx="127625" cy="138625"/>
            </a:xfrm>
            <a:custGeom>
              <a:rect b="b" l="l" r="r" t="t"/>
              <a:pathLst>
                <a:path extrusionOk="0" h="5545" w="5105">
                  <a:moveTo>
                    <a:pt x="4128" y="0"/>
                  </a:moveTo>
                  <a:lnTo>
                    <a:pt x="694" y="662"/>
                  </a:lnTo>
                  <a:lnTo>
                    <a:pt x="694" y="1040"/>
                  </a:lnTo>
                  <a:cubicBezTo>
                    <a:pt x="1103" y="1355"/>
                    <a:pt x="1387" y="1827"/>
                    <a:pt x="1387" y="2426"/>
                  </a:cubicBezTo>
                  <a:cubicBezTo>
                    <a:pt x="1387" y="3245"/>
                    <a:pt x="788" y="3938"/>
                    <a:pt x="1" y="4127"/>
                  </a:cubicBezTo>
                  <a:lnTo>
                    <a:pt x="1" y="4505"/>
                  </a:lnTo>
                  <a:cubicBezTo>
                    <a:pt x="1" y="5072"/>
                    <a:pt x="473" y="5545"/>
                    <a:pt x="1009" y="5545"/>
                  </a:cubicBezTo>
                  <a:lnTo>
                    <a:pt x="2080" y="5545"/>
                  </a:lnTo>
                  <a:cubicBezTo>
                    <a:pt x="2238" y="4946"/>
                    <a:pt x="2742" y="4505"/>
                    <a:pt x="3372" y="4505"/>
                  </a:cubicBezTo>
                  <a:cubicBezTo>
                    <a:pt x="3624" y="4505"/>
                    <a:pt x="3844" y="4600"/>
                    <a:pt x="4065" y="4726"/>
                  </a:cubicBezTo>
                  <a:lnTo>
                    <a:pt x="4065" y="4127"/>
                  </a:lnTo>
                  <a:lnTo>
                    <a:pt x="4128" y="4127"/>
                  </a:lnTo>
                  <a:cubicBezTo>
                    <a:pt x="4443" y="4064"/>
                    <a:pt x="4758" y="3938"/>
                    <a:pt x="4916" y="3655"/>
                  </a:cubicBezTo>
                  <a:cubicBezTo>
                    <a:pt x="5105" y="3340"/>
                    <a:pt x="5105" y="2993"/>
                    <a:pt x="4947" y="2678"/>
                  </a:cubicBezTo>
                  <a:lnTo>
                    <a:pt x="4128" y="1008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84"/>
            <p:cNvSpPr/>
            <p:nvPr/>
          </p:nvSpPr>
          <p:spPr>
            <a:xfrm>
              <a:off x="-33122500" y="3226875"/>
              <a:ext cx="122125" cy="83925"/>
            </a:xfrm>
            <a:custGeom>
              <a:rect b="b" l="l" r="r" t="t"/>
              <a:pathLst>
                <a:path extrusionOk="0" h="3357" w="4885">
                  <a:moveTo>
                    <a:pt x="3376" y="1"/>
                  </a:moveTo>
                  <a:cubicBezTo>
                    <a:pt x="3025" y="1"/>
                    <a:pt x="2679" y="143"/>
                    <a:pt x="2427" y="426"/>
                  </a:cubicBezTo>
                  <a:lnTo>
                    <a:pt x="2143" y="678"/>
                  </a:lnTo>
                  <a:lnTo>
                    <a:pt x="1" y="678"/>
                  </a:lnTo>
                  <a:lnTo>
                    <a:pt x="1" y="3356"/>
                  </a:lnTo>
                  <a:lnTo>
                    <a:pt x="4191" y="2537"/>
                  </a:lnTo>
                  <a:lnTo>
                    <a:pt x="4349" y="2379"/>
                  </a:lnTo>
                  <a:cubicBezTo>
                    <a:pt x="4884" y="1844"/>
                    <a:pt x="4884" y="962"/>
                    <a:pt x="4349" y="426"/>
                  </a:cubicBezTo>
                  <a:cubicBezTo>
                    <a:pt x="4081" y="143"/>
                    <a:pt x="3726" y="1"/>
                    <a:pt x="33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84"/>
            <p:cNvSpPr/>
            <p:nvPr/>
          </p:nvSpPr>
          <p:spPr>
            <a:xfrm>
              <a:off x="-33277650" y="3245400"/>
              <a:ext cx="102400" cy="198500"/>
            </a:xfrm>
            <a:custGeom>
              <a:rect b="b" l="l" r="r" t="t"/>
              <a:pathLst>
                <a:path extrusionOk="0" h="7940" w="4096">
                  <a:moveTo>
                    <a:pt x="4096" y="0"/>
                  </a:moveTo>
                  <a:cubicBezTo>
                    <a:pt x="1828" y="95"/>
                    <a:pt x="0" y="1985"/>
                    <a:pt x="0" y="4316"/>
                  </a:cubicBezTo>
                  <a:cubicBezTo>
                    <a:pt x="0" y="5766"/>
                    <a:pt x="757" y="7120"/>
                    <a:pt x="1954" y="7939"/>
                  </a:cubicBezTo>
                  <a:lnTo>
                    <a:pt x="3592" y="5829"/>
                  </a:lnTo>
                  <a:cubicBezTo>
                    <a:pt x="3466" y="5576"/>
                    <a:pt x="3434" y="5356"/>
                    <a:pt x="3434" y="5104"/>
                  </a:cubicBezTo>
                  <a:cubicBezTo>
                    <a:pt x="3434" y="4568"/>
                    <a:pt x="3718" y="4033"/>
                    <a:pt x="4096" y="3718"/>
                  </a:cubicBezTo>
                  <a:lnTo>
                    <a:pt x="4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4" name="Google Shape;1904;p84"/>
          <p:cNvGrpSpPr/>
          <p:nvPr/>
        </p:nvGrpSpPr>
        <p:grpSpPr>
          <a:xfrm>
            <a:off x="3374670" y="3696349"/>
            <a:ext cx="353645" cy="353645"/>
            <a:chOff x="-33286325" y="3586425"/>
            <a:chExt cx="291450" cy="291450"/>
          </a:xfrm>
        </p:grpSpPr>
        <p:sp>
          <p:nvSpPr>
            <p:cNvPr id="1905" name="Google Shape;1905;p84"/>
            <p:cNvSpPr/>
            <p:nvPr/>
          </p:nvSpPr>
          <p:spPr>
            <a:xfrm>
              <a:off x="-33114625" y="3586425"/>
              <a:ext cx="119750" cy="120525"/>
            </a:xfrm>
            <a:custGeom>
              <a:rect b="b" l="l" r="r" t="t"/>
              <a:pathLst>
                <a:path extrusionOk="0" h="4821" w="4790">
                  <a:moveTo>
                    <a:pt x="2395" y="631"/>
                  </a:moveTo>
                  <a:cubicBezTo>
                    <a:pt x="2584" y="631"/>
                    <a:pt x="2742" y="788"/>
                    <a:pt x="2742" y="1009"/>
                  </a:cubicBezTo>
                  <a:lnTo>
                    <a:pt x="2742" y="2017"/>
                  </a:lnTo>
                  <a:lnTo>
                    <a:pt x="3782" y="2017"/>
                  </a:lnTo>
                  <a:cubicBezTo>
                    <a:pt x="3971" y="2017"/>
                    <a:pt x="4128" y="2175"/>
                    <a:pt x="4128" y="2364"/>
                  </a:cubicBezTo>
                  <a:cubicBezTo>
                    <a:pt x="4128" y="2584"/>
                    <a:pt x="3971" y="2742"/>
                    <a:pt x="3782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64"/>
                  </a:cubicBezTo>
                  <a:lnTo>
                    <a:pt x="2049" y="1009"/>
                  </a:lnTo>
                  <a:cubicBezTo>
                    <a:pt x="2049" y="788"/>
                    <a:pt x="2206" y="631"/>
                    <a:pt x="2395" y="631"/>
                  </a:cubicBezTo>
                  <a:close/>
                  <a:moveTo>
                    <a:pt x="2395" y="1"/>
                  </a:moveTo>
                  <a:cubicBezTo>
                    <a:pt x="1041" y="1"/>
                    <a:pt x="1" y="1072"/>
                    <a:pt x="1" y="2427"/>
                  </a:cubicBezTo>
                  <a:cubicBezTo>
                    <a:pt x="1" y="3750"/>
                    <a:pt x="1041" y="4821"/>
                    <a:pt x="2395" y="4821"/>
                  </a:cubicBezTo>
                  <a:cubicBezTo>
                    <a:pt x="3719" y="4821"/>
                    <a:pt x="4790" y="3750"/>
                    <a:pt x="4790" y="2427"/>
                  </a:cubicBezTo>
                  <a:cubicBezTo>
                    <a:pt x="4790" y="1072"/>
                    <a:pt x="3719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84"/>
            <p:cNvSpPr/>
            <p:nvPr/>
          </p:nvSpPr>
          <p:spPr>
            <a:xfrm>
              <a:off x="-33286325" y="3825875"/>
              <a:ext cx="241050" cy="52000"/>
            </a:xfrm>
            <a:custGeom>
              <a:rect b="b" l="l" r="r" t="t"/>
              <a:pathLst>
                <a:path extrusionOk="0" h="2080" w="9642">
                  <a:moveTo>
                    <a:pt x="32" y="0"/>
                  </a:moveTo>
                  <a:lnTo>
                    <a:pt x="32" y="1764"/>
                  </a:lnTo>
                  <a:cubicBezTo>
                    <a:pt x="1" y="1922"/>
                    <a:pt x="158" y="2079"/>
                    <a:pt x="347" y="2079"/>
                  </a:cubicBezTo>
                  <a:lnTo>
                    <a:pt x="9295" y="2079"/>
                  </a:lnTo>
                  <a:cubicBezTo>
                    <a:pt x="9484" y="2079"/>
                    <a:pt x="9641" y="1922"/>
                    <a:pt x="9641" y="1733"/>
                  </a:cubicBezTo>
                  <a:lnTo>
                    <a:pt x="9641" y="1040"/>
                  </a:lnTo>
                  <a:cubicBezTo>
                    <a:pt x="9641" y="473"/>
                    <a:pt x="9169" y="0"/>
                    <a:pt x="8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84"/>
            <p:cNvSpPr/>
            <p:nvPr/>
          </p:nvSpPr>
          <p:spPr>
            <a:xfrm>
              <a:off x="-33183925" y="3756550"/>
              <a:ext cx="103200" cy="52025"/>
            </a:xfrm>
            <a:custGeom>
              <a:rect b="b" l="l" r="r" t="t"/>
              <a:pathLst>
                <a:path extrusionOk="0" h="2081" w="4128">
                  <a:moveTo>
                    <a:pt x="1040" y="1"/>
                  </a:moveTo>
                  <a:cubicBezTo>
                    <a:pt x="473" y="1"/>
                    <a:pt x="1" y="505"/>
                    <a:pt x="1" y="1040"/>
                  </a:cubicBezTo>
                  <a:lnTo>
                    <a:pt x="1" y="2080"/>
                  </a:lnTo>
                  <a:lnTo>
                    <a:pt x="4128" y="2080"/>
                  </a:lnTo>
                  <a:lnTo>
                    <a:pt x="4128" y="1040"/>
                  </a:lnTo>
                  <a:cubicBezTo>
                    <a:pt x="4128" y="505"/>
                    <a:pt x="3687" y="1"/>
                    <a:pt x="3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84"/>
            <p:cNvSpPr/>
            <p:nvPr/>
          </p:nvSpPr>
          <p:spPr>
            <a:xfrm>
              <a:off x="-33252450" y="3636850"/>
              <a:ext cx="68550" cy="69325"/>
            </a:xfrm>
            <a:custGeom>
              <a:rect b="b" l="l" r="r" t="t"/>
              <a:pathLst>
                <a:path extrusionOk="0" h="2773" w="2742">
                  <a:moveTo>
                    <a:pt x="1387" y="0"/>
                  </a:moveTo>
                  <a:cubicBezTo>
                    <a:pt x="599" y="0"/>
                    <a:pt x="1" y="630"/>
                    <a:pt x="1" y="1386"/>
                  </a:cubicBezTo>
                  <a:cubicBezTo>
                    <a:pt x="1" y="2142"/>
                    <a:pt x="599" y="2772"/>
                    <a:pt x="1387" y="2772"/>
                  </a:cubicBezTo>
                  <a:cubicBezTo>
                    <a:pt x="2143" y="2772"/>
                    <a:pt x="2742" y="2142"/>
                    <a:pt x="2742" y="1386"/>
                  </a:cubicBezTo>
                  <a:cubicBezTo>
                    <a:pt x="2742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84"/>
            <p:cNvSpPr/>
            <p:nvPr/>
          </p:nvSpPr>
          <p:spPr>
            <a:xfrm>
              <a:off x="-33286325" y="3723050"/>
              <a:ext cx="116600" cy="85525"/>
            </a:xfrm>
            <a:custGeom>
              <a:rect b="b" l="l" r="r" t="t"/>
              <a:pathLst>
                <a:path extrusionOk="0" h="3421" w="4664">
                  <a:moveTo>
                    <a:pt x="2788" y="1"/>
                  </a:moveTo>
                  <a:cubicBezTo>
                    <a:pt x="2690" y="1"/>
                    <a:pt x="2591" y="6"/>
                    <a:pt x="2490" y="18"/>
                  </a:cubicBezTo>
                  <a:cubicBezTo>
                    <a:pt x="1072" y="144"/>
                    <a:pt x="1" y="1435"/>
                    <a:pt x="1" y="2853"/>
                  </a:cubicBezTo>
                  <a:lnTo>
                    <a:pt x="1" y="3105"/>
                  </a:lnTo>
                  <a:cubicBezTo>
                    <a:pt x="1" y="3263"/>
                    <a:pt x="158" y="3420"/>
                    <a:pt x="347" y="3420"/>
                  </a:cubicBezTo>
                  <a:lnTo>
                    <a:pt x="3435" y="3420"/>
                  </a:lnTo>
                  <a:lnTo>
                    <a:pt x="3435" y="2380"/>
                  </a:lnTo>
                  <a:cubicBezTo>
                    <a:pt x="3435" y="1624"/>
                    <a:pt x="3939" y="963"/>
                    <a:pt x="4664" y="774"/>
                  </a:cubicBezTo>
                  <a:cubicBezTo>
                    <a:pt x="4164" y="302"/>
                    <a:pt x="3517" y="1"/>
                    <a:pt x="2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0" name="Google Shape;1910;p84"/>
          <p:cNvGrpSpPr/>
          <p:nvPr/>
        </p:nvGrpSpPr>
        <p:grpSpPr>
          <a:xfrm>
            <a:off x="4031031" y="2076873"/>
            <a:ext cx="353645" cy="355557"/>
            <a:chOff x="-33286325" y="3944800"/>
            <a:chExt cx="291450" cy="293025"/>
          </a:xfrm>
        </p:grpSpPr>
        <p:sp>
          <p:nvSpPr>
            <p:cNvPr id="1911" name="Google Shape;1911;p84"/>
            <p:cNvSpPr/>
            <p:nvPr/>
          </p:nvSpPr>
          <p:spPr>
            <a:xfrm>
              <a:off x="-33194950" y="3996000"/>
              <a:ext cx="200075" cy="241825"/>
            </a:xfrm>
            <a:custGeom>
              <a:rect b="b" l="l" r="r" t="t"/>
              <a:pathLst>
                <a:path extrusionOk="0" h="9673" w="8003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84"/>
            <p:cNvSpPr/>
            <p:nvPr/>
          </p:nvSpPr>
          <p:spPr>
            <a:xfrm>
              <a:off x="-33027975" y="3962900"/>
              <a:ext cx="33100" cy="105575"/>
            </a:xfrm>
            <a:custGeom>
              <a:rect b="b" l="l" r="r" t="t"/>
              <a:pathLst>
                <a:path extrusionOk="0" h="4223" w="1324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84"/>
            <p:cNvSpPr/>
            <p:nvPr/>
          </p:nvSpPr>
          <p:spPr>
            <a:xfrm>
              <a:off x="-33286325" y="3962125"/>
              <a:ext cx="96125" cy="205600"/>
            </a:xfrm>
            <a:custGeom>
              <a:rect b="b" l="l" r="r" t="t"/>
              <a:pathLst>
                <a:path extrusionOk="0" h="8224" w="3845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84"/>
            <p:cNvSpPr/>
            <p:nvPr/>
          </p:nvSpPr>
          <p:spPr>
            <a:xfrm>
              <a:off x="-33235125" y="3944800"/>
              <a:ext cx="189050" cy="171725"/>
            </a:xfrm>
            <a:custGeom>
              <a:rect b="b" l="l" r="r" t="t"/>
              <a:pathLst>
                <a:path extrusionOk="0" h="6869" w="7562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5" name="Google Shape;1915;p84"/>
          <p:cNvGrpSpPr/>
          <p:nvPr/>
        </p:nvGrpSpPr>
        <p:grpSpPr>
          <a:xfrm>
            <a:off x="3374670" y="2634004"/>
            <a:ext cx="353645" cy="356527"/>
            <a:chOff x="-31452725" y="3191825"/>
            <a:chExt cx="291450" cy="293825"/>
          </a:xfrm>
        </p:grpSpPr>
        <p:sp>
          <p:nvSpPr>
            <p:cNvPr id="1916" name="Google Shape;1916;p84"/>
            <p:cNvSpPr/>
            <p:nvPr/>
          </p:nvSpPr>
          <p:spPr>
            <a:xfrm>
              <a:off x="-31314900" y="3278475"/>
              <a:ext cx="103200" cy="18125"/>
            </a:xfrm>
            <a:custGeom>
              <a:rect b="b" l="l" r="r" t="t"/>
              <a:pathLst>
                <a:path extrusionOk="0" h="725" w="4128">
                  <a:moveTo>
                    <a:pt x="1" y="0"/>
                  </a:moveTo>
                  <a:lnTo>
                    <a:pt x="1" y="725"/>
                  </a:lnTo>
                  <a:lnTo>
                    <a:pt x="4128" y="725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84"/>
            <p:cNvSpPr/>
            <p:nvPr/>
          </p:nvSpPr>
          <p:spPr>
            <a:xfrm>
              <a:off x="-31367675" y="3227275"/>
              <a:ext cx="206400" cy="221350"/>
            </a:xfrm>
            <a:custGeom>
              <a:rect b="b" l="l" r="r" t="t"/>
              <a:pathLst>
                <a:path extrusionOk="0" h="8854" w="8256">
                  <a:moveTo>
                    <a:pt x="6554" y="1387"/>
                  </a:moveTo>
                  <a:cubicBezTo>
                    <a:pt x="6743" y="1387"/>
                    <a:pt x="6901" y="1544"/>
                    <a:pt x="6901" y="1733"/>
                  </a:cubicBezTo>
                  <a:lnTo>
                    <a:pt x="6901" y="3119"/>
                  </a:lnTo>
                  <a:cubicBezTo>
                    <a:pt x="6901" y="3309"/>
                    <a:pt x="6743" y="3466"/>
                    <a:pt x="6554" y="3466"/>
                  </a:cubicBezTo>
                  <a:lnTo>
                    <a:pt x="1734" y="3466"/>
                  </a:lnTo>
                  <a:cubicBezTo>
                    <a:pt x="1545" y="3466"/>
                    <a:pt x="1387" y="3309"/>
                    <a:pt x="1387" y="3119"/>
                  </a:cubicBezTo>
                  <a:lnTo>
                    <a:pt x="1387" y="1733"/>
                  </a:lnTo>
                  <a:cubicBezTo>
                    <a:pt x="1387" y="1544"/>
                    <a:pt x="1545" y="1387"/>
                    <a:pt x="1734" y="1387"/>
                  </a:cubicBezTo>
                  <a:close/>
                  <a:moveTo>
                    <a:pt x="2427" y="4096"/>
                  </a:moveTo>
                  <a:cubicBezTo>
                    <a:pt x="2616" y="4096"/>
                    <a:pt x="2773" y="4254"/>
                    <a:pt x="2773" y="4443"/>
                  </a:cubicBezTo>
                  <a:cubicBezTo>
                    <a:pt x="2773" y="4663"/>
                    <a:pt x="2616" y="4821"/>
                    <a:pt x="2427" y="4821"/>
                  </a:cubicBezTo>
                  <a:lnTo>
                    <a:pt x="1734" y="4821"/>
                  </a:lnTo>
                  <a:cubicBezTo>
                    <a:pt x="1545" y="4821"/>
                    <a:pt x="1387" y="4663"/>
                    <a:pt x="1387" y="4443"/>
                  </a:cubicBezTo>
                  <a:cubicBezTo>
                    <a:pt x="1387" y="4254"/>
                    <a:pt x="1545" y="4096"/>
                    <a:pt x="1734" y="4096"/>
                  </a:cubicBezTo>
                  <a:close/>
                  <a:moveTo>
                    <a:pt x="4475" y="4096"/>
                  </a:moveTo>
                  <a:cubicBezTo>
                    <a:pt x="4664" y="4096"/>
                    <a:pt x="4821" y="4254"/>
                    <a:pt x="4821" y="4443"/>
                  </a:cubicBezTo>
                  <a:cubicBezTo>
                    <a:pt x="4821" y="4663"/>
                    <a:pt x="4664" y="4821"/>
                    <a:pt x="4475" y="4821"/>
                  </a:cubicBezTo>
                  <a:lnTo>
                    <a:pt x="3782" y="4821"/>
                  </a:lnTo>
                  <a:cubicBezTo>
                    <a:pt x="3593" y="4821"/>
                    <a:pt x="3435" y="4663"/>
                    <a:pt x="3435" y="4443"/>
                  </a:cubicBezTo>
                  <a:cubicBezTo>
                    <a:pt x="3435" y="4254"/>
                    <a:pt x="3593" y="4096"/>
                    <a:pt x="3782" y="4096"/>
                  </a:cubicBezTo>
                  <a:close/>
                  <a:moveTo>
                    <a:pt x="6554" y="4096"/>
                  </a:moveTo>
                  <a:cubicBezTo>
                    <a:pt x="6743" y="4096"/>
                    <a:pt x="6901" y="4254"/>
                    <a:pt x="6901" y="4443"/>
                  </a:cubicBezTo>
                  <a:cubicBezTo>
                    <a:pt x="6901" y="4663"/>
                    <a:pt x="6743" y="4821"/>
                    <a:pt x="6554" y="4821"/>
                  </a:cubicBezTo>
                  <a:lnTo>
                    <a:pt x="5892" y="4821"/>
                  </a:lnTo>
                  <a:cubicBezTo>
                    <a:pt x="5672" y="4821"/>
                    <a:pt x="5514" y="4663"/>
                    <a:pt x="5514" y="4443"/>
                  </a:cubicBezTo>
                  <a:cubicBezTo>
                    <a:pt x="5514" y="4254"/>
                    <a:pt x="5672" y="4096"/>
                    <a:pt x="5892" y="4096"/>
                  </a:cubicBezTo>
                  <a:close/>
                  <a:moveTo>
                    <a:pt x="2427" y="5482"/>
                  </a:moveTo>
                  <a:cubicBezTo>
                    <a:pt x="2616" y="5482"/>
                    <a:pt x="2773" y="5640"/>
                    <a:pt x="2773" y="5829"/>
                  </a:cubicBezTo>
                  <a:cubicBezTo>
                    <a:pt x="2773" y="6018"/>
                    <a:pt x="2616" y="6175"/>
                    <a:pt x="2427" y="6175"/>
                  </a:cubicBezTo>
                  <a:lnTo>
                    <a:pt x="1734" y="6175"/>
                  </a:lnTo>
                  <a:cubicBezTo>
                    <a:pt x="1545" y="6175"/>
                    <a:pt x="1387" y="6018"/>
                    <a:pt x="1387" y="5829"/>
                  </a:cubicBezTo>
                  <a:cubicBezTo>
                    <a:pt x="1387" y="5640"/>
                    <a:pt x="1545" y="5482"/>
                    <a:pt x="1734" y="5482"/>
                  </a:cubicBezTo>
                  <a:close/>
                  <a:moveTo>
                    <a:pt x="4475" y="5482"/>
                  </a:moveTo>
                  <a:cubicBezTo>
                    <a:pt x="4664" y="5482"/>
                    <a:pt x="4821" y="5640"/>
                    <a:pt x="4821" y="5829"/>
                  </a:cubicBezTo>
                  <a:cubicBezTo>
                    <a:pt x="4821" y="6018"/>
                    <a:pt x="4664" y="6175"/>
                    <a:pt x="4475" y="6175"/>
                  </a:cubicBezTo>
                  <a:lnTo>
                    <a:pt x="3782" y="6175"/>
                  </a:lnTo>
                  <a:cubicBezTo>
                    <a:pt x="3593" y="6175"/>
                    <a:pt x="3435" y="6018"/>
                    <a:pt x="3435" y="5829"/>
                  </a:cubicBezTo>
                  <a:cubicBezTo>
                    <a:pt x="3435" y="5640"/>
                    <a:pt x="3593" y="5482"/>
                    <a:pt x="3782" y="5482"/>
                  </a:cubicBezTo>
                  <a:close/>
                  <a:moveTo>
                    <a:pt x="6554" y="5482"/>
                  </a:moveTo>
                  <a:cubicBezTo>
                    <a:pt x="6743" y="5482"/>
                    <a:pt x="6901" y="5640"/>
                    <a:pt x="6901" y="5829"/>
                  </a:cubicBezTo>
                  <a:cubicBezTo>
                    <a:pt x="6901" y="6018"/>
                    <a:pt x="6743" y="6175"/>
                    <a:pt x="6554" y="6175"/>
                  </a:cubicBezTo>
                  <a:lnTo>
                    <a:pt x="5892" y="6175"/>
                  </a:lnTo>
                  <a:cubicBezTo>
                    <a:pt x="5672" y="6175"/>
                    <a:pt x="5514" y="6018"/>
                    <a:pt x="5514" y="5829"/>
                  </a:cubicBezTo>
                  <a:cubicBezTo>
                    <a:pt x="5514" y="5640"/>
                    <a:pt x="5672" y="5482"/>
                    <a:pt x="5892" y="5482"/>
                  </a:cubicBezTo>
                  <a:close/>
                  <a:moveTo>
                    <a:pt x="2427" y="6869"/>
                  </a:moveTo>
                  <a:cubicBezTo>
                    <a:pt x="2616" y="6869"/>
                    <a:pt x="2773" y="7026"/>
                    <a:pt x="2773" y="7215"/>
                  </a:cubicBezTo>
                  <a:cubicBezTo>
                    <a:pt x="2773" y="7404"/>
                    <a:pt x="2616" y="7562"/>
                    <a:pt x="2427" y="7562"/>
                  </a:cubicBezTo>
                  <a:lnTo>
                    <a:pt x="1734" y="7562"/>
                  </a:lnTo>
                  <a:cubicBezTo>
                    <a:pt x="1545" y="7562"/>
                    <a:pt x="1387" y="7404"/>
                    <a:pt x="1387" y="7215"/>
                  </a:cubicBezTo>
                  <a:cubicBezTo>
                    <a:pt x="1387" y="7026"/>
                    <a:pt x="1545" y="6869"/>
                    <a:pt x="1734" y="6869"/>
                  </a:cubicBezTo>
                  <a:close/>
                  <a:moveTo>
                    <a:pt x="4475" y="6869"/>
                  </a:moveTo>
                  <a:cubicBezTo>
                    <a:pt x="4664" y="6869"/>
                    <a:pt x="4821" y="7026"/>
                    <a:pt x="4821" y="7215"/>
                  </a:cubicBezTo>
                  <a:cubicBezTo>
                    <a:pt x="4821" y="7404"/>
                    <a:pt x="4664" y="7562"/>
                    <a:pt x="4475" y="7562"/>
                  </a:cubicBezTo>
                  <a:lnTo>
                    <a:pt x="3782" y="7562"/>
                  </a:lnTo>
                  <a:cubicBezTo>
                    <a:pt x="3593" y="7562"/>
                    <a:pt x="3435" y="7404"/>
                    <a:pt x="3435" y="7215"/>
                  </a:cubicBezTo>
                  <a:cubicBezTo>
                    <a:pt x="3435" y="7026"/>
                    <a:pt x="3593" y="6869"/>
                    <a:pt x="3782" y="6869"/>
                  </a:cubicBezTo>
                  <a:close/>
                  <a:moveTo>
                    <a:pt x="6554" y="6869"/>
                  </a:moveTo>
                  <a:cubicBezTo>
                    <a:pt x="6743" y="6869"/>
                    <a:pt x="6901" y="7026"/>
                    <a:pt x="6901" y="7215"/>
                  </a:cubicBezTo>
                  <a:cubicBezTo>
                    <a:pt x="6901" y="7404"/>
                    <a:pt x="6743" y="7562"/>
                    <a:pt x="6554" y="7562"/>
                  </a:cubicBezTo>
                  <a:lnTo>
                    <a:pt x="5892" y="7562"/>
                  </a:lnTo>
                  <a:cubicBezTo>
                    <a:pt x="5672" y="7562"/>
                    <a:pt x="5514" y="7404"/>
                    <a:pt x="5514" y="7215"/>
                  </a:cubicBezTo>
                  <a:cubicBezTo>
                    <a:pt x="5514" y="7026"/>
                    <a:pt x="5672" y="6869"/>
                    <a:pt x="5892" y="6869"/>
                  </a:cubicBezTo>
                  <a:close/>
                  <a:moveTo>
                    <a:pt x="694" y="1"/>
                  </a:moveTo>
                  <a:lnTo>
                    <a:pt x="694" y="95"/>
                  </a:lnTo>
                  <a:cubicBezTo>
                    <a:pt x="694" y="631"/>
                    <a:pt x="442" y="1198"/>
                    <a:pt x="64" y="1576"/>
                  </a:cubicBezTo>
                  <a:lnTo>
                    <a:pt x="1" y="1607"/>
                  </a:lnTo>
                  <a:lnTo>
                    <a:pt x="1" y="5860"/>
                  </a:lnTo>
                  <a:lnTo>
                    <a:pt x="64" y="5923"/>
                  </a:lnTo>
                  <a:cubicBezTo>
                    <a:pt x="442" y="6301"/>
                    <a:pt x="694" y="6869"/>
                    <a:pt x="694" y="7404"/>
                  </a:cubicBezTo>
                  <a:cubicBezTo>
                    <a:pt x="694" y="7971"/>
                    <a:pt x="442" y="8475"/>
                    <a:pt x="95" y="8853"/>
                  </a:cubicBezTo>
                  <a:lnTo>
                    <a:pt x="7184" y="8853"/>
                  </a:lnTo>
                  <a:cubicBezTo>
                    <a:pt x="7720" y="8853"/>
                    <a:pt x="8192" y="8381"/>
                    <a:pt x="8192" y="7845"/>
                  </a:cubicBezTo>
                  <a:lnTo>
                    <a:pt x="8192" y="946"/>
                  </a:lnTo>
                  <a:cubicBezTo>
                    <a:pt x="8255" y="473"/>
                    <a:pt x="7814" y="1"/>
                    <a:pt x="7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84"/>
            <p:cNvSpPr/>
            <p:nvPr/>
          </p:nvSpPr>
          <p:spPr>
            <a:xfrm>
              <a:off x="-31452725" y="3191825"/>
              <a:ext cx="86650" cy="259150"/>
            </a:xfrm>
            <a:custGeom>
              <a:rect b="b" l="l" r="r" t="t"/>
              <a:pathLst>
                <a:path extrusionOk="0" h="10366" w="3466">
                  <a:moveTo>
                    <a:pt x="1450" y="1"/>
                  </a:moveTo>
                  <a:cubicBezTo>
                    <a:pt x="662" y="1"/>
                    <a:pt x="0" y="662"/>
                    <a:pt x="0" y="1450"/>
                  </a:cubicBezTo>
                  <a:cubicBezTo>
                    <a:pt x="0" y="1860"/>
                    <a:pt x="158" y="2206"/>
                    <a:pt x="410" y="2490"/>
                  </a:cubicBezTo>
                  <a:lnTo>
                    <a:pt x="694" y="2773"/>
                  </a:lnTo>
                  <a:lnTo>
                    <a:pt x="694" y="7593"/>
                  </a:lnTo>
                  <a:lnTo>
                    <a:pt x="410" y="7877"/>
                  </a:lnTo>
                  <a:cubicBezTo>
                    <a:pt x="158" y="8161"/>
                    <a:pt x="0" y="8507"/>
                    <a:pt x="0" y="8917"/>
                  </a:cubicBezTo>
                  <a:cubicBezTo>
                    <a:pt x="0" y="9704"/>
                    <a:pt x="662" y="10366"/>
                    <a:pt x="1450" y="10366"/>
                  </a:cubicBezTo>
                  <a:lnTo>
                    <a:pt x="1985" y="10366"/>
                  </a:lnTo>
                  <a:cubicBezTo>
                    <a:pt x="2773" y="10366"/>
                    <a:pt x="3466" y="9704"/>
                    <a:pt x="3466" y="8917"/>
                  </a:cubicBezTo>
                  <a:cubicBezTo>
                    <a:pt x="3466" y="8507"/>
                    <a:pt x="3308" y="8161"/>
                    <a:pt x="3025" y="7877"/>
                  </a:cubicBezTo>
                  <a:lnTo>
                    <a:pt x="2741" y="7593"/>
                  </a:lnTo>
                  <a:lnTo>
                    <a:pt x="2741" y="2773"/>
                  </a:lnTo>
                  <a:lnTo>
                    <a:pt x="3025" y="2490"/>
                  </a:lnTo>
                  <a:cubicBezTo>
                    <a:pt x="3308" y="2206"/>
                    <a:pt x="3466" y="1860"/>
                    <a:pt x="3466" y="1450"/>
                  </a:cubicBezTo>
                  <a:cubicBezTo>
                    <a:pt x="3466" y="662"/>
                    <a:pt x="2773" y="1"/>
                    <a:pt x="19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84"/>
            <p:cNvSpPr/>
            <p:nvPr/>
          </p:nvSpPr>
          <p:spPr>
            <a:xfrm>
              <a:off x="-31409400" y="3468275"/>
              <a:ext cx="92950" cy="17375"/>
            </a:xfrm>
            <a:custGeom>
              <a:rect b="b" l="l" r="r" t="t"/>
              <a:pathLst>
                <a:path extrusionOk="0" h="695" w="3718">
                  <a:moveTo>
                    <a:pt x="0" y="1"/>
                  </a:moveTo>
                  <a:cubicBezTo>
                    <a:pt x="0" y="379"/>
                    <a:pt x="315" y="694"/>
                    <a:pt x="662" y="694"/>
                  </a:cubicBezTo>
                  <a:lnTo>
                    <a:pt x="3056" y="694"/>
                  </a:lnTo>
                  <a:cubicBezTo>
                    <a:pt x="3466" y="694"/>
                    <a:pt x="3718" y="379"/>
                    <a:pt x="37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0" name="Google Shape;1920;p84"/>
          <p:cNvGrpSpPr/>
          <p:nvPr/>
        </p:nvGrpSpPr>
        <p:grpSpPr>
          <a:xfrm>
            <a:off x="2793347" y="2086359"/>
            <a:ext cx="354586" cy="354586"/>
            <a:chOff x="-31452725" y="3551775"/>
            <a:chExt cx="292225" cy="292225"/>
          </a:xfrm>
        </p:grpSpPr>
        <p:sp>
          <p:nvSpPr>
            <p:cNvPr id="1921" name="Google Shape;1921;p84"/>
            <p:cNvSpPr/>
            <p:nvPr/>
          </p:nvSpPr>
          <p:spPr>
            <a:xfrm>
              <a:off x="-31452725" y="3756550"/>
              <a:ext cx="155175" cy="34675"/>
            </a:xfrm>
            <a:custGeom>
              <a:rect b="b" l="l" r="r" t="t"/>
              <a:pathLst>
                <a:path extrusionOk="0" h="1387" w="6207">
                  <a:moveTo>
                    <a:pt x="32" y="1"/>
                  </a:moveTo>
                  <a:lnTo>
                    <a:pt x="32" y="1040"/>
                  </a:lnTo>
                  <a:cubicBezTo>
                    <a:pt x="0" y="1292"/>
                    <a:pt x="158" y="1387"/>
                    <a:pt x="347" y="1387"/>
                  </a:cubicBezTo>
                  <a:lnTo>
                    <a:pt x="6207" y="1387"/>
                  </a:lnTo>
                  <a:lnTo>
                    <a:pt x="62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84"/>
            <p:cNvSpPr/>
            <p:nvPr/>
          </p:nvSpPr>
          <p:spPr>
            <a:xfrm>
              <a:off x="-31452725" y="3551775"/>
              <a:ext cx="183525" cy="188275"/>
            </a:xfrm>
            <a:custGeom>
              <a:rect b="b" l="l" r="r" t="t"/>
              <a:pathLst>
                <a:path extrusionOk="0" h="7531" w="7341">
                  <a:moveTo>
                    <a:pt x="4474" y="0"/>
                  </a:moveTo>
                  <a:cubicBezTo>
                    <a:pt x="3939" y="0"/>
                    <a:pt x="3466" y="473"/>
                    <a:pt x="3466" y="1040"/>
                  </a:cubicBezTo>
                  <a:cubicBezTo>
                    <a:pt x="3466" y="1576"/>
                    <a:pt x="3939" y="2080"/>
                    <a:pt x="4474" y="2080"/>
                  </a:cubicBezTo>
                  <a:cubicBezTo>
                    <a:pt x="4600" y="2080"/>
                    <a:pt x="4726" y="2017"/>
                    <a:pt x="4852" y="1985"/>
                  </a:cubicBezTo>
                  <a:lnTo>
                    <a:pt x="4852" y="2773"/>
                  </a:lnTo>
                  <a:lnTo>
                    <a:pt x="2741" y="2773"/>
                  </a:lnTo>
                  <a:cubicBezTo>
                    <a:pt x="1261" y="2773"/>
                    <a:pt x="0" y="4002"/>
                    <a:pt x="0" y="5482"/>
                  </a:cubicBezTo>
                  <a:lnTo>
                    <a:pt x="0" y="7530"/>
                  </a:lnTo>
                  <a:lnTo>
                    <a:pt x="6175" y="7530"/>
                  </a:lnTo>
                  <a:lnTo>
                    <a:pt x="6175" y="5167"/>
                  </a:lnTo>
                  <a:cubicBezTo>
                    <a:pt x="6175" y="4191"/>
                    <a:pt x="6648" y="3372"/>
                    <a:pt x="7341" y="2773"/>
                  </a:cubicBezTo>
                  <a:lnTo>
                    <a:pt x="5514" y="2773"/>
                  </a:lnTo>
                  <a:lnTo>
                    <a:pt x="5514" y="1040"/>
                  </a:lnTo>
                  <a:cubicBezTo>
                    <a:pt x="5514" y="505"/>
                    <a:pt x="5041" y="0"/>
                    <a:pt x="44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84"/>
            <p:cNvSpPr/>
            <p:nvPr/>
          </p:nvSpPr>
          <p:spPr>
            <a:xfrm>
              <a:off x="-31366100" y="3808550"/>
              <a:ext cx="52025" cy="35450"/>
            </a:xfrm>
            <a:custGeom>
              <a:rect b="b" l="l" r="r" t="t"/>
              <a:pathLst>
                <a:path extrusionOk="0" h="1418" w="2081">
                  <a:moveTo>
                    <a:pt x="32" y="0"/>
                  </a:moveTo>
                  <a:lnTo>
                    <a:pt x="32" y="1040"/>
                  </a:lnTo>
                  <a:lnTo>
                    <a:pt x="1" y="1040"/>
                  </a:lnTo>
                  <a:cubicBezTo>
                    <a:pt x="1" y="1260"/>
                    <a:pt x="159" y="1418"/>
                    <a:pt x="348" y="1418"/>
                  </a:cubicBezTo>
                  <a:lnTo>
                    <a:pt x="1734" y="1418"/>
                  </a:lnTo>
                  <a:cubicBezTo>
                    <a:pt x="1923" y="1418"/>
                    <a:pt x="2080" y="1260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84"/>
            <p:cNvSpPr/>
            <p:nvPr/>
          </p:nvSpPr>
          <p:spPr>
            <a:xfrm>
              <a:off x="-31281025" y="3621075"/>
              <a:ext cx="120525" cy="171725"/>
            </a:xfrm>
            <a:custGeom>
              <a:rect b="b" l="l" r="r" t="t"/>
              <a:pathLst>
                <a:path extrusionOk="0" h="6869" w="4821">
                  <a:moveTo>
                    <a:pt x="3435" y="2017"/>
                  </a:moveTo>
                  <a:cubicBezTo>
                    <a:pt x="3624" y="2017"/>
                    <a:pt x="3781" y="2175"/>
                    <a:pt x="3781" y="2364"/>
                  </a:cubicBezTo>
                  <a:cubicBezTo>
                    <a:pt x="3750" y="2553"/>
                    <a:pt x="3592" y="2710"/>
                    <a:pt x="3435" y="2710"/>
                  </a:cubicBezTo>
                  <a:lnTo>
                    <a:pt x="1387" y="2710"/>
                  </a:lnTo>
                  <a:cubicBezTo>
                    <a:pt x="1198" y="2710"/>
                    <a:pt x="1040" y="2553"/>
                    <a:pt x="1040" y="2364"/>
                  </a:cubicBezTo>
                  <a:cubicBezTo>
                    <a:pt x="1040" y="2175"/>
                    <a:pt x="1198" y="2017"/>
                    <a:pt x="1387" y="2017"/>
                  </a:cubicBezTo>
                  <a:close/>
                  <a:moveTo>
                    <a:pt x="3088" y="4128"/>
                  </a:moveTo>
                  <a:cubicBezTo>
                    <a:pt x="3466" y="4128"/>
                    <a:pt x="3750" y="4443"/>
                    <a:pt x="3750" y="4821"/>
                  </a:cubicBezTo>
                  <a:cubicBezTo>
                    <a:pt x="3750" y="5168"/>
                    <a:pt x="3466" y="5483"/>
                    <a:pt x="3088" y="5483"/>
                  </a:cubicBezTo>
                  <a:lnTo>
                    <a:pt x="1702" y="5483"/>
                  </a:lnTo>
                  <a:cubicBezTo>
                    <a:pt x="1324" y="5483"/>
                    <a:pt x="1040" y="5168"/>
                    <a:pt x="1040" y="4821"/>
                  </a:cubicBezTo>
                  <a:cubicBezTo>
                    <a:pt x="1040" y="4412"/>
                    <a:pt x="1355" y="4128"/>
                    <a:pt x="1702" y="4128"/>
                  </a:cubicBezTo>
                  <a:close/>
                  <a:moveTo>
                    <a:pt x="2426" y="1"/>
                  </a:moveTo>
                  <a:cubicBezTo>
                    <a:pt x="1072" y="1"/>
                    <a:pt x="1" y="1072"/>
                    <a:pt x="1" y="2395"/>
                  </a:cubicBezTo>
                  <a:lnTo>
                    <a:pt x="1" y="6869"/>
                  </a:lnTo>
                  <a:lnTo>
                    <a:pt x="4474" y="6869"/>
                  </a:lnTo>
                  <a:cubicBezTo>
                    <a:pt x="4663" y="6869"/>
                    <a:pt x="4821" y="6711"/>
                    <a:pt x="4821" y="6491"/>
                  </a:cubicBezTo>
                  <a:lnTo>
                    <a:pt x="4821" y="2395"/>
                  </a:lnTo>
                  <a:cubicBezTo>
                    <a:pt x="4789" y="1072"/>
                    <a:pt x="3718" y="1"/>
                    <a:pt x="2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5" name="Google Shape;1925;p84"/>
          <p:cNvGrpSpPr/>
          <p:nvPr/>
        </p:nvGrpSpPr>
        <p:grpSpPr>
          <a:xfrm>
            <a:off x="2213863" y="2059592"/>
            <a:ext cx="353645" cy="353645"/>
            <a:chOff x="-34763900" y="3561225"/>
            <a:chExt cx="291450" cy="291450"/>
          </a:xfrm>
        </p:grpSpPr>
        <p:sp>
          <p:nvSpPr>
            <p:cNvPr id="1926" name="Google Shape;1926;p84"/>
            <p:cNvSpPr/>
            <p:nvPr/>
          </p:nvSpPr>
          <p:spPr>
            <a:xfrm>
              <a:off x="-34693800" y="3629750"/>
              <a:ext cx="152025" cy="152825"/>
            </a:xfrm>
            <a:custGeom>
              <a:rect b="b" l="l" r="r" t="t"/>
              <a:pathLst>
                <a:path extrusionOk="0" h="6113" w="6081">
                  <a:moveTo>
                    <a:pt x="3025" y="1387"/>
                  </a:moveTo>
                  <a:cubicBezTo>
                    <a:pt x="3970" y="1387"/>
                    <a:pt x="4726" y="2143"/>
                    <a:pt x="4726" y="3088"/>
                  </a:cubicBezTo>
                  <a:cubicBezTo>
                    <a:pt x="4726" y="4033"/>
                    <a:pt x="3970" y="4789"/>
                    <a:pt x="3025" y="4789"/>
                  </a:cubicBezTo>
                  <a:cubicBezTo>
                    <a:pt x="2080" y="4789"/>
                    <a:pt x="1324" y="4033"/>
                    <a:pt x="1324" y="3088"/>
                  </a:cubicBezTo>
                  <a:cubicBezTo>
                    <a:pt x="1324" y="2143"/>
                    <a:pt x="2080" y="1387"/>
                    <a:pt x="3025" y="1387"/>
                  </a:cubicBezTo>
                  <a:close/>
                  <a:moveTo>
                    <a:pt x="2710" y="0"/>
                  </a:moveTo>
                  <a:lnTo>
                    <a:pt x="2710" y="442"/>
                  </a:lnTo>
                  <a:cubicBezTo>
                    <a:pt x="2710" y="599"/>
                    <a:pt x="2584" y="725"/>
                    <a:pt x="2426" y="757"/>
                  </a:cubicBezTo>
                  <a:cubicBezTo>
                    <a:pt x="2237" y="788"/>
                    <a:pt x="2017" y="914"/>
                    <a:pt x="1859" y="1009"/>
                  </a:cubicBezTo>
                  <a:cubicBezTo>
                    <a:pt x="1815" y="1031"/>
                    <a:pt x="1762" y="1041"/>
                    <a:pt x="1707" y="1041"/>
                  </a:cubicBezTo>
                  <a:cubicBezTo>
                    <a:pt x="1607" y="1041"/>
                    <a:pt x="1500" y="1007"/>
                    <a:pt x="1418" y="946"/>
                  </a:cubicBezTo>
                  <a:lnTo>
                    <a:pt x="1103" y="631"/>
                  </a:lnTo>
                  <a:lnTo>
                    <a:pt x="631" y="1103"/>
                  </a:lnTo>
                  <a:lnTo>
                    <a:pt x="946" y="1418"/>
                  </a:lnTo>
                  <a:cubicBezTo>
                    <a:pt x="1072" y="1544"/>
                    <a:pt x="1072" y="1702"/>
                    <a:pt x="977" y="1859"/>
                  </a:cubicBezTo>
                  <a:cubicBezTo>
                    <a:pt x="851" y="2048"/>
                    <a:pt x="788" y="2269"/>
                    <a:pt x="757" y="2458"/>
                  </a:cubicBezTo>
                  <a:cubicBezTo>
                    <a:pt x="694" y="2615"/>
                    <a:pt x="599" y="2710"/>
                    <a:pt x="442" y="2710"/>
                  </a:cubicBezTo>
                  <a:lnTo>
                    <a:pt x="1" y="2710"/>
                  </a:lnTo>
                  <a:lnTo>
                    <a:pt x="1" y="3403"/>
                  </a:lnTo>
                  <a:lnTo>
                    <a:pt x="442" y="3403"/>
                  </a:lnTo>
                  <a:cubicBezTo>
                    <a:pt x="599" y="3403"/>
                    <a:pt x="694" y="3498"/>
                    <a:pt x="757" y="3655"/>
                  </a:cubicBezTo>
                  <a:cubicBezTo>
                    <a:pt x="788" y="3876"/>
                    <a:pt x="914" y="4096"/>
                    <a:pt x="977" y="4254"/>
                  </a:cubicBezTo>
                  <a:cubicBezTo>
                    <a:pt x="1072" y="4380"/>
                    <a:pt x="1009" y="4569"/>
                    <a:pt x="946" y="4695"/>
                  </a:cubicBezTo>
                  <a:lnTo>
                    <a:pt x="631" y="5010"/>
                  </a:lnTo>
                  <a:lnTo>
                    <a:pt x="1103" y="5482"/>
                  </a:lnTo>
                  <a:lnTo>
                    <a:pt x="1418" y="5167"/>
                  </a:lnTo>
                  <a:cubicBezTo>
                    <a:pt x="1486" y="5100"/>
                    <a:pt x="1562" y="5068"/>
                    <a:pt x="1643" y="5068"/>
                  </a:cubicBezTo>
                  <a:cubicBezTo>
                    <a:pt x="1713" y="5068"/>
                    <a:pt x="1786" y="5092"/>
                    <a:pt x="1859" y="5136"/>
                  </a:cubicBezTo>
                  <a:cubicBezTo>
                    <a:pt x="2048" y="5230"/>
                    <a:pt x="2237" y="5325"/>
                    <a:pt x="2426" y="5356"/>
                  </a:cubicBezTo>
                  <a:cubicBezTo>
                    <a:pt x="2584" y="5419"/>
                    <a:pt x="2710" y="5514"/>
                    <a:pt x="2710" y="5671"/>
                  </a:cubicBezTo>
                  <a:lnTo>
                    <a:pt x="2710" y="6112"/>
                  </a:lnTo>
                  <a:lnTo>
                    <a:pt x="3372" y="6112"/>
                  </a:lnTo>
                  <a:lnTo>
                    <a:pt x="3372" y="5734"/>
                  </a:lnTo>
                  <a:cubicBezTo>
                    <a:pt x="3372" y="5577"/>
                    <a:pt x="3498" y="5451"/>
                    <a:pt x="3655" y="5419"/>
                  </a:cubicBezTo>
                  <a:cubicBezTo>
                    <a:pt x="3844" y="5356"/>
                    <a:pt x="4096" y="5262"/>
                    <a:pt x="4254" y="5167"/>
                  </a:cubicBezTo>
                  <a:cubicBezTo>
                    <a:pt x="4300" y="5133"/>
                    <a:pt x="4355" y="5119"/>
                    <a:pt x="4410" y="5119"/>
                  </a:cubicBezTo>
                  <a:cubicBezTo>
                    <a:pt x="4506" y="5119"/>
                    <a:pt x="4603" y="5159"/>
                    <a:pt x="4663" y="5199"/>
                  </a:cubicBezTo>
                  <a:lnTo>
                    <a:pt x="5010" y="5514"/>
                  </a:lnTo>
                  <a:lnTo>
                    <a:pt x="5451" y="5041"/>
                  </a:lnTo>
                  <a:lnTo>
                    <a:pt x="5136" y="4726"/>
                  </a:lnTo>
                  <a:cubicBezTo>
                    <a:pt x="5041" y="4632"/>
                    <a:pt x="5041" y="4474"/>
                    <a:pt x="5104" y="4285"/>
                  </a:cubicBezTo>
                  <a:cubicBezTo>
                    <a:pt x="5230" y="4096"/>
                    <a:pt x="5293" y="3907"/>
                    <a:pt x="5356" y="3718"/>
                  </a:cubicBezTo>
                  <a:cubicBezTo>
                    <a:pt x="5388" y="3561"/>
                    <a:pt x="5514" y="3434"/>
                    <a:pt x="5671" y="3434"/>
                  </a:cubicBezTo>
                  <a:lnTo>
                    <a:pt x="6081" y="3434"/>
                  </a:lnTo>
                  <a:lnTo>
                    <a:pt x="6081" y="2773"/>
                  </a:lnTo>
                  <a:lnTo>
                    <a:pt x="5671" y="2773"/>
                  </a:lnTo>
                  <a:cubicBezTo>
                    <a:pt x="5514" y="2710"/>
                    <a:pt x="5388" y="2615"/>
                    <a:pt x="5356" y="2458"/>
                  </a:cubicBezTo>
                  <a:cubicBezTo>
                    <a:pt x="5293" y="2269"/>
                    <a:pt x="5199" y="2017"/>
                    <a:pt x="5104" y="1859"/>
                  </a:cubicBezTo>
                  <a:cubicBezTo>
                    <a:pt x="5041" y="1733"/>
                    <a:pt x="5073" y="1544"/>
                    <a:pt x="5136" y="1418"/>
                  </a:cubicBezTo>
                  <a:lnTo>
                    <a:pt x="5451" y="1103"/>
                  </a:lnTo>
                  <a:lnTo>
                    <a:pt x="5010" y="631"/>
                  </a:lnTo>
                  <a:lnTo>
                    <a:pt x="4663" y="946"/>
                  </a:lnTo>
                  <a:cubicBezTo>
                    <a:pt x="4608" y="1019"/>
                    <a:pt x="4531" y="1050"/>
                    <a:pt x="4445" y="1050"/>
                  </a:cubicBezTo>
                  <a:cubicBezTo>
                    <a:pt x="4384" y="1050"/>
                    <a:pt x="4319" y="1035"/>
                    <a:pt x="4254" y="1009"/>
                  </a:cubicBezTo>
                  <a:cubicBezTo>
                    <a:pt x="4033" y="883"/>
                    <a:pt x="3844" y="788"/>
                    <a:pt x="3655" y="757"/>
                  </a:cubicBezTo>
                  <a:cubicBezTo>
                    <a:pt x="3498" y="725"/>
                    <a:pt x="3372" y="599"/>
                    <a:pt x="3372" y="442"/>
                  </a:cubicBezTo>
                  <a:lnTo>
                    <a:pt x="33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84"/>
            <p:cNvSpPr/>
            <p:nvPr/>
          </p:nvSpPr>
          <p:spPr>
            <a:xfrm>
              <a:off x="-34763900" y="3561225"/>
              <a:ext cx="291450" cy="291450"/>
            </a:xfrm>
            <a:custGeom>
              <a:rect b="b" l="l" r="r" t="t"/>
              <a:pathLst>
                <a:path extrusionOk="0" h="11658" w="11658">
                  <a:moveTo>
                    <a:pt x="6522" y="2048"/>
                  </a:moveTo>
                  <a:cubicBezTo>
                    <a:pt x="6743" y="2048"/>
                    <a:pt x="6900" y="2206"/>
                    <a:pt x="6900" y="2395"/>
                  </a:cubicBezTo>
                  <a:lnTo>
                    <a:pt x="6900" y="2899"/>
                  </a:lnTo>
                  <a:cubicBezTo>
                    <a:pt x="6995" y="2962"/>
                    <a:pt x="7089" y="2994"/>
                    <a:pt x="7152" y="3025"/>
                  </a:cubicBezTo>
                  <a:lnTo>
                    <a:pt x="7530" y="2678"/>
                  </a:lnTo>
                  <a:cubicBezTo>
                    <a:pt x="7578" y="2615"/>
                    <a:pt x="7664" y="2584"/>
                    <a:pt x="7755" y="2584"/>
                  </a:cubicBezTo>
                  <a:cubicBezTo>
                    <a:pt x="7845" y="2584"/>
                    <a:pt x="7940" y="2615"/>
                    <a:pt x="8003" y="2678"/>
                  </a:cubicBezTo>
                  <a:lnTo>
                    <a:pt x="8979" y="3655"/>
                  </a:lnTo>
                  <a:cubicBezTo>
                    <a:pt x="9106" y="3781"/>
                    <a:pt x="9106" y="4002"/>
                    <a:pt x="8979" y="4128"/>
                  </a:cubicBezTo>
                  <a:lnTo>
                    <a:pt x="8633" y="4474"/>
                  </a:lnTo>
                  <a:cubicBezTo>
                    <a:pt x="8664" y="4569"/>
                    <a:pt x="8696" y="4695"/>
                    <a:pt x="8727" y="4758"/>
                  </a:cubicBezTo>
                  <a:lnTo>
                    <a:pt x="9263" y="4758"/>
                  </a:lnTo>
                  <a:cubicBezTo>
                    <a:pt x="9452" y="4758"/>
                    <a:pt x="9610" y="4915"/>
                    <a:pt x="9610" y="5104"/>
                  </a:cubicBezTo>
                  <a:lnTo>
                    <a:pt x="9610" y="6491"/>
                  </a:lnTo>
                  <a:cubicBezTo>
                    <a:pt x="9610" y="6680"/>
                    <a:pt x="9452" y="6837"/>
                    <a:pt x="9263" y="6837"/>
                  </a:cubicBezTo>
                  <a:lnTo>
                    <a:pt x="8727" y="6837"/>
                  </a:lnTo>
                  <a:cubicBezTo>
                    <a:pt x="8696" y="6963"/>
                    <a:pt x="8664" y="7026"/>
                    <a:pt x="8633" y="7121"/>
                  </a:cubicBezTo>
                  <a:lnTo>
                    <a:pt x="8979" y="7467"/>
                  </a:lnTo>
                  <a:cubicBezTo>
                    <a:pt x="9106" y="7593"/>
                    <a:pt x="9106" y="7814"/>
                    <a:pt x="8979" y="7940"/>
                  </a:cubicBezTo>
                  <a:lnTo>
                    <a:pt x="8003" y="8916"/>
                  </a:lnTo>
                  <a:cubicBezTo>
                    <a:pt x="7940" y="8979"/>
                    <a:pt x="7845" y="9011"/>
                    <a:pt x="7755" y="9011"/>
                  </a:cubicBezTo>
                  <a:cubicBezTo>
                    <a:pt x="7664" y="9011"/>
                    <a:pt x="7578" y="8979"/>
                    <a:pt x="7530" y="8916"/>
                  </a:cubicBezTo>
                  <a:lnTo>
                    <a:pt x="7152" y="8570"/>
                  </a:lnTo>
                  <a:cubicBezTo>
                    <a:pt x="7089" y="8601"/>
                    <a:pt x="6963" y="8664"/>
                    <a:pt x="6900" y="8696"/>
                  </a:cubicBezTo>
                  <a:lnTo>
                    <a:pt x="6900" y="9200"/>
                  </a:lnTo>
                  <a:cubicBezTo>
                    <a:pt x="6900" y="9389"/>
                    <a:pt x="6743" y="9547"/>
                    <a:pt x="6522" y="9547"/>
                  </a:cubicBezTo>
                  <a:lnTo>
                    <a:pt x="5167" y="9547"/>
                  </a:lnTo>
                  <a:cubicBezTo>
                    <a:pt x="4947" y="9547"/>
                    <a:pt x="4789" y="9389"/>
                    <a:pt x="4789" y="9200"/>
                  </a:cubicBezTo>
                  <a:lnTo>
                    <a:pt x="4789" y="8696"/>
                  </a:lnTo>
                  <a:cubicBezTo>
                    <a:pt x="4695" y="8664"/>
                    <a:pt x="4600" y="8601"/>
                    <a:pt x="4537" y="8570"/>
                  </a:cubicBezTo>
                  <a:lnTo>
                    <a:pt x="4159" y="8916"/>
                  </a:lnTo>
                  <a:cubicBezTo>
                    <a:pt x="4112" y="8979"/>
                    <a:pt x="4025" y="9011"/>
                    <a:pt x="3935" y="9011"/>
                  </a:cubicBezTo>
                  <a:cubicBezTo>
                    <a:pt x="3844" y="9011"/>
                    <a:pt x="3750" y="8979"/>
                    <a:pt x="3687" y="8916"/>
                  </a:cubicBezTo>
                  <a:lnTo>
                    <a:pt x="2710" y="7940"/>
                  </a:lnTo>
                  <a:cubicBezTo>
                    <a:pt x="2584" y="7814"/>
                    <a:pt x="2584" y="7593"/>
                    <a:pt x="2710" y="7467"/>
                  </a:cubicBezTo>
                  <a:lnTo>
                    <a:pt x="3057" y="7121"/>
                  </a:lnTo>
                  <a:cubicBezTo>
                    <a:pt x="3025" y="7026"/>
                    <a:pt x="2994" y="6932"/>
                    <a:pt x="2962" y="6837"/>
                  </a:cubicBezTo>
                  <a:lnTo>
                    <a:pt x="2426" y="6837"/>
                  </a:lnTo>
                  <a:cubicBezTo>
                    <a:pt x="2237" y="6837"/>
                    <a:pt x="2080" y="6680"/>
                    <a:pt x="2080" y="6491"/>
                  </a:cubicBezTo>
                  <a:lnTo>
                    <a:pt x="2080" y="5104"/>
                  </a:lnTo>
                  <a:cubicBezTo>
                    <a:pt x="2080" y="4915"/>
                    <a:pt x="2237" y="4758"/>
                    <a:pt x="2426" y="4758"/>
                  </a:cubicBezTo>
                  <a:lnTo>
                    <a:pt x="2962" y="4758"/>
                  </a:lnTo>
                  <a:cubicBezTo>
                    <a:pt x="2994" y="4632"/>
                    <a:pt x="3025" y="4569"/>
                    <a:pt x="3057" y="4474"/>
                  </a:cubicBezTo>
                  <a:lnTo>
                    <a:pt x="2710" y="4128"/>
                  </a:lnTo>
                  <a:cubicBezTo>
                    <a:pt x="2584" y="4002"/>
                    <a:pt x="2584" y="3781"/>
                    <a:pt x="2710" y="3655"/>
                  </a:cubicBezTo>
                  <a:lnTo>
                    <a:pt x="3687" y="2678"/>
                  </a:lnTo>
                  <a:cubicBezTo>
                    <a:pt x="3750" y="2615"/>
                    <a:pt x="3844" y="2584"/>
                    <a:pt x="3935" y="2584"/>
                  </a:cubicBezTo>
                  <a:cubicBezTo>
                    <a:pt x="4025" y="2584"/>
                    <a:pt x="4112" y="2615"/>
                    <a:pt x="4159" y="2678"/>
                  </a:cubicBezTo>
                  <a:lnTo>
                    <a:pt x="4537" y="3025"/>
                  </a:lnTo>
                  <a:cubicBezTo>
                    <a:pt x="4600" y="2994"/>
                    <a:pt x="4726" y="2962"/>
                    <a:pt x="4789" y="2899"/>
                  </a:cubicBezTo>
                  <a:lnTo>
                    <a:pt x="4789" y="2395"/>
                  </a:lnTo>
                  <a:cubicBezTo>
                    <a:pt x="4789" y="2206"/>
                    <a:pt x="4947" y="2048"/>
                    <a:pt x="5167" y="2048"/>
                  </a:cubicBezTo>
                  <a:close/>
                  <a:moveTo>
                    <a:pt x="5829" y="1"/>
                  </a:moveTo>
                  <a:cubicBezTo>
                    <a:pt x="2647" y="1"/>
                    <a:pt x="1" y="2647"/>
                    <a:pt x="1" y="5829"/>
                  </a:cubicBezTo>
                  <a:cubicBezTo>
                    <a:pt x="1" y="6837"/>
                    <a:pt x="284" y="7877"/>
                    <a:pt x="820" y="8790"/>
                  </a:cubicBezTo>
                  <a:lnTo>
                    <a:pt x="32" y="11185"/>
                  </a:lnTo>
                  <a:cubicBezTo>
                    <a:pt x="1" y="11311"/>
                    <a:pt x="32" y="11468"/>
                    <a:pt x="127" y="11531"/>
                  </a:cubicBezTo>
                  <a:cubicBezTo>
                    <a:pt x="174" y="11602"/>
                    <a:pt x="274" y="11638"/>
                    <a:pt x="375" y="11638"/>
                  </a:cubicBezTo>
                  <a:cubicBezTo>
                    <a:pt x="408" y="11638"/>
                    <a:pt x="442" y="11634"/>
                    <a:pt x="473" y="11626"/>
                  </a:cubicBezTo>
                  <a:lnTo>
                    <a:pt x="2868" y="10838"/>
                  </a:lnTo>
                  <a:cubicBezTo>
                    <a:pt x="3781" y="11374"/>
                    <a:pt x="4789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84"/>
            <p:cNvSpPr/>
            <p:nvPr/>
          </p:nvSpPr>
          <p:spPr>
            <a:xfrm>
              <a:off x="-34644175" y="368095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41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9" name="Google Shape;1929;p84"/>
          <p:cNvSpPr/>
          <p:nvPr/>
        </p:nvSpPr>
        <p:spPr>
          <a:xfrm>
            <a:off x="6638799" y="3165026"/>
            <a:ext cx="353645" cy="353615"/>
          </a:xfrm>
          <a:custGeom>
            <a:rect b="b" l="l" r="r" t="t"/>
            <a:pathLst>
              <a:path extrusionOk="0" h="11657" w="11658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0" name="Google Shape;1930;p84"/>
          <p:cNvGrpSpPr/>
          <p:nvPr/>
        </p:nvGrpSpPr>
        <p:grpSpPr>
          <a:xfrm>
            <a:off x="2793348" y="2634965"/>
            <a:ext cx="354586" cy="354586"/>
            <a:chOff x="-32927950" y="3227275"/>
            <a:chExt cx="292225" cy="292225"/>
          </a:xfrm>
        </p:grpSpPr>
        <p:sp>
          <p:nvSpPr>
            <p:cNvPr id="1931" name="Google Shape;1931;p84"/>
            <p:cNvSpPr/>
            <p:nvPr/>
          </p:nvSpPr>
          <p:spPr>
            <a:xfrm>
              <a:off x="-32927950" y="3228075"/>
              <a:ext cx="69325" cy="291425"/>
            </a:xfrm>
            <a:custGeom>
              <a:rect b="b" l="l" r="r" t="t"/>
              <a:pathLst>
                <a:path extrusionOk="0" h="11657" w="2773">
                  <a:moveTo>
                    <a:pt x="1733" y="0"/>
                  </a:moveTo>
                  <a:cubicBezTo>
                    <a:pt x="1198" y="0"/>
                    <a:pt x="725" y="473"/>
                    <a:pt x="725" y="1040"/>
                  </a:cubicBezTo>
                  <a:lnTo>
                    <a:pt x="725" y="1386"/>
                  </a:lnTo>
                  <a:lnTo>
                    <a:pt x="347" y="1386"/>
                  </a:lnTo>
                  <a:cubicBezTo>
                    <a:pt x="158" y="1386"/>
                    <a:pt x="1" y="1544"/>
                    <a:pt x="1" y="1733"/>
                  </a:cubicBezTo>
                  <a:cubicBezTo>
                    <a:pt x="1" y="1922"/>
                    <a:pt x="158" y="2079"/>
                    <a:pt x="347" y="2079"/>
                  </a:cubicBezTo>
                  <a:lnTo>
                    <a:pt x="725" y="2079"/>
                  </a:lnTo>
                  <a:lnTo>
                    <a:pt x="725" y="3466"/>
                  </a:lnTo>
                  <a:lnTo>
                    <a:pt x="347" y="3466"/>
                  </a:lnTo>
                  <a:cubicBezTo>
                    <a:pt x="158" y="3466"/>
                    <a:pt x="1" y="3623"/>
                    <a:pt x="1" y="3812"/>
                  </a:cubicBezTo>
                  <a:cubicBezTo>
                    <a:pt x="1" y="4033"/>
                    <a:pt x="158" y="4190"/>
                    <a:pt x="347" y="4190"/>
                  </a:cubicBezTo>
                  <a:lnTo>
                    <a:pt x="725" y="4190"/>
                  </a:lnTo>
                  <a:lnTo>
                    <a:pt x="725" y="5608"/>
                  </a:lnTo>
                  <a:lnTo>
                    <a:pt x="347" y="5608"/>
                  </a:lnTo>
                  <a:cubicBezTo>
                    <a:pt x="158" y="5608"/>
                    <a:pt x="1" y="5765"/>
                    <a:pt x="1" y="5954"/>
                  </a:cubicBezTo>
                  <a:cubicBezTo>
                    <a:pt x="1" y="6143"/>
                    <a:pt x="158" y="6301"/>
                    <a:pt x="347" y="6301"/>
                  </a:cubicBezTo>
                  <a:lnTo>
                    <a:pt x="725" y="6301"/>
                  </a:lnTo>
                  <a:lnTo>
                    <a:pt x="725" y="7687"/>
                  </a:lnTo>
                  <a:lnTo>
                    <a:pt x="347" y="7687"/>
                  </a:lnTo>
                  <a:cubicBezTo>
                    <a:pt x="158" y="7687"/>
                    <a:pt x="1" y="7845"/>
                    <a:pt x="1" y="8034"/>
                  </a:cubicBezTo>
                  <a:cubicBezTo>
                    <a:pt x="1" y="8223"/>
                    <a:pt x="158" y="8380"/>
                    <a:pt x="347" y="8380"/>
                  </a:cubicBezTo>
                  <a:lnTo>
                    <a:pt x="725" y="8380"/>
                  </a:lnTo>
                  <a:lnTo>
                    <a:pt x="725" y="9767"/>
                  </a:lnTo>
                  <a:lnTo>
                    <a:pt x="347" y="9767"/>
                  </a:lnTo>
                  <a:lnTo>
                    <a:pt x="347" y="9577"/>
                  </a:lnTo>
                  <a:cubicBezTo>
                    <a:pt x="158" y="9577"/>
                    <a:pt x="1" y="9735"/>
                    <a:pt x="1" y="9924"/>
                  </a:cubicBezTo>
                  <a:cubicBezTo>
                    <a:pt x="1" y="10113"/>
                    <a:pt x="158" y="10271"/>
                    <a:pt x="347" y="10271"/>
                  </a:cubicBezTo>
                  <a:lnTo>
                    <a:pt x="725" y="10271"/>
                  </a:lnTo>
                  <a:lnTo>
                    <a:pt x="725" y="10649"/>
                  </a:lnTo>
                  <a:cubicBezTo>
                    <a:pt x="725" y="11184"/>
                    <a:pt x="1198" y="11657"/>
                    <a:pt x="1733" y="11657"/>
                  </a:cubicBezTo>
                  <a:lnTo>
                    <a:pt x="2773" y="11657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84"/>
            <p:cNvSpPr/>
            <p:nvPr/>
          </p:nvSpPr>
          <p:spPr>
            <a:xfrm>
              <a:off x="-32841300" y="3227275"/>
              <a:ext cx="154400" cy="291450"/>
            </a:xfrm>
            <a:custGeom>
              <a:rect b="b" l="l" r="r" t="t"/>
              <a:pathLst>
                <a:path extrusionOk="0" h="11658" w="6176">
                  <a:moveTo>
                    <a:pt x="4096" y="2048"/>
                  </a:moveTo>
                  <a:cubicBezTo>
                    <a:pt x="4285" y="2048"/>
                    <a:pt x="4442" y="2206"/>
                    <a:pt x="4442" y="2395"/>
                  </a:cubicBezTo>
                  <a:lnTo>
                    <a:pt x="4442" y="3750"/>
                  </a:lnTo>
                  <a:cubicBezTo>
                    <a:pt x="4442" y="3939"/>
                    <a:pt x="4285" y="4096"/>
                    <a:pt x="4096" y="4096"/>
                  </a:cubicBezTo>
                  <a:lnTo>
                    <a:pt x="3088" y="4096"/>
                  </a:lnTo>
                  <a:lnTo>
                    <a:pt x="3088" y="7562"/>
                  </a:lnTo>
                  <a:lnTo>
                    <a:pt x="4096" y="7562"/>
                  </a:lnTo>
                  <a:cubicBezTo>
                    <a:pt x="4285" y="7562"/>
                    <a:pt x="4442" y="7719"/>
                    <a:pt x="4442" y="7908"/>
                  </a:cubicBezTo>
                  <a:lnTo>
                    <a:pt x="4442" y="9294"/>
                  </a:lnTo>
                  <a:cubicBezTo>
                    <a:pt x="4442" y="9483"/>
                    <a:pt x="4285" y="9641"/>
                    <a:pt x="4096" y="9641"/>
                  </a:cubicBezTo>
                  <a:lnTo>
                    <a:pt x="3088" y="9641"/>
                  </a:lnTo>
                  <a:cubicBezTo>
                    <a:pt x="2332" y="9641"/>
                    <a:pt x="1701" y="9011"/>
                    <a:pt x="1701" y="8255"/>
                  </a:cubicBezTo>
                  <a:lnTo>
                    <a:pt x="1701" y="3435"/>
                  </a:lnTo>
                  <a:cubicBezTo>
                    <a:pt x="1701" y="2678"/>
                    <a:pt x="2332" y="2048"/>
                    <a:pt x="3088" y="2048"/>
                  </a:cubicBezTo>
                  <a:close/>
                  <a:moveTo>
                    <a:pt x="0" y="1"/>
                  </a:moveTo>
                  <a:lnTo>
                    <a:pt x="0" y="11657"/>
                  </a:lnTo>
                  <a:lnTo>
                    <a:pt x="5167" y="11657"/>
                  </a:lnTo>
                  <a:cubicBezTo>
                    <a:pt x="5703" y="11657"/>
                    <a:pt x="6175" y="11185"/>
                    <a:pt x="6175" y="10618"/>
                  </a:cubicBezTo>
                  <a:lnTo>
                    <a:pt x="6175" y="1009"/>
                  </a:lnTo>
                  <a:cubicBezTo>
                    <a:pt x="6175" y="473"/>
                    <a:pt x="5703" y="1"/>
                    <a:pt x="5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84"/>
            <p:cNvSpPr/>
            <p:nvPr/>
          </p:nvSpPr>
          <p:spPr>
            <a:xfrm>
              <a:off x="-32669600" y="3261925"/>
              <a:ext cx="33875" cy="51225"/>
            </a:xfrm>
            <a:custGeom>
              <a:rect b="b" l="l" r="r" t="t"/>
              <a:pathLst>
                <a:path extrusionOk="0" h="2049" w="1355">
                  <a:moveTo>
                    <a:pt x="0" y="1"/>
                  </a:moveTo>
                  <a:lnTo>
                    <a:pt x="0" y="2049"/>
                  </a:lnTo>
                  <a:lnTo>
                    <a:pt x="1355" y="2049"/>
                  </a:lnTo>
                  <a:lnTo>
                    <a:pt x="1355" y="347"/>
                  </a:lnTo>
                  <a:cubicBezTo>
                    <a:pt x="1355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84"/>
            <p:cNvSpPr/>
            <p:nvPr/>
          </p:nvSpPr>
          <p:spPr>
            <a:xfrm>
              <a:off x="-32669600" y="3329675"/>
              <a:ext cx="33875" cy="35450"/>
            </a:xfrm>
            <a:custGeom>
              <a:rect b="b" l="l" r="r" t="t"/>
              <a:pathLst>
                <a:path extrusionOk="0" h="1418" w="1355">
                  <a:moveTo>
                    <a:pt x="0" y="0"/>
                  </a:moveTo>
                  <a:lnTo>
                    <a:pt x="0" y="1418"/>
                  </a:lnTo>
                  <a:lnTo>
                    <a:pt x="1355" y="1418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84"/>
            <p:cNvSpPr/>
            <p:nvPr/>
          </p:nvSpPr>
          <p:spPr>
            <a:xfrm>
              <a:off x="-32669600" y="3381650"/>
              <a:ext cx="33875" cy="51225"/>
            </a:xfrm>
            <a:custGeom>
              <a:rect b="b" l="l" r="r" t="t"/>
              <a:pathLst>
                <a:path extrusionOk="0" h="2049" w="1355">
                  <a:moveTo>
                    <a:pt x="0" y="0"/>
                  </a:moveTo>
                  <a:lnTo>
                    <a:pt x="0" y="2048"/>
                  </a:lnTo>
                  <a:lnTo>
                    <a:pt x="1008" y="2048"/>
                  </a:lnTo>
                  <a:cubicBezTo>
                    <a:pt x="1197" y="2048"/>
                    <a:pt x="1355" y="1891"/>
                    <a:pt x="1355" y="1702"/>
                  </a:cubicBezTo>
                  <a:lnTo>
                    <a:pt x="13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6" name="Google Shape;1936;p84"/>
          <p:cNvGrpSpPr/>
          <p:nvPr/>
        </p:nvGrpSpPr>
        <p:grpSpPr>
          <a:xfrm>
            <a:off x="1638893" y="3696349"/>
            <a:ext cx="355557" cy="353645"/>
            <a:chOff x="-32927950" y="3586425"/>
            <a:chExt cx="293025" cy="291450"/>
          </a:xfrm>
        </p:grpSpPr>
        <p:sp>
          <p:nvSpPr>
            <p:cNvPr id="1937" name="Google Shape;1937;p84"/>
            <p:cNvSpPr/>
            <p:nvPr/>
          </p:nvSpPr>
          <p:spPr>
            <a:xfrm>
              <a:off x="-32927950" y="3843975"/>
              <a:ext cx="293025" cy="33900"/>
            </a:xfrm>
            <a:custGeom>
              <a:rect b="b" l="l" r="r" t="t"/>
              <a:pathLst>
                <a:path extrusionOk="0" h="1356" w="11721">
                  <a:moveTo>
                    <a:pt x="662" y="1"/>
                  </a:moveTo>
                  <a:cubicBezTo>
                    <a:pt x="284" y="1"/>
                    <a:pt x="1" y="316"/>
                    <a:pt x="1" y="662"/>
                  </a:cubicBezTo>
                  <a:lnTo>
                    <a:pt x="1" y="1009"/>
                  </a:lnTo>
                  <a:cubicBezTo>
                    <a:pt x="1" y="1198"/>
                    <a:pt x="158" y="1355"/>
                    <a:pt x="347" y="1355"/>
                  </a:cubicBezTo>
                  <a:lnTo>
                    <a:pt x="11342" y="1355"/>
                  </a:lnTo>
                  <a:cubicBezTo>
                    <a:pt x="11563" y="1355"/>
                    <a:pt x="11720" y="1198"/>
                    <a:pt x="11720" y="1009"/>
                  </a:cubicBezTo>
                  <a:lnTo>
                    <a:pt x="11720" y="694"/>
                  </a:lnTo>
                  <a:cubicBezTo>
                    <a:pt x="11689" y="316"/>
                    <a:pt x="11374" y="1"/>
                    <a:pt x="109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84"/>
            <p:cNvSpPr/>
            <p:nvPr/>
          </p:nvSpPr>
          <p:spPr>
            <a:xfrm>
              <a:off x="-32872025" y="3723475"/>
              <a:ext cx="180400" cy="52000"/>
            </a:xfrm>
            <a:custGeom>
              <a:rect b="b" l="l" r="r" t="t"/>
              <a:pathLst>
                <a:path extrusionOk="0" h="2080" w="7216">
                  <a:moveTo>
                    <a:pt x="757" y="1"/>
                  </a:moveTo>
                  <a:lnTo>
                    <a:pt x="0" y="2080"/>
                  </a:lnTo>
                  <a:lnTo>
                    <a:pt x="7215" y="2080"/>
                  </a:lnTo>
                  <a:lnTo>
                    <a:pt x="65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84"/>
            <p:cNvSpPr/>
            <p:nvPr/>
          </p:nvSpPr>
          <p:spPr>
            <a:xfrm>
              <a:off x="-32890150" y="3792775"/>
              <a:ext cx="217425" cy="33900"/>
            </a:xfrm>
            <a:custGeom>
              <a:rect b="b" l="l" r="r" t="t"/>
              <a:pathLst>
                <a:path extrusionOk="0" h="1356" w="8697">
                  <a:moveTo>
                    <a:pt x="505" y="1"/>
                  </a:moveTo>
                  <a:lnTo>
                    <a:pt x="1" y="1356"/>
                  </a:lnTo>
                  <a:lnTo>
                    <a:pt x="8696" y="1356"/>
                  </a:lnTo>
                  <a:lnTo>
                    <a:pt x="82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84"/>
            <p:cNvSpPr/>
            <p:nvPr/>
          </p:nvSpPr>
          <p:spPr>
            <a:xfrm>
              <a:off x="-32822400" y="3586425"/>
              <a:ext cx="82725" cy="52800"/>
            </a:xfrm>
            <a:custGeom>
              <a:rect b="b" l="l" r="r" t="t"/>
              <a:pathLst>
                <a:path extrusionOk="0" h="2112" w="3309">
                  <a:moveTo>
                    <a:pt x="1639" y="1"/>
                  </a:moveTo>
                  <a:cubicBezTo>
                    <a:pt x="1103" y="1"/>
                    <a:pt x="599" y="379"/>
                    <a:pt x="441" y="883"/>
                  </a:cubicBezTo>
                  <a:lnTo>
                    <a:pt x="0" y="2112"/>
                  </a:lnTo>
                  <a:lnTo>
                    <a:pt x="3308" y="2112"/>
                  </a:lnTo>
                  <a:lnTo>
                    <a:pt x="2867" y="883"/>
                  </a:lnTo>
                  <a:cubicBezTo>
                    <a:pt x="2678" y="316"/>
                    <a:pt x="2206" y="1"/>
                    <a:pt x="1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84"/>
            <p:cNvSpPr/>
            <p:nvPr/>
          </p:nvSpPr>
          <p:spPr>
            <a:xfrm>
              <a:off x="-32846825" y="3655750"/>
              <a:ext cx="131550" cy="51200"/>
            </a:xfrm>
            <a:custGeom>
              <a:rect b="b" l="l" r="r" t="t"/>
              <a:pathLst>
                <a:path extrusionOk="0" h="2048" w="5262">
                  <a:moveTo>
                    <a:pt x="694" y="0"/>
                  </a:moveTo>
                  <a:lnTo>
                    <a:pt x="1" y="2048"/>
                  </a:lnTo>
                  <a:lnTo>
                    <a:pt x="5262" y="2048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2" name="Google Shape;1942;p84"/>
          <p:cNvGrpSpPr/>
          <p:nvPr/>
        </p:nvGrpSpPr>
        <p:grpSpPr>
          <a:xfrm>
            <a:off x="4030580" y="2635309"/>
            <a:ext cx="354586" cy="353888"/>
            <a:chOff x="-31094350" y="3194000"/>
            <a:chExt cx="292225" cy="291650"/>
          </a:xfrm>
        </p:grpSpPr>
        <p:sp>
          <p:nvSpPr>
            <p:cNvPr id="1943" name="Google Shape;1943;p84"/>
            <p:cNvSpPr/>
            <p:nvPr/>
          </p:nvSpPr>
          <p:spPr>
            <a:xfrm>
              <a:off x="-31033700" y="3194000"/>
              <a:ext cx="103200" cy="34100"/>
            </a:xfrm>
            <a:custGeom>
              <a:rect b="b" l="l" r="r" t="t"/>
              <a:pathLst>
                <a:path extrusionOk="0" h="1364" w="4128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84"/>
            <p:cNvSpPr/>
            <p:nvPr/>
          </p:nvSpPr>
          <p:spPr>
            <a:xfrm>
              <a:off x="-31042375" y="3346200"/>
              <a:ext cx="16550" cy="18150"/>
            </a:xfrm>
            <a:custGeom>
              <a:rect b="b" l="l" r="r" t="t"/>
              <a:pathLst>
                <a:path extrusionOk="0" h="726" w="662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84"/>
            <p:cNvSpPr/>
            <p:nvPr/>
          </p:nvSpPr>
          <p:spPr>
            <a:xfrm>
              <a:off x="-31042375" y="32784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84"/>
            <p:cNvSpPr/>
            <p:nvPr/>
          </p:nvSpPr>
          <p:spPr>
            <a:xfrm>
              <a:off x="-31042375" y="3416300"/>
              <a:ext cx="16550" cy="16575"/>
            </a:xfrm>
            <a:custGeom>
              <a:rect b="b" l="l" r="r" t="t"/>
              <a:pathLst>
                <a:path extrusionOk="0" h="663" w="662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84"/>
            <p:cNvSpPr/>
            <p:nvPr/>
          </p:nvSpPr>
          <p:spPr>
            <a:xfrm>
              <a:off x="-31094350" y="3210725"/>
              <a:ext cx="222900" cy="274925"/>
            </a:xfrm>
            <a:custGeom>
              <a:rect b="b" l="l" r="r" t="t"/>
              <a:pathLst>
                <a:path extrusionOk="0" h="10997" w="8916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84"/>
            <p:cNvSpPr/>
            <p:nvPr/>
          </p:nvSpPr>
          <p:spPr>
            <a:xfrm>
              <a:off x="-30853350" y="3295000"/>
              <a:ext cx="51225" cy="104000"/>
            </a:xfrm>
            <a:custGeom>
              <a:rect b="b" l="l" r="r" t="t"/>
              <a:pathLst>
                <a:path extrusionOk="0" h="4160" w="2049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84"/>
            <p:cNvSpPr/>
            <p:nvPr/>
          </p:nvSpPr>
          <p:spPr>
            <a:xfrm>
              <a:off x="-30853350" y="32272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84"/>
            <p:cNvSpPr/>
            <p:nvPr/>
          </p:nvSpPr>
          <p:spPr>
            <a:xfrm>
              <a:off x="-30851775" y="3416300"/>
              <a:ext cx="46500" cy="51225"/>
            </a:xfrm>
            <a:custGeom>
              <a:rect b="b" l="l" r="r" t="t"/>
              <a:pathLst>
                <a:path extrusionOk="0" h="2049" w="186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1" name="Google Shape;1951;p84"/>
          <p:cNvGrpSpPr/>
          <p:nvPr/>
        </p:nvGrpSpPr>
        <p:grpSpPr>
          <a:xfrm>
            <a:off x="5110402" y="3212240"/>
            <a:ext cx="353645" cy="353615"/>
            <a:chOff x="-31093575" y="3911725"/>
            <a:chExt cx="291450" cy="291425"/>
          </a:xfrm>
        </p:grpSpPr>
        <p:sp>
          <p:nvSpPr>
            <p:cNvPr id="1952" name="Google Shape;1952;p84"/>
            <p:cNvSpPr/>
            <p:nvPr/>
          </p:nvSpPr>
          <p:spPr>
            <a:xfrm>
              <a:off x="-31093575" y="3911725"/>
              <a:ext cx="291450" cy="291425"/>
            </a:xfrm>
            <a:custGeom>
              <a:rect b="b" l="l" r="r" t="t"/>
              <a:pathLst>
                <a:path extrusionOk="0" h="11657" w="11658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84"/>
            <p:cNvSpPr/>
            <p:nvPr/>
          </p:nvSpPr>
          <p:spPr>
            <a:xfrm>
              <a:off x="-31025825" y="3980250"/>
              <a:ext cx="156750" cy="154250"/>
            </a:xfrm>
            <a:custGeom>
              <a:rect b="b" l="l" r="r" t="t"/>
              <a:pathLst>
                <a:path extrusionOk="0" h="6170" w="627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4" name="Google Shape;1954;p84"/>
          <p:cNvGrpSpPr/>
          <p:nvPr/>
        </p:nvGrpSpPr>
        <p:grpSpPr>
          <a:xfrm>
            <a:off x="7128804" y="3178339"/>
            <a:ext cx="356497" cy="354586"/>
            <a:chOff x="-29946000" y="3183175"/>
            <a:chExt cx="293800" cy="292225"/>
          </a:xfrm>
        </p:grpSpPr>
        <p:sp>
          <p:nvSpPr>
            <p:cNvPr id="1955" name="Google Shape;1955;p84"/>
            <p:cNvSpPr/>
            <p:nvPr/>
          </p:nvSpPr>
          <p:spPr>
            <a:xfrm>
              <a:off x="-29839675" y="3355650"/>
              <a:ext cx="186700" cy="33900"/>
            </a:xfrm>
            <a:custGeom>
              <a:rect b="b" l="l" r="r" t="t"/>
              <a:pathLst>
                <a:path extrusionOk="0" h="1356" w="7468">
                  <a:moveTo>
                    <a:pt x="568" y="1"/>
                  </a:moveTo>
                  <a:cubicBezTo>
                    <a:pt x="568" y="505"/>
                    <a:pt x="379" y="977"/>
                    <a:pt x="1" y="1356"/>
                  </a:cubicBezTo>
                  <a:lnTo>
                    <a:pt x="7467" y="1356"/>
                  </a:lnTo>
                  <a:lnTo>
                    <a:pt x="7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84"/>
            <p:cNvSpPr/>
            <p:nvPr/>
          </p:nvSpPr>
          <p:spPr>
            <a:xfrm>
              <a:off x="-29824700" y="3406850"/>
              <a:ext cx="172500" cy="68550"/>
            </a:xfrm>
            <a:custGeom>
              <a:rect b="b" l="l" r="r" t="t"/>
              <a:pathLst>
                <a:path extrusionOk="0" h="2742" w="6900">
                  <a:moveTo>
                    <a:pt x="0" y="1"/>
                  </a:moveTo>
                  <a:cubicBezTo>
                    <a:pt x="662" y="505"/>
                    <a:pt x="1134" y="1292"/>
                    <a:pt x="1292" y="2237"/>
                  </a:cubicBezTo>
                  <a:cubicBezTo>
                    <a:pt x="1355" y="2395"/>
                    <a:pt x="1292" y="2584"/>
                    <a:pt x="1260" y="2742"/>
                  </a:cubicBezTo>
                  <a:lnTo>
                    <a:pt x="6553" y="2742"/>
                  </a:lnTo>
                  <a:cubicBezTo>
                    <a:pt x="6742" y="2742"/>
                    <a:pt x="6900" y="2584"/>
                    <a:pt x="6900" y="2395"/>
                  </a:cubicBezTo>
                  <a:lnTo>
                    <a:pt x="69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84"/>
            <p:cNvSpPr/>
            <p:nvPr/>
          </p:nvSpPr>
          <p:spPr>
            <a:xfrm>
              <a:off x="-29756975" y="3183175"/>
              <a:ext cx="69325" cy="68550"/>
            </a:xfrm>
            <a:custGeom>
              <a:rect b="b" l="l" r="r" t="t"/>
              <a:pathLst>
                <a:path extrusionOk="0" h="2742" w="2773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74"/>
                    <a:pt x="2773" y="1386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84"/>
            <p:cNvSpPr/>
            <p:nvPr/>
          </p:nvSpPr>
          <p:spPr>
            <a:xfrm>
              <a:off x="-29790850" y="3269025"/>
              <a:ext cx="137875" cy="68550"/>
            </a:xfrm>
            <a:custGeom>
              <a:rect b="b" l="l" r="r" t="t"/>
              <a:pathLst>
                <a:path extrusionOk="0" h="2742" w="5515">
                  <a:moveTo>
                    <a:pt x="2773" y="0"/>
                  </a:moveTo>
                  <a:cubicBezTo>
                    <a:pt x="1419" y="0"/>
                    <a:pt x="221" y="1040"/>
                    <a:pt x="32" y="2363"/>
                  </a:cubicBezTo>
                  <a:cubicBezTo>
                    <a:pt x="1" y="2552"/>
                    <a:pt x="158" y="2741"/>
                    <a:pt x="379" y="2741"/>
                  </a:cubicBezTo>
                  <a:lnTo>
                    <a:pt x="5136" y="2741"/>
                  </a:lnTo>
                  <a:cubicBezTo>
                    <a:pt x="5357" y="2741"/>
                    <a:pt x="5514" y="2552"/>
                    <a:pt x="5514" y="2363"/>
                  </a:cubicBezTo>
                  <a:cubicBezTo>
                    <a:pt x="5294" y="1008"/>
                    <a:pt x="4160" y="0"/>
                    <a:pt x="27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84"/>
            <p:cNvSpPr/>
            <p:nvPr/>
          </p:nvSpPr>
          <p:spPr>
            <a:xfrm>
              <a:off x="-29911350" y="3321000"/>
              <a:ext cx="69325" cy="68550"/>
            </a:xfrm>
            <a:custGeom>
              <a:rect b="b" l="l" r="r" t="t"/>
              <a:pathLst>
                <a:path extrusionOk="0" h="2742" w="2773">
                  <a:moveTo>
                    <a:pt x="1387" y="1"/>
                  </a:moveTo>
                  <a:cubicBezTo>
                    <a:pt x="631" y="1"/>
                    <a:pt x="1" y="599"/>
                    <a:pt x="1" y="1387"/>
                  </a:cubicBezTo>
                  <a:cubicBezTo>
                    <a:pt x="1" y="2143"/>
                    <a:pt x="631" y="2742"/>
                    <a:pt x="1387" y="2742"/>
                  </a:cubicBezTo>
                  <a:cubicBezTo>
                    <a:pt x="2143" y="2742"/>
                    <a:pt x="2773" y="2143"/>
                    <a:pt x="2773" y="1387"/>
                  </a:cubicBez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84"/>
            <p:cNvSpPr/>
            <p:nvPr/>
          </p:nvSpPr>
          <p:spPr>
            <a:xfrm>
              <a:off x="-29946000" y="3406850"/>
              <a:ext cx="137075" cy="67775"/>
            </a:xfrm>
            <a:custGeom>
              <a:rect b="b" l="l" r="r" t="t"/>
              <a:pathLst>
                <a:path extrusionOk="0" h="2711" w="5483">
                  <a:moveTo>
                    <a:pt x="2773" y="1"/>
                  </a:moveTo>
                  <a:cubicBezTo>
                    <a:pt x="1387" y="1"/>
                    <a:pt x="252" y="1009"/>
                    <a:pt x="63" y="2300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36" y="2710"/>
                  </a:lnTo>
                  <a:cubicBezTo>
                    <a:pt x="5325" y="2710"/>
                    <a:pt x="5482" y="2521"/>
                    <a:pt x="5482" y="2300"/>
                  </a:cubicBezTo>
                  <a:cubicBezTo>
                    <a:pt x="5293" y="1009"/>
                    <a:pt x="4159" y="1"/>
                    <a:pt x="27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1" name="Google Shape;1961;p84"/>
          <p:cNvGrpSpPr/>
          <p:nvPr/>
        </p:nvGrpSpPr>
        <p:grpSpPr>
          <a:xfrm>
            <a:off x="2211436" y="2635162"/>
            <a:ext cx="358408" cy="354161"/>
            <a:chOff x="-34408675" y="3202075"/>
            <a:chExt cx="295375" cy="291875"/>
          </a:xfrm>
        </p:grpSpPr>
        <p:sp>
          <p:nvSpPr>
            <p:cNvPr id="1962" name="Google Shape;1962;p84"/>
            <p:cNvSpPr/>
            <p:nvPr/>
          </p:nvSpPr>
          <p:spPr>
            <a:xfrm>
              <a:off x="-34274775" y="3202075"/>
              <a:ext cx="161475" cy="161475"/>
            </a:xfrm>
            <a:custGeom>
              <a:rect b="b" l="l" r="r" t="t"/>
              <a:pathLst>
                <a:path extrusionOk="0" h="6459" w="6459">
                  <a:moveTo>
                    <a:pt x="3718" y="0"/>
                  </a:moveTo>
                  <a:cubicBezTo>
                    <a:pt x="3560" y="0"/>
                    <a:pt x="3434" y="63"/>
                    <a:pt x="3403" y="189"/>
                  </a:cubicBezTo>
                  <a:cubicBezTo>
                    <a:pt x="3340" y="315"/>
                    <a:pt x="3340" y="473"/>
                    <a:pt x="3466" y="536"/>
                  </a:cubicBezTo>
                  <a:lnTo>
                    <a:pt x="4190" y="1261"/>
                  </a:lnTo>
                  <a:lnTo>
                    <a:pt x="1260" y="4159"/>
                  </a:lnTo>
                  <a:lnTo>
                    <a:pt x="567" y="3466"/>
                  </a:lnTo>
                  <a:cubicBezTo>
                    <a:pt x="496" y="3395"/>
                    <a:pt x="390" y="3360"/>
                    <a:pt x="288" y="3360"/>
                  </a:cubicBezTo>
                  <a:cubicBezTo>
                    <a:pt x="254" y="3360"/>
                    <a:pt x="221" y="3363"/>
                    <a:pt x="189" y="3371"/>
                  </a:cubicBezTo>
                  <a:cubicBezTo>
                    <a:pt x="95" y="3403"/>
                    <a:pt x="0" y="3560"/>
                    <a:pt x="0" y="3686"/>
                  </a:cubicBezTo>
                  <a:lnTo>
                    <a:pt x="0" y="6081"/>
                  </a:lnTo>
                  <a:cubicBezTo>
                    <a:pt x="0" y="6301"/>
                    <a:pt x="158" y="6459"/>
                    <a:pt x="347" y="6459"/>
                  </a:cubicBezTo>
                  <a:lnTo>
                    <a:pt x="2773" y="6459"/>
                  </a:lnTo>
                  <a:cubicBezTo>
                    <a:pt x="2930" y="6459"/>
                    <a:pt x="3025" y="6364"/>
                    <a:pt x="3088" y="6238"/>
                  </a:cubicBezTo>
                  <a:cubicBezTo>
                    <a:pt x="3119" y="6144"/>
                    <a:pt x="3119" y="5986"/>
                    <a:pt x="2993" y="5892"/>
                  </a:cubicBezTo>
                  <a:lnTo>
                    <a:pt x="2300" y="5199"/>
                  </a:lnTo>
                  <a:lnTo>
                    <a:pt x="5198" y="2269"/>
                  </a:lnTo>
                  <a:lnTo>
                    <a:pt x="5923" y="2993"/>
                  </a:lnTo>
                  <a:cubicBezTo>
                    <a:pt x="5969" y="3039"/>
                    <a:pt x="6066" y="3069"/>
                    <a:pt x="6164" y="3069"/>
                  </a:cubicBezTo>
                  <a:cubicBezTo>
                    <a:pt x="6200" y="3069"/>
                    <a:pt x="6236" y="3065"/>
                    <a:pt x="6270" y="3056"/>
                  </a:cubicBezTo>
                  <a:cubicBezTo>
                    <a:pt x="6396" y="3025"/>
                    <a:pt x="6459" y="2867"/>
                    <a:pt x="6459" y="2741"/>
                  </a:cubicBezTo>
                  <a:lnTo>
                    <a:pt x="6459" y="347"/>
                  </a:lnTo>
                  <a:cubicBezTo>
                    <a:pt x="6459" y="158"/>
                    <a:pt x="6301" y="0"/>
                    <a:pt x="6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84"/>
            <p:cNvSpPr/>
            <p:nvPr/>
          </p:nvSpPr>
          <p:spPr>
            <a:xfrm>
              <a:off x="-34378750" y="3263175"/>
              <a:ext cx="76425" cy="73600"/>
            </a:xfrm>
            <a:custGeom>
              <a:rect b="b" l="l" r="r" t="t"/>
              <a:pathLst>
                <a:path extrusionOk="0" h="2944" w="3057">
                  <a:moveTo>
                    <a:pt x="970" y="1"/>
                  </a:moveTo>
                  <a:cubicBezTo>
                    <a:pt x="685" y="1"/>
                    <a:pt x="405" y="114"/>
                    <a:pt x="221" y="297"/>
                  </a:cubicBezTo>
                  <a:lnTo>
                    <a:pt x="1" y="549"/>
                  </a:lnTo>
                  <a:lnTo>
                    <a:pt x="2395" y="2944"/>
                  </a:lnTo>
                  <a:lnTo>
                    <a:pt x="2678" y="2755"/>
                  </a:lnTo>
                  <a:cubicBezTo>
                    <a:pt x="3056" y="2345"/>
                    <a:pt x="3056" y="1683"/>
                    <a:pt x="2678" y="1274"/>
                  </a:cubicBezTo>
                  <a:lnTo>
                    <a:pt x="1670" y="297"/>
                  </a:lnTo>
                  <a:cubicBezTo>
                    <a:pt x="1478" y="90"/>
                    <a:pt x="1222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84"/>
            <p:cNvSpPr/>
            <p:nvPr/>
          </p:nvSpPr>
          <p:spPr>
            <a:xfrm>
              <a:off x="-34250375" y="3392300"/>
              <a:ext cx="77225" cy="74425"/>
            </a:xfrm>
            <a:custGeom>
              <a:rect b="b" l="l" r="r" t="t"/>
              <a:pathLst>
                <a:path extrusionOk="0" h="2977" w="3089">
                  <a:moveTo>
                    <a:pt x="999" y="0"/>
                  </a:moveTo>
                  <a:cubicBezTo>
                    <a:pt x="787" y="0"/>
                    <a:pt x="577" y="66"/>
                    <a:pt x="410" y="205"/>
                  </a:cubicBezTo>
                  <a:cubicBezTo>
                    <a:pt x="379" y="205"/>
                    <a:pt x="316" y="268"/>
                    <a:pt x="284" y="299"/>
                  </a:cubicBezTo>
                  <a:lnTo>
                    <a:pt x="1" y="583"/>
                  </a:lnTo>
                  <a:lnTo>
                    <a:pt x="2427" y="2977"/>
                  </a:lnTo>
                  <a:lnTo>
                    <a:pt x="2679" y="2693"/>
                  </a:lnTo>
                  <a:cubicBezTo>
                    <a:pt x="3088" y="2315"/>
                    <a:pt x="3088" y="1622"/>
                    <a:pt x="2679" y="1244"/>
                  </a:cubicBezTo>
                  <a:lnTo>
                    <a:pt x="1734" y="299"/>
                  </a:lnTo>
                  <a:cubicBezTo>
                    <a:pt x="1540" y="105"/>
                    <a:pt x="1267" y="0"/>
                    <a:pt x="9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84"/>
            <p:cNvSpPr/>
            <p:nvPr/>
          </p:nvSpPr>
          <p:spPr>
            <a:xfrm>
              <a:off x="-34408675" y="3290275"/>
              <a:ext cx="207150" cy="203675"/>
            </a:xfrm>
            <a:custGeom>
              <a:rect b="b" l="l" r="r" t="t"/>
              <a:pathLst>
                <a:path extrusionOk="0" h="8147" w="8286">
                  <a:moveTo>
                    <a:pt x="725" y="1"/>
                  </a:moveTo>
                  <a:cubicBezTo>
                    <a:pt x="95" y="631"/>
                    <a:pt x="0" y="1387"/>
                    <a:pt x="284" y="2017"/>
                  </a:cubicBezTo>
                  <a:cubicBezTo>
                    <a:pt x="1387" y="4223"/>
                    <a:pt x="3938" y="6774"/>
                    <a:pt x="6270" y="7972"/>
                  </a:cubicBezTo>
                  <a:cubicBezTo>
                    <a:pt x="6499" y="8086"/>
                    <a:pt x="6745" y="8147"/>
                    <a:pt x="6996" y="8147"/>
                  </a:cubicBezTo>
                  <a:cubicBezTo>
                    <a:pt x="7434" y="8147"/>
                    <a:pt x="7886" y="7963"/>
                    <a:pt x="8286" y="7562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6" name="Google Shape;1966;p84"/>
          <p:cNvGrpSpPr/>
          <p:nvPr/>
        </p:nvGrpSpPr>
        <p:grpSpPr>
          <a:xfrm>
            <a:off x="5109955" y="2085709"/>
            <a:ext cx="354586" cy="356254"/>
            <a:chOff x="-34405525" y="3558075"/>
            <a:chExt cx="292225" cy="293600"/>
          </a:xfrm>
        </p:grpSpPr>
        <p:sp>
          <p:nvSpPr>
            <p:cNvPr id="1967" name="Google Shape;1967;p84"/>
            <p:cNvSpPr/>
            <p:nvPr/>
          </p:nvSpPr>
          <p:spPr>
            <a:xfrm>
              <a:off x="-34303150" y="3663825"/>
              <a:ext cx="189850" cy="187850"/>
            </a:xfrm>
            <a:custGeom>
              <a:rect b="b" l="l" r="r" t="t"/>
              <a:pathLst>
                <a:path extrusionOk="0" h="7514" w="7594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84"/>
            <p:cNvSpPr/>
            <p:nvPr/>
          </p:nvSpPr>
          <p:spPr>
            <a:xfrm>
              <a:off x="-34250375" y="3565950"/>
              <a:ext cx="46500" cy="46500"/>
            </a:xfrm>
            <a:custGeom>
              <a:rect b="b" l="l" r="r" t="t"/>
              <a:pathLst>
                <a:path extrusionOk="0" h="1860" w="186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84"/>
            <p:cNvSpPr/>
            <p:nvPr/>
          </p:nvSpPr>
          <p:spPr>
            <a:xfrm>
              <a:off x="-34405525" y="3558075"/>
              <a:ext cx="206375" cy="276475"/>
            </a:xfrm>
            <a:custGeom>
              <a:rect b="b" l="l" r="r" t="t"/>
              <a:pathLst>
                <a:path extrusionOk="0" h="11059" w="8255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0" name="Google Shape;1970;p84"/>
          <p:cNvGrpSpPr/>
          <p:nvPr/>
        </p:nvGrpSpPr>
        <p:grpSpPr>
          <a:xfrm>
            <a:off x="2213414" y="3696349"/>
            <a:ext cx="354586" cy="353645"/>
            <a:chOff x="-32569575" y="3586425"/>
            <a:chExt cx="292225" cy="291450"/>
          </a:xfrm>
        </p:grpSpPr>
        <p:sp>
          <p:nvSpPr>
            <p:cNvPr id="1971" name="Google Shape;1971;p84"/>
            <p:cNvSpPr/>
            <p:nvPr/>
          </p:nvSpPr>
          <p:spPr>
            <a:xfrm>
              <a:off x="-32569575" y="3672275"/>
              <a:ext cx="292225" cy="205600"/>
            </a:xfrm>
            <a:custGeom>
              <a:rect b="b" l="l" r="r" t="t"/>
              <a:pathLst>
                <a:path extrusionOk="0" h="8224" w="11689">
                  <a:moveTo>
                    <a:pt x="5860" y="1"/>
                  </a:moveTo>
                  <a:cubicBezTo>
                    <a:pt x="4506" y="1"/>
                    <a:pt x="3340" y="1040"/>
                    <a:pt x="3151" y="2332"/>
                  </a:cubicBezTo>
                  <a:cubicBezTo>
                    <a:pt x="3119" y="2521"/>
                    <a:pt x="3277" y="2710"/>
                    <a:pt x="3497" y="2710"/>
                  </a:cubicBezTo>
                  <a:lnTo>
                    <a:pt x="5514" y="2710"/>
                  </a:lnTo>
                  <a:lnTo>
                    <a:pt x="5514" y="3435"/>
                  </a:lnTo>
                  <a:lnTo>
                    <a:pt x="2395" y="3435"/>
                  </a:lnTo>
                  <a:cubicBezTo>
                    <a:pt x="1859" y="3435"/>
                    <a:pt x="1387" y="3907"/>
                    <a:pt x="1387" y="4443"/>
                  </a:cubicBezTo>
                  <a:lnTo>
                    <a:pt x="1387" y="4852"/>
                  </a:lnTo>
                  <a:cubicBezTo>
                    <a:pt x="599" y="5010"/>
                    <a:pt x="0" y="5703"/>
                    <a:pt x="0" y="6554"/>
                  </a:cubicBezTo>
                  <a:cubicBezTo>
                    <a:pt x="0" y="7499"/>
                    <a:pt x="757" y="8223"/>
                    <a:pt x="1702" y="8223"/>
                  </a:cubicBezTo>
                  <a:cubicBezTo>
                    <a:pt x="2647" y="8223"/>
                    <a:pt x="3403" y="7499"/>
                    <a:pt x="3403" y="6554"/>
                  </a:cubicBezTo>
                  <a:cubicBezTo>
                    <a:pt x="3403" y="5703"/>
                    <a:pt x="2804" y="5041"/>
                    <a:pt x="2017" y="4852"/>
                  </a:cubicBezTo>
                  <a:lnTo>
                    <a:pt x="2017" y="4443"/>
                  </a:lnTo>
                  <a:cubicBezTo>
                    <a:pt x="2017" y="4254"/>
                    <a:pt x="2174" y="4096"/>
                    <a:pt x="2363" y="4096"/>
                  </a:cubicBezTo>
                  <a:lnTo>
                    <a:pt x="5482" y="4096"/>
                  </a:lnTo>
                  <a:lnTo>
                    <a:pt x="5482" y="4821"/>
                  </a:lnTo>
                  <a:cubicBezTo>
                    <a:pt x="4695" y="4978"/>
                    <a:pt x="4096" y="5672"/>
                    <a:pt x="4096" y="6491"/>
                  </a:cubicBezTo>
                  <a:cubicBezTo>
                    <a:pt x="4096" y="7436"/>
                    <a:pt x="4852" y="8192"/>
                    <a:pt x="5797" y="8192"/>
                  </a:cubicBezTo>
                  <a:cubicBezTo>
                    <a:pt x="6742" y="8192"/>
                    <a:pt x="7499" y="7436"/>
                    <a:pt x="7499" y="6491"/>
                  </a:cubicBezTo>
                  <a:cubicBezTo>
                    <a:pt x="7499" y="5672"/>
                    <a:pt x="6900" y="5010"/>
                    <a:pt x="6112" y="4821"/>
                  </a:cubicBezTo>
                  <a:lnTo>
                    <a:pt x="6112" y="4096"/>
                  </a:lnTo>
                  <a:lnTo>
                    <a:pt x="9231" y="4096"/>
                  </a:lnTo>
                  <a:cubicBezTo>
                    <a:pt x="9420" y="4096"/>
                    <a:pt x="9578" y="4254"/>
                    <a:pt x="9578" y="4443"/>
                  </a:cubicBezTo>
                  <a:lnTo>
                    <a:pt x="9578" y="4852"/>
                  </a:lnTo>
                  <a:cubicBezTo>
                    <a:pt x="8790" y="5010"/>
                    <a:pt x="8192" y="5703"/>
                    <a:pt x="8192" y="6554"/>
                  </a:cubicBezTo>
                  <a:cubicBezTo>
                    <a:pt x="8192" y="7499"/>
                    <a:pt x="8948" y="8223"/>
                    <a:pt x="9893" y="8223"/>
                  </a:cubicBezTo>
                  <a:cubicBezTo>
                    <a:pt x="10838" y="8223"/>
                    <a:pt x="11594" y="7499"/>
                    <a:pt x="11594" y="6554"/>
                  </a:cubicBezTo>
                  <a:cubicBezTo>
                    <a:pt x="11689" y="5703"/>
                    <a:pt x="11153" y="5010"/>
                    <a:pt x="10366" y="4852"/>
                  </a:cubicBezTo>
                  <a:lnTo>
                    <a:pt x="10366" y="4443"/>
                  </a:lnTo>
                  <a:cubicBezTo>
                    <a:pt x="10366" y="3907"/>
                    <a:pt x="9893" y="3435"/>
                    <a:pt x="9326" y="3435"/>
                  </a:cubicBezTo>
                  <a:lnTo>
                    <a:pt x="6238" y="3435"/>
                  </a:lnTo>
                  <a:lnTo>
                    <a:pt x="6238" y="2710"/>
                  </a:lnTo>
                  <a:lnTo>
                    <a:pt x="8223" y="2710"/>
                  </a:lnTo>
                  <a:cubicBezTo>
                    <a:pt x="8444" y="2710"/>
                    <a:pt x="8601" y="2521"/>
                    <a:pt x="8601" y="2332"/>
                  </a:cubicBezTo>
                  <a:cubicBezTo>
                    <a:pt x="8381" y="977"/>
                    <a:pt x="7247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84"/>
            <p:cNvSpPr/>
            <p:nvPr/>
          </p:nvSpPr>
          <p:spPr>
            <a:xfrm>
              <a:off x="-32456950" y="3586425"/>
              <a:ext cx="68550" cy="69350"/>
            </a:xfrm>
            <a:custGeom>
              <a:rect b="b" l="l" r="r" t="t"/>
              <a:pathLst>
                <a:path extrusionOk="0" h="2774" w="2742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3" name="Google Shape;1973;p84"/>
          <p:cNvGrpSpPr/>
          <p:nvPr/>
        </p:nvGrpSpPr>
        <p:grpSpPr>
          <a:xfrm>
            <a:off x="3374219" y="3184041"/>
            <a:ext cx="354586" cy="354586"/>
            <a:chOff x="-30735200" y="3192625"/>
            <a:chExt cx="292225" cy="292225"/>
          </a:xfrm>
        </p:grpSpPr>
        <p:sp>
          <p:nvSpPr>
            <p:cNvPr id="1974" name="Google Shape;1974;p84"/>
            <p:cNvSpPr/>
            <p:nvPr/>
          </p:nvSpPr>
          <p:spPr>
            <a:xfrm>
              <a:off x="-30665100" y="3192625"/>
              <a:ext cx="175650" cy="223700"/>
            </a:xfrm>
            <a:custGeom>
              <a:rect b="b" l="l" r="r" t="t"/>
              <a:pathLst>
                <a:path extrusionOk="0" h="8948" w="7026">
                  <a:moveTo>
                    <a:pt x="2363" y="0"/>
                  </a:moveTo>
                  <a:cubicBezTo>
                    <a:pt x="2143" y="0"/>
                    <a:pt x="1985" y="158"/>
                    <a:pt x="1985" y="378"/>
                  </a:cubicBezTo>
                  <a:cubicBezTo>
                    <a:pt x="1985" y="567"/>
                    <a:pt x="2143" y="725"/>
                    <a:pt x="2363" y="725"/>
                  </a:cubicBezTo>
                  <a:lnTo>
                    <a:pt x="2710" y="725"/>
                  </a:lnTo>
                  <a:lnTo>
                    <a:pt x="2710" y="1576"/>
                  </a:lnTo>
                  <a:cubicBezTo>
                    <a:pt x="1135" y="2017"/>
                    <a:pt x="0" y="3466"/>
                    <a:pt x="0" y="5199"/>
                  </a:cubicBezTo>
                  <a:cubicBezTo>
                    <a:pt x="0" y="7278"/>
                    <a:pt x="1670" y="8948"/>
                    <a:pt x="3718" y="8948"/>
                  </a:cubicBezTo>
                  <a:cubicBezTo>
                    <a:pt x="3970" y="8948"/>
                    <a:pt x="4159" y="8916"/>
                    <a:pt x="4348" y="8853"/>
                  </a:cubicBezTo>
                  <a:cubicBezTo>
                    <a:pt x="4159" y="8664"/>
                    <a:pt x="4033" y="8381"/>
                    <a:pt x="4033" y="8066"/>
                  </a:cubicBezTo>
                  <a:cubicBezTo>
                    <a:pt x="4033" y="7877"/>
                    <a:pt x="4096" y="7687"/>
                    <a:pt x="4191" y="7530"/>
                  </a:cubicBezTo>
                  <a:lnTo>
                    <a:pt x="4191" y="7530"/>
                  </a:lnTo>
                  <a:cubicBezTo>
                    <a:pt x="4033" y="7561"/>
                    <a:pt x="3876" y="7561"/>
                    <a:pt x="3686" y="7561"/>
                  </a:cubicBezTo>
                  <a:cubicBezTo>
                    <a:pt x="2363" y="7561"/>
                    <a:pt x="1292" y="6522"/>
                    <a:pt x="1292" y="5167"/>
                  </a:cubicBezTo>
                  <a:cubicBezTo>
                    <a:pt x="1292" y="3844"/>
                    <a:pt x="2363" y="2773"/>
                    <a:pt x="3686" y="2773"/>
                  </a:cubicBezTo>
                  <a:cubicBezTo>
                    <a:pt x="4348" y="2773"/>
                    <a:pt x="4978" y="3088"/>
                    <a:pt x="5451" y="3560"/>
                  </a:cubicBezTo>
                  <a:cubicBezTo>
                    <a:pt x="5608" y="3466"/>
                    <a:pt x="5766" y="3466"/>
                    <a:pt x="5923" y="3466"/>
                  </a:cubicBezTo>
                  <a:lnTo>
                    <a:pt x="7026" y="3466"/>
                  </a:lnTo>
                  <a:cubicBezTo>
                    <a:pt x="6553" y="2584"/>
                    <a:pt x="5734" y="1859"/>
                    <a:pt x="4726" y="1576"/>
                  </a:cubicBezTo>
                  <a:lnTo>
                    <a:pt x="4726" y="725"/>
                  </a:lnTo>
                  <a:lnTo>
                    <a:pt x="5073" y="725"/>
                  </a:lnTo>
                  <a:cubicBezTo>
                    <a:pt x="5262" y="725"/>
                    <a:pt x="5419" y="567"/>
                    <a:pt x="5419" y="378"/>
                  </a:cubicBezTo>
                  <a:cubicBezTo>
                    <a:pt x="5419" y="158"/>
                    <a:pt x="5262" y="0"/>
                    <a:pt x="5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84"/>
            <p:cNvSpPr/>
            <p:nvPr/>
          </p:nvSpPr>
          <p:spPr>
            <a:xfrm>
              <a:off x="-30615475" y="3278475"/>
              <a:ext cx="52775" cy="52000"/>
            </a:xfrm>
            <a:custGeom>
              <a:rect b="b" l="l" r="r" t="t"/>
              <a:pathLst>
                <a:path extrusionOk="0" h="2080" w="2111">
                  <a:moveTo>
                    <a:pt x="1733" y="0"/>
                  </a:moveTo>
                  <a:cubicBezTo>
                    <a:pt x="1544" y="32"/>
                    <a:pt x="1386" y="158"/>
                    <a:pt x="1386" y="347"/>
                  </a:cubicBezTo>
                  <a:lnTo>
                    <a:pt x="1386" y="1387"/>
                  </a:lnTo>
                  <a:lnTo>
                    <a:pt x="378" y="1387"/>
                  </a:lnTo>
                  <a:cubicBezTo>
                    <a:pt x="158" y="1387"/>
                    <a:pt x="0" y="1544"/>
                    <a:pt x="0" y="1733"/>
                  </a:cubicBezTo>
                  <a:cubicBezTo>
                    <a:pt x="0" y="1922"/>
                    <a:pt x="158" y="2080"/>
                    <a:pt x="378" y="2080"/>
                  </a:cubicBezTo>
                  <a:lnTo>
                    <a:pt x="1733" y="2080"/>
                  </a:lnTo>
                  <a:cubicBezTo>
                    <a:pt x="1954" y="2080"/>
                    <a:pt x="2111" y="1922"/>
                    <a:pt x="2111" y="1733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84"/>
            <p:cNvSpPr/>
            <p:nvPr/>
          </p:nvSpPr>
          <p:spPr>
            <a:xfrm>
              <a:off x="-30528850" y="3296575"/>
              <a:ext cx="85875" cy="25250"/>
            </a:xfrm>
            <a:custGeom>
              <a:rect b="b" l="l" r="r" t="t"/>
              <a:pathLst>
                <a:path extrusionOk="0" h="1010" w="3435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cubicBezTo>
                    <a:pt x="1" y="789"/>
                    <a:pt x="253" y="1009"/>
                    <a:pt x="536" y="1009"/>
                  </a:cubicBezTo>
                  <a:lnTo>
                    <a:pt x="2931" y="1009"/>
                  </a:lnTo>
                  <a:cubicBezTo>
                    <a:pt x="3214" y="1009"/>
                    <a:pt x="3435" y="789"/>
                    <a:pt x="3435" y="505"/>
                  </a:cubicBezTo>
                  <a:cubicBezTo>
                    <a:pt x="3435" y="221"/>
                    <a:pt x="3214" y="1"/>
                    <a:pt x="29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84"/>
            <p:cNvSpPr/>
            <p:nvPr/>
          </p:nvSpPr>
          <p:spPr>
            <a:xfrm>
              <a:off x="-30546175" y="3338325"/>
              <a:ext cx="85875" cy="26025"/>
            </a:xfrm>
            <a:custGeom>
              <a:rect b="b" l="l" r="r" t="t"/>
              <a:pathLst>
                <a:path extrusionOk="0" h="1041" w="3435">
                  <a:moveTo>
                    <a:pt x="505" y="1"/>
                  </a:moveTo>
                  <a:cubicBezTo>
                    <a:pt x="221" y="1"/>
                    <a:pt x="1" y="253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899" y="1040"/>
                  </a:lnTo>
                  <a:cubicBezTo>
                    <a:pt x="3183" y="1040"/>
                    <a:pt x="3435" y="851"/>
                    <a:pt x="3435" y="536"/>
                  </a:cubicBezTo>
                  <a:cubicBezTo>
                    <a:pt x="3435" y="253"/>
                    <a:pt x="3183" y="1"/>
                    <a:pt x="28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84"/>
            <p:cNvSpPr/>
            <p:nvPr/>
          </p:nvSpPr>
          <p:spPr>
            <a:xfrm>
              <a:off x="-30546175" y="3381650"/>
              <a:ext cx="67750" cy="26025"/>
            </a:xfrm>
            <a:custGeom>
              <a:rect b="b" l="l" r="r" t="t"/>
              <a:pathLst>
                <a:path extrusionOk="0" h="1041" w="2710">
                  <a:moveTo>
                    <a:pt x="505" y="0"/>
                  </a:moveTo>
                  <a:cubicBezTo>
                    <a:pt x="221" y="0"/>
                    <a:pt x="1" y="252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90" y="1040"/>
                    <a:pt x="2710" y="788"/>
                    <a:pt x="2710" y="536"/>
                  </a:cubicBezTo>
                  <a:cubicBezTo>
                    <a:pt x="2710" y="252"/>
                    <a:pt x="2490" y="0"/>
                    <a:pt x="2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84"/>
            <p:cNvSpPr/>
            <p:nvPr/>
          </p:nvSpPr>
          <p:spPr>
            <a:xfrm>
              <a:off x="-30546175" y="3424175"/>
              <a:ext cx="51225" cy="26025"/>
            </a:xfrm>
            <a:custGeom>
              <a:rect b="b" l="l" r="r" t="t"/>
              <a:pathLst>
                <a:path extrusionOk="0" h="1041" w="2049">
                  <a:moveTo>
                    <a:pt x="505" y="1"/>
                  </a:moveTo>
                  <a:cubicBezTo>
                    <a:pt x="221" y="1"/>
                    <a:pt x="1" y="253"/>
                    <a:pt x="1" y="505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1544" y="1040"/>
                  </a:lnTo>
                  <a:cubicBezTo>
                    <a:pt x="1796" y="1040"/>
                    <a:pt x="2048" y="788"/>
                    <a:pt x="2048" y="505"/>
                  </a:cubicBezTo>
                  <a:cubicBezTo>
                    <a:pt x="2048" y="253"/>
                    <a:pt x="1796" y="1"/>
                    <a:pt x="15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84"/>
            <p:cNvSpPr/>
            <p:nvPr/>
          </p:nvSpPr>
          <p:spPr>
            <a:xfrm>
              <a:off x="-30735200" y="3209325"/>
              <a:ext cx="174075" cy="275525"/>
            </a:xfrm>
            <a:custGeom>
              <a:rect b="b" l="l" r="r" t="t"/>
              <a:pathLst>
                <a:path extrusionOk="0" h="11021" w="6963">
                  <a:moveTo>
                    <a:pt x="3803" y="0"/>
                  </a:moveTo>
                  <a:cubicBezTo>
                    <a:pt x="3716" y="0"/>
                    <a:pt x="3637" y="52"/>
                    <a:pt x="3592" y="120"/>
                  </a:cubicBezTo>
                  <a:lnTo>
                    <a:pt x="1702" y="2231"/>
                  </a:lnTo>
                  <a:cubicBezTo>
                    <a:pt x="1544" y="2420"/>
                    <a:pt x="1418" y="2640"/>
                    <a:pt x="1418" y="2892"/>
                  </a:cubicBezTo>
                  <a:lnTo>
                    <a:pt x="1418" y="5917"/>
                  </a:lnTo>
                  <a:cubicBezTo>
                    <a:pt x="1418" y="6200"/>
                    <a:pt x="1292" y="6421"/>
                    <a:pt x="1103" y="6641"/>
                  </a:cubicBezTo>
                  <a:lnTo>
                    <a:pt x="126" y="7618"/>
                  </a:lnTo>
                  <a:cubicBezTo>
                    <a:pt x="0" y="7744"/>
                    <a:pt x="0" y="7965"/>
                    <a:pt x="126" y="8091"/>
                  </a:cubicBezTo>
                  <a:lnTo>
                    <a:pt x="2867" y="10926"/>
                  </a:lnTo>
                  <a:cubicBezTo>
                    <a:pt x="2930" y="10989"/>
                    <a:pt x="3017" y="11021"/>
                    <a:pt x="3104" y="11021"/>
                  </a:cubicBezTo>
                  <a:cubicBezTo>
                    <a:pt x="3190" y="11021"/>
                    <a:pt x="3277" y="10989"/>
                    <a:pt x="3340" y="10926"/>
                  </a:cubicBezTo>
                  <a:lnTo>
                    <a:pt x="4317" y="9949"/>
                  </a:lnTo>
                  <a:cubicBezTo>
                    <a:pt x="4537" y="9729"/>
                    <a:pt x="4758" y="9634"/>
                    <a:pt x="5041" y="9634"/>
                  </a:cubicBezTo>
                  <a:lnTo>
                    <a:pt x="6963" y="9634"/>
                  </a:lnTo>
                  <a:cubicBezTo>
                    <a:pt x="6900" y="9477"/>
                    <a:pt x="6837" y="9288"/>
                    <a:pt x="6837" y="9099"/>
                  </a:cubicBezTo>
                  <a:cubicBezTo>
                    <a:pt x="6837" y="9036"/>
                    <a:pt x="6837" y="8973"/>
                    <a:pt x="6900" y="8910"/>
                  </a:cubicBezTo>
                  <a:cubicBezTo>
                    <a:pt x="6774" y="8910"/>
                    <a:pt x="6648" y="8941"/>
                    <a:pt x="6522" y="8941"/>
                  </a:cubicBezTo>
                  <a:cubicBezTo>
                    <a:pt x="4096" y="8941"/>
                    <a:pt x="2080" y="6925"/>
                    <a:pt x="2080" y="4499"/>
                  </a:cubicBezTo>
                  <a:cubicBezTo>
                    <a:pt x="2080" y="2892"/>
                    <a:pt x="2962" y="1475"/>
                    <a:pt x="4254" y="687"/>
                  </a:cubicBezTo>
                  <a:cubicBezTo>
                    <a:pt x="4254" y="592"/>
                    <a:pt x="4222" y="529"/>
                    <a:pt x="4222" y="498"/>
                  </a:cubicBezTo>
                  <a:lnTo>
                    <a:pt x="4128" y="246"/>
                  </a:lnTo>
                  <a:cubicBezTo>
                    <a:pt x="4096" y="120"/>
                    <a:pt x="4002" y="57"/>
                    <a:pt x="3907" y="25"/>
                  </a:cubicBezTo>
                  <a:cubicBezTo>
                    <a:pt x="3872" y="8"/>
                    <a:pt x="3837" y="0"/>
                    <a:pt x="3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1" name="Google Shape;1981;p84"/>
          <p:cNvGrpSpPr/>
          <p:nvPr/>
        </p:nvGrpSpPr>
        <p:grpSpPr>
          <a:xfrm>
            <a:off x="6142455" y="2685281"/>
            <a:ext cx="354586" cy="353008"/>
            <a:chOff x="-30735200" y="3552550"/>
            <a:chExt cx="292225" cy="290925"/>
          </a:xfrm>
        </p:grpSpPr>
        <p:sp>
          <p:nvSpPr>
            <p:cNvPr id="1982" name="Google Shape;1982;p84"/>
            <p:cNvSpPr/>
            <p:nvPr/>
          </p:nvSpPr>
          <p:spPr>
            <a:xfrm>
              <a:off x="-30613900" y="3655750"/>
              <a:ext cx="170925" cy="187725"/>
            </a:xfrm>
            <a:custGeom>
              <a:rect b="b" l="l" r="r" t="t"/>
              <a:pathLst>
                <a:path extrusionOk="0" h="7509" w="6837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84"/>
            <p:cNvSpPr/>
            <p:nvPr/>
          </p:nvSpPr>
          <p:spPr>
            <a:xfrm>
              <a:off x="-30735200" y="3552550"/>
              <a:ext cx="188275" cy="205075"/>
            </a:xfrm>
            <a:custGeom>
              <a:rect b="b" l="l" r="r" t="t"/>
              <a:pathLst>
                <a:path extrusionOk="0" h="8203" w="7531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4" name="Google Shape;1984;p84"/>
          <p:cNvGrpSpPr/>
          <p:nvPr/>
        </p:nvGrpSpPr>
        <p:grpSpPr>
          <a:xfrm>
            <a:off x="4536455" y="3158409"/>
            <a:ext cx="354586" cy="353645"/>
            <a:chOff x="-30735200" y="3910925"/>
            <a:chExt cx="292225" cy="291450"/>
          </a:xfrm>
        </p:grpSpPr>
        <p:sp>
          <p:nvSpPr>
            <p:cNvPr id="1985" name="Google Shape;1985;p84"/>
            <p:cNvSpPr/>
            <p:nvPr/>
          </p:nvSpPr>
          <p:spPr>
            <a:xfrm>
              <a:off x="-30683225" y="3962900"/>
              <a:ext cx="188275" cy="186700"/>
            </a:xfrm>
            <a:custGeom>
              <a:rect b="b" l="l" r="r" t="t"/>
              <a:pathLst>
                <a:path extrusionOk="0" h="7468" w="7531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84"/>
            <p:cNvSpPr/>
            <p:nvPr/>
          </p:nvSpPr>
          <p:spPr>
            <a:xfrm>
              <a:off x="-30735200" y="3910925"/>
              <a:ext cx="292225" cy="291450"/>
            </a:xfrm>
            <a:custGeom>
              <a:rect b="b" l="l" r="r" t="t"/>
              <a:pathLst>
                <a:path extrusionOk="0" h="11658" w="11689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7" name="Google Shape;1987;p84"/>
          <p:cNvSpPr/>
          <p:nvPr/>
        </p:nvSpPr>
        <p:spPr>
          <a:xfrm>
            <a:off x="6142428" y="3184499"/>
            <a:ext cx="354586" cy="353645"/>
          </a:xfrm>
          <a:custGeom>
            <a:rect b="b" l="l" r="r" t="t"/>
            <a:pathLst>
              <a:path extrusionOk="0" h="11658" w="11689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84"/>
          <p:cNvSpPr txBox="1"/>
          <p:nvPr/>
        </p:nvSpPr>
        <p:spPr>
          <a:xfrm>
            <a:off x="2872322" y="1074381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Ajuda e suporte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9" name="Google Shape;1989;p84"/>
          <p:cNvSpPr/>
          <p:nvPr/>
        </p:nvSpPr>
        <p:spPr>
          <a:xfrm>
            <a:off x="5142732" y="3713859"/>
            <a:ext cx="288972" cy="318626"/>
          </a:xfrm>
          <a:custGeom>
            <a:rect b="b" l="l" r="r" t="t"/>
            <a:pathLst>
              <a:path extrusionOk="0" h="6737" w="6110">
                <a:moveTo>
                  <a:pt x="3047" y="195"/>
                </a:moveTo>
                <a:cubicBezTo>
                  <a:pt x="3958" y="195"/>
                  <a:pt x="4720" y="867"/>
                  <a:pt x="4855" y="1748"/>
                </a:cubicBezTo>
                <a:cubicBezTo>
                  <a:pt x="4750" y="1748"/>
                  <a:pt x="4660" y="1823"/>
                  <a:pt x="4616" y="1913"/>
                </a:cubicBezTo>
                <a:cubicBezTo>
                  <a:pt x="4526" y="1046"/>
                  <a:pt x="3854" y="598"/>
                  <a:pt x="3047" y="598"/>
                </a:cubicBezTo>
                <a:cubicBezTo>
                  <a:pt x="2241" y="598"/>
                  <a:pt x="1569" y="1046"/>
                  <a:pt x="1479" y="1913"/>
                </a:cubicBezTo>
                <a:cubicBezTo>
                  <a:pt x="1449" y="1838"/>
                  <a:pt x="1389" y="1793"/>
                  <a:pt x="1330" y="1763"/>
                </a:cubicBezTo>
                <a:cubicBezTo>
                  <a:pt x="1315" y="1748"/>
                  <a:pt x="1300" y="1733"/>
                  <a:pt x="1270" y="1718"/>
                </a:cubicBezTo>
                <a:lnTo>
                  <a:pt x="1255" y="1718"/>
                </a:lnTo>
                <a:cubicBezTo>
                  <a:pt x="1389" y="852"/>
                  <a:pt x="2151" y="195"/>
                  <a:pt x="3047" y="195"/>
                </a:cubicBezTo>
                <a:close/>
                <a:moveTo>
                  <a:pt x="3047" y="1"/>
                </a:moveTo>
                <a:cubicBezTo>
                  <a:pt x="2017" y="1"/>
                  <a:pt x="1151" y="777"/>
                  <a:pt x="1031" y="1793"/>
                </a:cubicBezTo>
                <a:cubicBezTo>
                  <a:pt x="956" y="1838"/>
                  <a:pt x="897" y="1942"/>
                  <a:pt x="897" y="2047"/>
                </a:cubicBezTo>
                <a:lnTo>
                  <a:pt x="897" y="2689"/>
                </a:lnTo>
                <a:cubicBezTo>
                  <a:pt x="897" y="2824"/>
                  <a:pt x="971" y="2943"/>
                  <a:pt x="1091" y="2988"/>
                </a:cubicBezTo>
                <a:cubicBezTo>
                  <a:pt x="1210" y="3481"/>
                  <a:pt x="1524" y="3899"/>
                  <a:pt x="1957" y="4183"/>
                </a:cubicBezTo>
                <a:cubicBezTo>
                  <a:pt x="1972" y="4257"/>
                  <a:pt x="2032" y="4347"/>
                  <a:pt x="2136" y="4407"/>
                </a:cubicBezTo>
                <a:cubicBezTo>
                  <a:pt x="2187" y="4435"/>
                  <a:pt x="2240" y="4448"/>
                  <a:pt x="2289" y="4448"/>
                </a:cubicBezTo>
                <a:cubicBezTo>
                  <a:pt x="2371" y="4448"/>
                  <a:pt x="2443" y="4412"/>
                  <a:pt x="2480" y="4347"/>
                </a:cubicBezTo>
                <a:cubicBezTo>
                  <a:pt x="2525" y="4257"/>
                  <a:pt x="2465" y="4108"/>
                  <a:pt x="2315" y="4048"/>
                </a:cubicBezTo>
                <a:cubicBezTo>
                  <a:pt x="2267" y="4019"/>
                  <a:pt x="2213" y="4003"/>
                  <a:pt x="2160" y="4003"/>
                </a:cubicBezTo>
                <a:cubicBezTo>
                  <a:pt x="2131" y="4003"/>
                  <a:pt x="2103" y="4008"/>
                  <a:pt x="2077" y="4019"/>
                </a:cubicBezTo>
                <a:cubicBezTo>
                  <a:pt x="1703" y="3780"/>
                  <a:pt x="1419" y="3406"/>
                  <a:pt x="1300" y="2988"/>
                </a:cubicBezTo>
                <a:cubicBezTo>
                  <a:pt x="1419" y="2958"/>
                  <a:pt x="1524" y="2839"/>
                  <a:pt x="1524" y="2689"/>
                </a:cubicBezTo>
                <a:lnTo>
                  <a:pt x="1524" y="2555"/>
                </a:lnTo>
                <a:cubicBezTo>
                  <a:pt x="1688" y="3406"/>
                  <a:pt x="2301" y="4198"/>
                  <a:pt x="3047" y="4198"/>
                </a:cubicBezTo>
                <a:cubicBezTo>
                  <a:pt x="3794" y="4198"/>
                  <a:pt x="4407" y="3406"/>
                  <a:pt x="4586" y="2555"/>
                </a:cubicBezTo>
                <a:lnTo>
                  <a:pt x="4586" y="2689"/>
                </a:lnTo>
                <a:cubicBezTo>
                  <a:pt x="4586" y="2868"/>
                  <a:pt x="4720" y="3003"/>
                  <a:pt x="4884" y="3003"/>
                </a:cubicBezTo>
                <a:cubicBezTo>
                  <a:pt x="5064" y="3003"/>
                  <a:pt x="5198" y="2868"/>
                  <a:pt x="5198" y="2689"/>
                </a:cubicBezTo>
                <a:lnTo>
                  <a:pt x="5198" y="2047"/>
                </a:lnTo>
                <a:cubicBezTo>
                  <a:pt x="5198" y="1942"/>
                  <a:pt x="5138" y="1838"/>
                  <a:pt x="5064" y="1793"/>
                </a:cubicBezTo>
                <a:cubicBezTo>
                  <a:pt x="4944" y="777"/>
                  <a:pt x="4093" y="1"/>
                  <a:pt x="3047" y="1"/>
                </a:cubicBezTo>
                <a:close/>
                <a:moveTo>
                  <a:pt x="4272" y="4198"/>
                </a:moveTo>
                <a:lnTo>
                  <a:pt x="3600" y="5602"/>
                </a:lnTo>
                <a:lnTo>
                  <a:pt x="3256" y="4691"/>
                </a:lnTo>
                <a:cubicBezTo>
                  <a:pt x="3182" y="4706"/>
                  <a:pt x="3122" y="4720"/>
                  <a:pt x="3047" y="4720"/>
                </a:cubicBezTo>
                <a:cubicBezTo>
                  <a:pt x="2973" y="4720"/>
                  <a:pt x="2913" y="4706"/>
                  <a:pt x="2838" y="4691"/>
                </a:cubicBezTo>
                <a:lnTo>
                  <a:pt x="2480" y="5647"/>
                </a:lnTo>
                <a:lnTo>
                  <a:pt x="1793" y="4213"/>
                </a:lnTo>
                <a:lnTo>
                  <a:pt x="807" y="4676"/>
                </a:lnTo>
                <a:cubicBezTo>
                  <a:pt x="359" y="4885"/>
                  <a:pt x="0" y="5408"/>
                  <a:pt x="0" y="5841"/>
                </a:cubicBezTo>
                <a:lnTo>
                  <a:pt x="0" y="6737"/>
                </a:lnTo>
                <a:lnTo>
                  <a:pt x="6109" y="6737"/>
                </a:lnTo>
                <a:lnTo>
                  <a:pt x="6109" y="5841"/>
                </a:lnTo>
                <a:cubicBezTo>
                  <a:pt x="6109" y="5408"/>
                  <a:pt x="5736" y="4885"/>
                  <a:pt x="5288" y="4676"/>
                </a:cubicBezTo>
                <a:lnTo>
                  <a:pt x="4272" y="41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0" name="Google Shape;1990;p84"/>
          <p:cNvGrpSpPr/>
          <p:nvPr/>
        </p:nvGrpSpPr>
        <p:grpSpPr>
          <a:xfrm>
            <a:off x="6152880" y="3707923"/>
            <a:ext cx="333684" cy="330500"/>
            <a:chOff x="209725" y="1604799"/>
            <a:chExt cx="333684" cy="330500"/>
          </a:xfrm>
        </p:grpSpPr>
        <p:sp>
          <p:nvSpPr>
            <p:cNvPr id="1991" name="Google Shape;1991;p84"/>
            <p:cNvSpPr/>
            <p:nvPr/>
          </p:nvSpPr>
          <p:spPr>
            <a:xfrm>
              <a:off x="209725" y="1808485"/>
              <a:ext cx="333684" cy="126814"/>
            </a:xfrm>
            <a:custGeom>
              <a:rect b="b" l="l" r="r" t="t"/>
              <a:pathLst>
                <a:path extrusionOk="0" h="2585" w="6752">
                  <a:moveTo>
                    <a:pt x="5482" y="1673"/>
                  </a:moveTo>
                  <a:cubicBezTo>
                    <a:pt x="5587" y="1673"/>
                    <a:pt x="5676" y="1748"/>
                    <a:pt x="5676" y="1868"/>
                  </a:cubicBezTo>
                  <a:cubicBezTo>
                    <a:pt x="5676" y="1972"/>
                    <a:pt x="5587" y="2062"/>
                    <a:pt x="5482" y="2062"/>
                  </a:cubicBezTo>
                  <a:lnTo>
                    <a:pt x="4437" y="2062"/>
                  </a:lnTo>
                  <a:cubicBezTo>
                    <a:pt x="4317" y="2062"/>
                    <a:pt x="4228" y="1972"/>
                    <a:pt x="4228" y="1868"/>
                  </a:cubicBezTo>
                  <a:cubicBezTo>
                    <a:pt x="4228" y="1748"/>
                    <a:pt x="4317" y="1673"/>
                    <a:pt x="4437" y="1673"/>
                  </a:cubicBezTo>
                  <a:close/>
                  <a:moveTo>
                    <a:pt x="1943" y="1"/>
                  </a:moveTo>
                  <a:lnTo>
                    <a:pt x="927" y="628"/>
                  </a:lnTo>
                  <a:cubicBezTo>
                    <a:pt x="359" y="986"/>
                    <a:pt x="1" y="1614"/>
                    <a:pt x="1" y="2286"/>
                  </a:cubicBezTo>
                  <a:lnTo>
                    <a:pt x="1" y="2584"/>
                  </a:lnTo>
                  <a:lnTo>
                    <a:pt x="6752" y="2584"/>
                  </a:lnTo>
                  <a:lnTo>
                    <a:pt x="6752" y="2286"/>
                  </a:lnTo>
                  <a:cubicBezTo>
                    <a:pt x="6752" y="1614"/>
                    <a:pt x="6393" y="986"/>
                    <a:pt x="5826" y="628"/>
                  </a:cubicBezTo>
                  <a:lnTo>
                    <a:pt x="4825" y="1"/>
                  </a:lnTo>
                  <a:cubicBezTo>
                    <a:pt x="4795" y="329"/>
                    <a:pt x="4646" y="643"/>
                    <a:pt x="4407" y="882"/>
                  </a:cubicBezTo>
                  <a:cubicBezTo>
                    <a:pt x="4123" y="1166"/>
                    <a:pt x="3765" y="1315"/>
                    <a:pt x="3376" y="1315"/>
                  </a:cubicBezTo>
                  <a:cubicBezTo>
                    <a:pt x="2988" y="1315"/>
                    <a:pt x="2630" y="1166"/>
                    <a:pt x="2361" y="882"/>
                  </a:cubicBezTo>
                  <a:cubicBezTo>
                    <a:pt x="2107" y="643"/>
                    <a:pt x="1972" y="329"/>
                    <a:pt x="19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84"/>
            <p:cNvSpPr/>
            <p:nvPr/>
          </p:nvSpPr>
          <p:spPr>
            <a:xfrm>
              <a:off x="324875" y="1808485"/>
              <a:ext cx="103387" cy="44740"/>
            </a:xfrm>
            <a:custGeom>
              <a:rect b="b" l="l" r="r" t="t"/>
              <a:pathLst>
                <a:path extrusionOk="0" h="912" w="2092">
                  <a:moveTo>
                    <a:pt x="1" y="1"/>
                  </a:moveTo>
                  <a:cubicBezTo>
                    <a:pt x="76" y="523"/>
                    <a:pt x="509" y="912"/>
                    <a:pt x="1046" y="912"/>
                  </a:cubicBezTo>
                  <a:cubicBezTo>
                    <a:pt x="1584" y="912"/>
                    <a:pt x="2017" y="523"/>
                    <a:pt x="2092" y="1"/>
                  </a:cubicBezTo>
                  <a:lnTo>
                    <a:pt x="2092" y="1"/>
                  </a:lnTo>
                  <a:cubicBezTo>
                    <a:pt x="1793" y="210"/>
                    <a:pt x="1420" y="329"/>
                    <a:pt x="1046" y="329"/>
                  </a:cubicBezTo>
                  <a:cubicBezTo>
                    <a:pt x="673" y="329"/>
                    <a:pt x="314" y="21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84"/>
            <p:cNvSpPr/>
            <p:nvPr/>
          </p:nvSpPr>
          <p:spPr>
            <a:xfrm>
              <a:off x="304958" y="1604799"/>
              <a:ext cx="181618" cy="200056"/>
            </a:xfrm>
            <a:custGeom>
              <a:rect b="b" l="l" r="r" t="t"/>
              <a:pathLst>
                <a:path extrusionOk="0" h="4078" w="3675">
                  <a:moveTo>
                    <a:pt x="1449" y="0"/>
                  </a:moveTo>
                  <a:cubicBezTo>
                    <a:pt x="658" y="0"/>
                    <a:pt x="1" y="643"/>
                    <a:pt x="1" y="1449"/>
                  </a:cubicBezTo>
                  <a:lnTo>
                    <a:pt x="1" y="1479"/>
                  </a:lnTo>
                  <a:lnTo>
                    <a:pt x="479" y="1479"/>
                  </a:lnTo>
                  <a:cubicBezTo>
                    <a:pt x="703" y="1479"/>
                    <a:pt x="927" y="1389"/>
                    <a:pt x="1091" y="1225"/>
                  </a:cubicBezTo>
                  <a:lnTo>
                    <a:pt x="1300" y="1001"/>
                  </a:lnTo>
                  <a:cubicBezTo>
                    <a:pt x="1345" y="956"/>
                    <a:pt x="1390" y="941"/>
                    <a:pt x="1449" y="941"/>
                  </a:cubicBezTo>
                  <a:cubicBezTo>
                    <a:pt x="1509" y="941"/>
                    <a:pt x="1554" y="956"/>
                    <a:pt x="1599" y="1001"/>
                  </a:cubicBezTo>
                  <a:lnTo>
                    <a:pt x="1808" y="1225"/>
                  </a:lnTo>
                  <a:cubicBezTo>
                    <a:pt x="1972" y="1389"/>
                    <a:pt x="2196" y="1494"/>
                    <a:pt x="2420" y="1494"/>
                  </a:cubicBezTo>
                  <a:lnTo>
                    <a:pt x="2943" y="1494"/>
                  </a:lnTo>
                  <a:cubicBezTo>
                    <a:pt x="3137" y="1494"/>
                    <a:pt x="3286" y="1643"/>
                    <a:pt x="3286" y="1823"/>
                  </a:cubicBezTo>
                  <a:lnTo>
                    <a:pt x="3286" y="2734"/>
                  </a:lnTo>
                  <a:cubicBezTo>
                    <a:pt x="3286" y="2913"/>
                    <a:pt x="3137" y="3062"/>
                    <a:pt x="2943" y="3062"/>
                  </a:cubicBezTo>
                  <a:lnTo>
                    <a:pt x="2838" y="3062"/>
                  </a:lnTo>
                  <a:cubicBezTo>
                    <a:pt x="2868" y="2928"/>
                    <a:pt x="2898" y="2778"/>
                    <a:pt x="2898" y="2629"/>
                  </a:cubicBezTo>
                  <a:lnTo>
                    <a:pt x="2898" y="1882"/>
                  </a:lnTo>
                  <a:lnTo>
                    <a:pt x="2420" y="1882"/>
                  </a:lnTo>
                  <a:cubicBezTo>
                    <a:pt x="2092" y="1882"/>
                    <a:pt x="1763" y="1748"/>
                    <a:pt x="1524" y="1494"/>
                  </a:cubicBezTo>
                  <a:lnTo>
                    <a:pt x="1449" y="1419"/>
                  </a:lnTo>
                  <a:lnTo>
                    <a:pt x="1375" y="1494"/>
                  </a:lnTo>
                  <a:cubicBezTo>
                    <a:pt x="1136" y="1733"/>
                    <a:pt x="807" y="1882"/>
                    <a:pt x="479" y="1882"/>
                  </a:cubicBezTo>
                  <a:lnTo>
                    <a:pt x="1" y="1882"/>
                  </a:lnTo>
                  <a:lnTo>
                    <a:pt x="1" y="2629"/>
                  </a:lnTo>
                  <a:cubicBezTo>
                    <a:pt x="1" y="3436"/>
                    <a:pt x="658" y="4078"/>
                    <a:pt x="1449" y="4078"/>
                  </a:cubicBezTo>
                  <a:cubicBezTo>
                    <a:pt x="1733" y="4078"/>
                    <a:pt x="2002" y="4003"/>
                    <a:pt x="2226" y="3854"/>
                  </a:cubicBezTo>
                  <a:lnTo>
                    <a:pt x="1733" y="3854"/>
                  </a:lnTo>
                  <a:cubicBezTo>
                    <a:pt x="1614" y="3854"/>
                    <a:pt x="1524" y="3764"/>
                    <a:pt x="1524" y="3660"/>
                  </a:cubicBezTo>
                  <a:cubicBezTo>
                    <a:pt x="1524" y="3555"/>
                    <a:pt x="1614" y="3466"/>
                    <a:pt x="1733" y="3466"/>
                  </a:cubicBezTo>
                  <a:lnTo>
                    <a:pt x="2943" y="3466"/>
                  </a:lnTo>
                  <a:cubicBezTo>
                    <a:pt x="3003" y="3466"/>
                    <a:pt x="3047" y="3451"/>
                    <a:pt x="3107" y="3451"/>
                  </a:cubicBezTo>
                  <a:cubicBezTo>
                    <a:pt x="3436" y="3376"/>
                    <a:pt x="3675" y="3092"/>
                    <a:pt x="3675" y="2734"/>
                  </a:cubicBezTo>
                  <a:lnTo>
                    <a:pt x="3675" y="1823"/>
                  </a:lnTo>
                  <a:cubicBezTo>
                    <a:pt x="3675" y="1539"/>
                    <a:pt x="3510" y="1285"/>
                    <a:pt x="3272" y="1165"/>
                  </a:cubicBezTo>
                  <a:cubicBezTo>
                    <a:pt x="3167" y="1121"/>
                    <a:pt x="3062" y="1091"/>
                    <a:pt x="2943" y="1091"/>
                  </a:cubicBezTo>
                  <a:lnTo>
                    <a:pt x="2898" y="1091"/>
                  </a:lnTo>
                  <a:cubicBezTo>
                    <a:pt x="2883" y="1091"/>
                    <a:pt x="2868" y="1091"/>
                    <a:pt x="2853" y="1106"/>
                  </a:cubicBezTo>
                  <a:cubicBezTo>
                    <a:pt x="2704" y="463"/>
                    <a:pt x="2121" y="0"/>
                    <a:pt x="1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4" name="Google Shape;1994;p84"/>
          <p:cNvGrpSpPr/>
          <p:nvPr/>
        </p:nvGrpSpPr>
        <p:grpSpPr>
          <a:xfrm>
            <a:off x="6618138" y="3677160"/>
            <a:ext cx="394969" cy="392018"/>
            <a:chOff x="819426" y="1550590"/>
            <a:chExt cx="394969" cy="392018"/>
          </a:xfrm>
        </p:grpSpPr>
        <p:sp>
          <p:nvSpPr>
            <p:cNvPr id="1995" name="Google Shape;1995;p84"/>
            <p:cNvSpPr/>
            <p:nvPr/>
          </p:nvSpPr>
          <p:spPr>
            <a:xfrm>
              <a:off x="896967" y="1856856"/>
              <a:ext cx="79023" cy="63775"/>
            </a:xfrm>
            <a:custGeom>
              <a:rect b="b" l="l" r="r" t="t"/>
              <a:pathLst>
                <a:path extrusionOk="0" h="1300" w="1599">
                  <a:moveTo>
                    <a:pt x="0" y="0"/>
                  </a:moveTo>
                  <a:lnTo>
                    <a:pt x="0" y="284"/>
                  </a:lnTo>
                  <a:cubicBezTo>
                    <a:pt x="0" y="687"/>
                    <a:pt x="284" y="1046"/>
                    <a:pt x="672" y="1121"/>
                  </a:cubicBezTo>
                  <a:lnTo>
                    <a:pt x="1494" y="1300"/>
                  </a:lnTo>
                  <a:cubicBezTo>
                    <a:pt x="1494" y="1285"/>
                    <a:pt x="1494" y="1285"/>
                    <a:pt x="1494" y="1270"/>
                  </a:cubicBezTo>
                  <a:cubicBezTo>
                    <a:pt x="1494" y="1121"/>
                    <a:pt x="1538" y="971"/>
                    <a:pt x="1598" y="837"/>
                  </a:cubicBezTo>
                  <a:lnTo>
                    <a:pt x="777" y="672"/>
                  </a:lnTo>
                  <a:cubicBezTo>
                    <a:pt x="598" y="628"/>
                    <a:pt x="463" y="463"/>
                    <a:pt x="463" y="284"/>
                  </a:cubicBezTo>
                  <a:lnTo>
                    <a:pt x="463" y="0"/>
                  </a:lnTo>
                  <a:cubicBezTo>
                    <a:pt x="433" y="15"/>
                    <a:pt x="418" y="15"/>
                    <a:pt x="388" y="15"/>
                  </a:cubicBezTo>
                  <a:lnTo>
                    <a:pt x="75" y="15"/>
                  </a:lnTo>
                  <a:cubicBezTo>
                    <a:pt x="45" y="15"/>
                    <a:pt x="15" y="1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84"/>
            <p:cNvSpPr/>
            <p:nvPr/>
          </p:nvSpPr>
          <p:spPr>
            <a:xfrm>
              <a:off x="896967" y="1550590"/>
              <a:ext cx="240675" cy="107730"/>
            </a:xfrm>
            <a:custGeom>
              <a:rect b="b" l="l" r="r" t="t"/>
              <a:pathLst>
                <a:path extrusionOk="0" h="2196" w="4870">
                  <a:moveTo>
                    <a:pt x="1479" y="0"/>
                  </a:moveTo>
                  <a:cubicBezTo>
                    <a:pt x="657" y="0"/>
                    <a:pt x="0" y="657"/>
                    <a:pt x="0" y="1479"/>
                  </a:cubicBezTo>
                  <a:lnTo>
                    <a:pt x="0" y="2196"/>
                  </a:lnTo>
                  <a:lnTo>
                    <a:pt x="463" y="2196"/>
                  </a:lnTo>
                  <a:lnTo>
                    <a:pt x="463" y="1479"/>
                  </a:lnTo>
                  <a:cubicBezTo>
                    <a:pt x="463" y="911"/>
                    <a:pt x="926" y="463"/>
                    <a:pt x="1479" y="463"/>
                  </a:cubicBezTo>
                  <a:lnTo>
                    <a:pt x="3391" y="463"/>
                  </a:lnTo>
                  <a:cubicBezTo>
                    <a:pt x="3943" y="463"/>
                    <a:pt x="4391" y="911"/>
                    <a:pt x="4391" y="1479"/>
                  </a:cubicBezTo>
                  <a:lnTo>
                    <a:pt x="4391" y="2196"/>
                  </a:lnTo>
                  <a:lnTo>
                    <a:pt x="4869" y="2196"/>
                  </a:lnTo>
                  <a:lnTo>
                    <a:pt x="4869" y="1479"/>
                  </a:lnTo>
                  <a:cubicBezTo>
                    <a:pt x="4869" y="657"/>
                    <a:pt x="4197" y="0"/>
                    <a:pt x="3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84"/>
            <p:cNvSpPr/>
            <p:nvPr/>
          </p:nvSpPr>
          <p:spPr>
            <a:xfrm>
              <a:off x="819426" y="1696389"/>
              <a:ext cx="42897" cy="122398"/>
            </a:xfrm>
            <a:custGeom>
              <a:rect b="b" l="l" r="r" t="t"/>
              <a:pathLst>
                <a:path extrusionOk="0" h="2495" w="868">
                  <a:moveTo>
                    <a:pt x="628" y="0"/>
                  </a:moveTo>
                  <a:cubicBezTo>
                    <a:pt x="285" y="0"/>
                    <a:pt x="1" y="284"/>
                    <a:pt x="1" y="628"/>
                  </a:cubicBezTo>
                  <a:lnTo>
                    <a:pt x="1" y="1882"/>
                  </a:lnTo>
                  <a:cubicBezTo>
                    <a:pt x="1" y="2226"/>
                    <a:pt x="285" y="2495"/>
                    <a:pt x="628" y="2495"/>
                  </a:cubicBezTo>
                  <a:lnTo>
                    <a:pt x="867" y="2495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84"/>
            <p:cNvSpPr/>
            <p:nvPr/>
          </p:nvSpPr>
          <p:spPr>
            <a:xfrm>
              <a:off x="885155" y="1680985"/>
              <a:ext cx="46554" cy="153207"/>
            </a:xfrm>
            <a:custGeom>
              <a:rect b="b" l="l" r="r" t="t"/>
              <a:pathLst>
                <a:path extrusionOk="0" h="3123" w="942">
                  <a:moveTo>
                    <a:pt x="314" y="1"/>
                  </a:moveTo>
                  <a:cubicBezTo>
                    <a:pt x="135" y="1"/>
                    <a:pt x="0" y="150"/>
                    <a:pt x="0" y="314"/>
                  </a:cubicBezTo>
                  <a:lnTo>
                    <a:pt x="0" y="2809"/>
                  </a:lnTo>
                  <a:cubicBezTo>
                    <a:pt x="0" y="2988"/>
                    <a:pt x="135" y="3122"/>
                    <a:pt x="314" y="3122"/>
                  </a:cubicBezTo>
                  <a:lnTo>
                    <a:pt x="627" y="3122"/>
                  </a:lnTo>
                  <a:cubicBezTo>
                    <a:pt x="792" y="3122"/>
                    <a:pt x="941" y="2988"/>
                    <a:pt x="941" y="2809"/>
                  </a:cubicBezTo>
                  <a:lnTo>
                    <a:pt x="941" y="314"/>
                  </a:lnTo>
                  <a:cubicBezTo>
                    <a:pt x="941" y="150"/>
                    <a:pt x="792" y="1"/>
                    <a:pt x="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84"/>
            <p:cNvSpPr/>
            <p:nvPr/>
          </p:nvSpPr>
          <p:spPr>
            <a:xfrm>
              <a:off x="1172289" y="1696389"/>
              <a:ext cx="42106" cy="122398"/>
            </a:xfrm>
            <a:custGeom>
              <a:rect b="b" l="l" r="r" t="t"/>
              <a:pathLst>
                <a:path extrusionOk="0" h="2495" w="852">
                  <a:moveTo>
                    <a:pt x="0" y="0"/>
                  </a:moveTo>
                  <a:lnTo>
                    <a:pt x="0" y="2495"/>
                  </a:lnTo>
                  <a:lnTo>
                    <a:pt x="224" y="2495"/>
                  </a:lnTo>
                  <a:cubicBezTo>
                    <a:pt x="583" y="2495"/>
                    <a:pt x="851" y="2226"/>
                    <a:pt x="851" y="1882"/>
                  </a:cubicBezTo>
                  <a:lnTo>
                    <a:pt x="851" y="628"/>
                  </a:lnTo>
                  <a:cubicBezTo>
                    <a:pt x="851" y="284"/>
                    <a:pt x="583" y="0"/>
                    <a:pt x="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84"/>
            <p:cNvSpPr/>
            <p:nvPr/>
          </p:nvSpPr>
          <p:spPr>
            <a:xfrm>
              <a:off x="1102902" y="1680985"/>
              <a:ext cx="45812" cy="153207"/>
            </a:xfrm>
            <a:custGeom>
              <a:rect b="b" l="l" r="r" t="t"/>
              <a:pathLst>
                <a:path extrusionOk="0" h="3123" w="927">
                  <a:moveTo>
                    <a:pt x="314" y="1"/>
                  </a:moveTo>
                  <a:cubicBezTo>
                    <a:pt x="135" y="1"/>
                    <a:pt x="0" y="150"/>
                    <a:pt x="0" y="314"/>
                  </a:cubicBezTo>
                  <a:lnTo>
                    <a:pt x="0" y="2809"/>
                  </a:lnTo>
                  <a:cubicBezTo>
                    <a:pt x="0" y="2988"/>
                    <a:pt x="135" y="3122"/>
                    <a:pt x="314" y="3122"/>
                  </a:cubicBezTo>
                  <a:lnTo>
                    <a:pt x="627" y="3122"/>
                  </a:lnTo>
                  <a:cubicBezTo>
                    <a:pt x="792" y="3122"/>
                    <a:pt x="926" y="2988"/>
                    <a:pt x="926" y="2809"/>
                  </a:cubicBezTo>
                  <a:lnTo>
                    <a:pt x="926" y="314"/>
                  </a:lnTo>
                  <a:cubicBezTo>
                    <a:pt x="926" y="150"/>
                    <a:pt x="792" y="1"/>
                    <a:pt x="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84"/>
            <p:cNvSpPr/>
            <p:nvPr/>
          </p:nvSpPr>
          <p:spPr>
            <a:xfrm>
              <a:off x="993633" y="1896396"/>
              <a:ext cx="46554" cy="46212"/>
            </a:xfrm>
            <a:custGeom>
              <a:rect b="b" l="l" r="r" t="t"/>
              <a:pathLst>
                <a:path extrusionOk="0" h="942" w="942">
                  <a:moveTo>
                    <a:pt x="479" y="1"/>
                  </a:moveTo>
                  <a:cubicBezTo>
                    <a:pt x="210" y="1"/>
                    <a:pt x="1" y="210"/>
                    <a:pt x="1" y="464"/>
                  </a:cubicBezTo>
                  <a:cubicBezTo>
                    <a:pt x="1" y="733"/>
                    <a:pt x="210" y="942"/>
                    <a:pt x="479" y="942"/>
                  </a:cubicBezTo>
                  <a:cubicBezTo>
                    <a:pt x="733" y="942"/>
                    <a:pt x="942" y="733"/>
                    <a:pt x="942" y="464"/>
                  </a:cubicBezTo>
                  <a:cubicBezTo>
                    <a:pt x="942" y="210"/>
                    <a:pt x="733" y="1"/>
                    <a:pt x="4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2" name="Google Shape;2002;p84"/>
          <p:cNvGrpSpPr/>
          <p:nvPr/>
        </p:nvGrpSpPr>
        <p:grpSpPr>
          <a:xfrm>
            <a:off x="7108115" y="3682637"/>
            <a:ext cx="397882" cy="381079"/>
            <a:chOff x="2069123" y="1579877"/>
            <a:chExt cx="397882" cy="381079"/>
          </a:xfrm>
        </p:grpSpPr>
        <p:sp>
          <p:nvSpPr>
            <p:cNvPr id="2003" name="Google Shape;2003;p84"/>
            <p:cNvSpPr/>
            <p:nvPr/>
          </p:nvSpPr>
          <p:spPr>
            <a:xfrm>
              <a:off x="2129614" y="1755356"/>
              <a:ext cx="59106" cy="145505"/>
            </a:xfrm>
            <a:custGeom>
              <a:rect b="b" l="l" r="r" t="t"/>
              <a:pathLst>
                <a:path extrusionOk="0" h="2966" w="1196">
                  <a:moveTo>
                    <a:pt x="949" y="1"/>
                  </a:moveTo>
                  <a:cubicBezTo>
                    <a:pt x="893" y="1"/>
                    <a:pt x="837" y="23"/>
                    <a:pt x="792" y="68"/>
                  </a:cubicBezTo>
                  <a:cubicBezTo>
                    <a:pt x="1" y="845"/>
                    <a:pt x="1" y="2114"/>
                    <a:pt x="792" y="2891"/>
                  </a:cubicBezTo>
                  <a:cubicBezTo>
                    <a:pt x="837" y="2936"/>
                    <a:pt x="897" y="2965"/>
                    <a:pt x="942" y="2965"/>
                  </a:cubicBezTo>
                  <a:cubicBezTo>
                    <a:pt x="1002" y="2965"/>
                    <a:pt x="1061" y="2936"/>
                    <a:pt x="1106" y="2891"/>
                  </a:cubicBezTo>
                  <a:cubicBezTo>
                    <a:pt x="1196" y="2801"/>
                    <a:pt x="1196" y="2667"/>
                    <a:pt x="1106" y="2577"/>
                  </a:cubicBezTo>
                  <a:cubicBezTo>
                    <a:pt x="509" y="1965"/>
                    <a:pt x="509" y="979"/>
                    <a:pt x="1106" y="382"/>
                  </a:cubicBezTo>
                  <a:cubicBezTo>
                    <a:pt x="1196" y="292"/>
                    <a:pt x="1196" y="143"/>
                    <a:pt x="1106" y="68"/>
                  </a:cubicBezTo>
                  <a:cubicBezTo>
                    <a:pt x="1061" y="23"/>
                    <a:pt x="1005" y="1"/>
                    <a:pt x="9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84"/>
            <p:cNvSpPr/>
            <p:nvPr/>
          </p:nvSpPr>
          <p:spPr>
            <a:xfrm>
              <a:off x="2190895" y="1789794"/>
              <a:ext cx="39931" cy="76628"/>
            </a:xfrm>
            <a:custGeom>
              <a:rect b="b" l="l" r="r" t="t"/>
              <a:pathLst>
                <a:path extrusionOk="0" h="1562" w="808">
                  <a:moveTo>
                    <a:pt x="561" y="1"/>
                  </a:moveTo>
                  <a:cubicBezTo>
                    <a:pt x="505" y="1"/>
                    <a:pt x="449" y="23"/>
                    <a:pt x="404" y="68"/>
                  </a:cubicBezTo>
                  <a:cubicBezTo>
                    <a:pt x="1" y="456"/>
                    <a:pt x="1" y="1098"/>
                    <a:pt x="404" y="1487"/>
                  </a:cubicBezTo>
                  <a:cubicBezTo>
                    <a:pt x="449" y="1532"/>
                    <a:pt x="508" y="1561"/>
                    <a:pt x="568" y="1561"/>
                  </a:cubicBezTo>
                  <a:cubicBezTo>
                    <a:pt x="628" y="1561"/>
                    <a:pt x="673" y="1532"/>
                    <a:pt x="717" y="1487"/>
                  </a:cubicBezTo>
                  <a:cubicBezTo>
                    <a:pt x="807" y="1397"/>
                    <a:pt x="807" y="1263"/>
                    <a:pt x="717" y="1173"/>
                  </a:cubicBezTo>
                  <a:cubicBezTo>
                    <a:pt x="508" y="949"/>
                    <a:pt x="508" y="606"/>
                    <a:pt x="717" y="382"/>
                  </a:cubicBezTo>
                  <a:cubicBezTo>
                    <a:pt x="807" y="292"/>
                    <a:pt x="807" y="143"/>
                    <a:pt x="717" y="68"/>
                  </a:cubicBezTo>
                  <a:cubicBezTo>
                    <a:pt x="673" y="23"/>
                    <a:pt x="617" y="1"/>
                    <a:pt x="5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84"/>
            <p:cNvSpPr/>
            <p:nvPr/>
          </p:nvSpPr>
          <p:spPr>
            <a:xfrm>
              <a:off x="2069123" y="1721653"/>
              <a:ext cx="77540" cy="212174"/>
            </a:xfrm>
            <a:custGeom>
              <a:rect b="b" l="l" r="r" t="t"/>
              <a:pathLst>
                <a:path extrusionOk="0" h="4325" w="1569">
                  <a:moveTo>
                    <a:pt x="1314" y="1"/>
                  </a:moveTo>
                  <a:cubicBezTo>
                    <a:pt x="1255" y="1"/>
                    <a:pt x="1195" y="23"/>
                    <a:pt x="1150" y="68"/>
                  </a:cubicBezTo>
                  <a:cubicBezTo>
                    <a:pt x="0" y="1218"/>
                    <a:pt x="0" y="3100"/>
                    <a:pt x="1150" y="4265"/>
                  </a:cubicBezTo>
                  <a:cubicBezTo>
                    <a:pt x="1195" y="4310"/>
                    <a:pt x="1255" y="4325"/>
                    <a:pt x="1314" y="4325"/>
                  </a:cubicBezTo>
                  <a:cubicBezTo>
                    <a:pt x="1374" y="4325"/>
                    <a:pt x="1434" y="4310"/>
                    <a:pt x="1479" y="4265"/>
                  </a:cubicBezTo>
                  <a:cubicBezTo>
                    <a:pt x="1568" y="4175"/>
                    <a:pt x="1568" y="4026"/>
                    <a:pt x="1479" y="3936"/>
                  </a:cubicBezTo>
                  <a:cubicBezTo>
                    <a:pt x="493" y="2965"/>
                    <a:pt x="493" y="1367"/>
                    <a:pt x="1479" y="382"/>
                  </a:cubicBezTo>
                  <a:cubicBezTo>
                    <a:pt x="1568" y="292"/>
                    <a:pt x="1568" y="157"/>
                    <a:pt x="1479" y="68"/>
                  </a:cubicBezTo>
                  <a:cubicBezTo>
                    <a:pt x="1434" y="23"/>
                    <a:pt x="1374" y="1"/>
                    <a:pt x="1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84"/>
            <p:cNvSpPr/>
            <p:nvPr/>
          </p:nvSpPr>
          <p:spPr>
            <a:xfrm>
              <a:off x="2233693" y="1579877"/>
              <a:ext cx="233312" cy="381079"/>
            </a:xfrm>
            <a:custGeom>
              <a:rect b="b" l="l" r="r" t="t"/>
              <a:pathLst>
                <a:path extrusionOk="0" h="7768" w="4721">
                  <a:moveTo>
                    <a:pt x="1240" y="1"/>
                  </a:moveTo>
                  <a:cubicBezTo>
                    <a:pt x="1166" y="1"/>
                    <a:pt x="1106" y="30"/>
                    <a:pt x="1061" y="75"/>
                  </a:cubicBezTo>
                  <a:cubicBezTo>
                    <a:pt x="1016" y="120"/>
                    <a:pt x="1002" y="195"/>
                    <a:pt x="1016" y="254"/>
                  </a:cubicBezTo>
                  <a:lnTo>
                    <a:pt x="1076" y="658"/>
                  </a:lnTo>
                  <a:cubicBezTo>
                    <a:pt x="1106" y="912"/>
                    <a:pt x="1061" y="1181"/>
                    <a:pt x="927" y="1405"/>
                  </a:cubicBezTo>
                  <a:lnTo>
                    <a:pt x="61" y="2853"/>
                  </a:lnTo>
                  <a:cubicBezTo>
                    <a:pt x="1" y="2958"/>
                    <a:pt x="1" y="3092"/>
                    <a:pt x="46" y="3212"/>
                  </a:cubicBezTo>
                  <a:cubicBezTo>
                    <a:pt x="105" y="3316"/>
                    <a:pt x="210" y="3406"/>
                    <a:pt x="344" y="3421"/>
                  </a:cubicBezTo>
                  <a:lnTo>
                    <a:pt x="792" y="3481"/>
                  </a:lnTo>
                  <a:cubicBezTo>
                    <a:pt x="837" y="3496"/>
                    <a:pt x="882" y="3510"/>
                    <a:pt x="912" y="3555"/>
                  </a:cubicBezTo>
                  <a:cubicBezTo>
                    <a:pt x="927" y="3600"/>
                    <a:pt x="942" y="3645"/>
                    <a:pt x="927" y="3690"/>
                  </a:cubicBezTo>
                  <a:lnTo>
                    <a:pt x="852" y="4153"/>
                  </a:lnTo>
                  <a:cubicBezTo>
                    <a:pt x="807" y="4332"/>
                    <a:pt x="897" y="4511"/>
                    <a:pt x="1061" y="4586"/>
                  </a:cubicBezTo>
                  <a:cubicBezTo>
                    <a:pt x="1076" y="4586"/>
                    <a:pt x="1076" y="4601"/>
                    <a:pt x="1076" y="4601"/>
                  </a:cubicBezTo>
                  <a:lnTo>
                    <a:pt x="1763" y="4855"/>
                  </a:lnTo>
                  <a:lnTo>
                    <a:pt x="1315" y="5139"/>
                  </a:lnTo>
                  <a:cubicBezTo>
                    <a:pt x="1300" y="5153"/>
                    <a:pt x="1300" y="5153"/>
                    <a:pt x="1285" y="5153"/>
                  </a:cubicBezTo>
                  <a:cubicBezTo>
                    <a:pt x="1151" y="5258"/>
                    <a:pt x="1091" y="5437"/>
                    <a:pt x="1136" y="5587"/>
                  </a:cubicBezTo>
                  <a:cubicBezTo>
                    <a:pt x="1166" y="5691"/>
                    <a:pt x="1211" y="5766"/>
                    <a:pt x="1270" y="5826"/>
                  </a:cubicBezTo>
                  <a:cubicBezTo>
                    <a:pt x="1330" y="5900"/>
                    <a:pt x="1360" y="5945"/>
                    <a:pt x="1345" y="6065"/>
                  </a:cubicBezTo>
                  <a:cubicBezTo>
                    <a:pt x="1330" y="6259"/>
                    <a:pt x="1375" y="6438"/>
                    <a:pt x="1494" y="6572"/>
                  </a:cubicBezTo>
                  <a:cubicBezTo>
                    <a:pt x="1584" y="6662"/>
                    <a:pt x="1748" y="6781"/>
                    <a:pt x="2017" y="6796"/>
                  </a:cubicBezTo>
                  <a:cubicBezTo>
                    <a:pt x="2271" y="6796"/>
                    <a:pt x="2764" y="6781"/>
                    <a:pt x="3167" y="6781"/>
                  </a:cubicBezTo>
                  <a:cubicBezTo>
                    <a:pt x="3287" y="6781"/>
                    <a:pt x="3391" y="6841"/>
                    <a:pt x="3436" y="6946"/>
                  </a:cubicBezTo>
                  <a:lnTo>
                    <a:pt x="3750" y="7633"/>
                  </a:lnTo>
                  <a:cubicBezTo>
                    <a:pt x="3780" y="7707"/>
                    <a:pt x="3854" y="7767"/>
                    <a:pt x="3944" y="7767"/>
                  </a:cubicBezTo>
                  <a:lnTo>
                    <a:pt x="4496" y="7767"/>
                  </a:lnTo>
                  <a:cubicBezTo>
                    <a:pt x="4616" y="7767"/>
                    <a:pt x="4721" y="7663"/>
                    <a:pt x="4721" y="7528"/>
                  </a:cubicBezTo>
                  <a:lnTo>
                    <a:pt x="4721" y="225"/>
                  </a:lnTo>
                  <a:cubicBezTo>
                    <a:pt x="4721" y="105"/>
                    <a:pt x="4616" y="1"/>
                    <a:pt x="44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1" name="Google Shape;2011;p85"/>
          <p:cNvGrpSpPr/>
          <p:nvPr/>
        </p:nvGrpSpPr>
        <p:grpSpPr>
          <a:xfrm>
            <a:off x="687138" y="1842714"/>
            <a:ext cx="276003" cy="357300"/>
            <a:chOff x="-50469125" y="3183175"/>
            <a:chExt cx="233150" cy="301825"/>
          </a:xfrm>
        </p:grpSpPr>
        <p:sp>
          <p:nvSpPr>
            <p:cNvPr id="2012" name="Google Shape;2012;p85"/>
            <p:cNvSpPr/>
            <p:nvPr/>
          </p:nvSpPr>
          <p:spPr>
            <a:xfrm>
              <a:off x="-50388775" y="3227275"/>
              <a:ext cx="70900" cy="70900"/>
            </a:xfrm>
            <a:custGeom>
              <a:rect b="b" l="l" r="r" t="t"/>
              <a:pathLst>
                <a:path extrusionOk="0" h="2836" w="2836">
                  <a:moveTo>
                    <a:pt x="1418" y="1072"/>
                  </a:moveTo>
                  <a:cubicBezTo>
                    <a:pt x="1638" y="1072"/>
                    <a:pt x="1796" y="1229"/>
                    <a:pt x="1796" y="1418"/>
                  </a:cubicBezTo>
                  <a:cubicBezTo>
                    <a:pt x="1796" y="1607"/>
                    <a:pt x="1638" y="1765"/>
                    <a:pt x="1418" y="1765"/>
                  </a:cubicBezTo>
                  <a:cubicBezTo>
                    <a:pt x="1229" y="1765"/>
                    <a:pt x="1071" y="1607"/>
                    <a:pt x="1071" y="1418"/>
                  </a:cubicBezTo>
                  <a:cubicBezTo>
                    <a:pt x="1071" y="1229"/>
                    <a:pt x="1229" y="1072"/>
                    <a:pt x="1418" y="1072"/>
                  </a:cubicBezTo>
                  <a:close/>
                  <a:moveTo>
                    <a:pt x="1418" y="1"/>
                  </a:moveTo>
                  <a:cubicBezTo>
                    <a:pt x="630" y="1"/>
                    <a:pt x="0" y="631"/>
                    <a:pt x="0" y="1418"/>
                  </a:cubicBezTo>
                  <a:cubicBezTo>
                    <a:pt x="0" y="2206"/>
                    <a:pt x="630" y="2836"/>
                    <a:pt x="1418" y="2836"/>
                  </a:cubicBezTo>
                  <a:cubicBezTo>
                    <a:pt x="2206" y="2836"/>
                    <a:pt x="2836" y="2206"/>
                    <a:pt x="2836" y="1418"/>
                  </a:cubicBez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85"/>
            <p:cNvSpPr/>
            <p:nvPr/>
          </p:nvSpPr>
          <p:spPr>
            <a:xfrm>
              <a:off x="-50469125" y="3290275"/>
              <a:ext cx="233150" cy="194725"/>
            </a:xfrm>
            <a:custGeom>
              <a:rect b="b" l="l" r="r" t="t"/>
              <a:pathLst>
                <a:path extrusionOk="0" h="7789" w="9326">
                  <a:moveTo>
                    <a:pt x="4663" y="1072"/>
                  </a:moveTo>
                  <a:lnTo>
                    <a:pt x="6018" y="3907"/>
                  </a:lnTo>
                  <a:cubicBezTo>
                    <a:pt x="5672" y="4034"/>
                    <a:pt x="5356" y="4097"/>
                    <a:pt x="5010" y="4128"/>
                  </a:cubicBezTo>
                  <a:lnTo>
                    <a:pt x="5010" y="3813"/>
                  </a:lnTo>
                  <a:cubicBezTo>
                    <a:pt x="5010" y="3624"/>
                    <a:pt x="4852" y="3466"/>
                    <a:pt x="4663" y="3466"/>
                  </a:cubicBezTo>
                  <a:cubicBezTo>
                    <a:pt x="4443" y="3466"/>
                    <a:pt x="4285" y="3624"/>
                    <a:pt x="4285" y="3813"/>
                  </a:cubicBezTo>
                  <a:lnTo>
                    <a:pt x="4285" y="4128"/>
                  </a:lnTo>
                  <a:cubicBezTo>
                    <a:pt x="3939" y="4097"/>
                    <a:pt x="3592" y="4034"/>
                    <a:pt x="3277" y="3907"/>
                  </a:cubicBezTo>
                  <a:lnTo>
                    <a:pt x="4663" y="1072"/>
                  </a:lnTo>
                  <a:close/>
                  <a:moveTo>
                    <a:pt x="2836" y="1"/>
                  </a:moveTo>
                  <a:lnTo>
                    <a:pt x="1576" y="2647"/>
                  </a:lnTo>
                  <a:cubicBezTo>
                    <a:pt x="1387" y="2395"/>
                    <a:pt x="1229" y="2143"/>
                    <a:pt x="1103" y="1860"/>
                  </a:cubicBezTo>
                  <a:cubicBezTo>
                    <a:pt x="1034" y="1721"/>
                    <a:pt x="914" y="1634"/>
                    <a:pt x="781" y="1634"/>
                  </a:cubicBezTo>
                  <a:cubicBezTo>
                    <a:pt x="732" y="1634"/>
                    <a:pt x="681" y="1645"/>
                    <a:pt x="631" y="1671"/>
                  </a:cubicBezTo>
                  <a:cubicBezTo>
                    <a:pt x="442" y="1734"/>
                    <a:pt x="347" y="1923"/>
                    <a:pt x="442" y="2143"/>
                  </a:cubicBezTo>
                  <a:cubicBezTo>
                    <a:pt x="631" y="2553"/>
                    <a:pt x="914" y="2994"/>
                    <a:pt x="1229" y="3340"/>
                  </a:cubicBezTo>
                  <a:lnTo>
                    <a:pt x="158" y="5546"/>
                  </a:lnTo>
                  <a:cubicBezTo>
                    <a:pt x="1" y="5955"/>
                    <a:pt x="64" y="6396"/>
                    <a:pt x="347" y="6711"/>
                  </a:cubicBezTo>
                  <a:lnTo>
                    <a:pt x="127" y="7247"/>
                  </a:lnTo>
                  <a:cubicBezTo>
                    <a:pt x="32" y="7405"/>
                    <a:pt x="127" y="7657"/>
                    <a:pt x="284" y="7720"/>
                  </a:cubicBezTo>
                  <a:cubicBezTo>
                    <a:pt x="328" y="7746"/>
                    <a:pt x="376" y="7757"/>
                    <a:pt x="425" y="7757"/>
                  </a:cubicBezTo>
                  <a:cubicBezTo>
                    <a:pt x="554" y="7757"/>
                    <a:pt x="688" y="7676"/>
                    <a:pt x="757" y="7562"/>
                  </a:cubicBezTo>
                  <a:lnTo>
                    <a:pt x="977" y="7026"/>
                  </a:lnTo>
                  <a:cubicBezTo>
                    <a:pt x="1025" y="7032"/>
                    <a:pt x="1072" y="7035"/>
                    <a:pt x="1118" y="7035"/>
                  </a:cubicBezTo>
                  <a:cubicBezTo>
                    <a:pt x="1562" y="7035"/>
                    <a:pt x="1937" y="6770"/>
                    <a:pt x="2080" y="6428"/>
                  </a:cubicBezTo>
                  <a:lnTo>
                    <a:pt x="2962" y="4601"/>
                  </a:lnTo>
                  <a:cubicBezTo>
                    <a:pt x="3372" y="4758"/>
                    <a:pt x="3813" y="4884"/>
                    <a:pt x="4285" y="4916"/>
                  </a:cubicBezTo>
                  <a:lnTo>
                    <a:pt x="4285" y="5294"/>
                  </a:lnTo>
                  <a:cubicBezTo>
                    <a:pt x="4285" y="5483"/>
                    <a:pt x="4443" y="5640"/>
                    <a:pt x="4632" y="5640"/>
                  </a:cubicBezTo>
                  <a:cubicBezTo>
                    <a:pt x="4852" y="5640"/>
                    <a:pt x="5010" y="5483"/>
                    <a:pt x="5010" y="5294"/>
                  </a:cubicBezTo>
                  <a:lnTo>
                    <a:pt x="5010" y="4916"/>
                  </a:lnTo>
                  <a:cubicBezTo>
                    <a:pt x="5483" y="4884"/>
                    <a:pt x="5892" y="4821"/>
                    <a:pt x="6333" y="4601"/>
                  </a:cubicBezTo>
                  <a:lnTo>
                    <a:pt x="7215" y="6428"/>
                  </a:lnTo>
                  <a:cubicBezTo>
                    <a:pt x="7365" y="6787"/>
                    <a:pt x="7741" y="7060"/>
                    <a:pt x="8237" y="7060"/>
                  </a:cubicBezTo>
                  <a:cubicBezTo>
                    <a:pt x="8264" y="7060"/>
                    <a:pt x="8291" y="7060"/>
                    <a:pt x="8318" y="7058"/>
                  </a:cubicBezTo>
                  <a:lnTo>
                    <a:pt x="8538" y="7594"/>
                  </a:lnTo>
                  <a:cubicBezTo>
                    <a:pt x="8607" y="7708"/>
                    <a:pt x="8742" y="7789"/>
                    <a:pt x="8871" y="7789"/>
                  </a:cubicBezTo>
                  <a:cubicBezTo>
                    <a:pt x="8920" y="7789"/>
                    <a:pt x="8968" y="7777"/>
                    <a:pt x="9011" y="7751"/>
                  </a:cubicBezTo>
                  <a:cubicBezTo>
                    <a:pt x="9169" y="7562"/>
                    <a:pt x="9263" y="7373"/>
                    <a:pt x="9169" y="7215"/>
                  </a:cubicBezTo>
                  <a:lnTo>
                    <a:pt x="8948" y="6648"/>
                  </a:lnTo>
                  <a:cubicBezTo>
                    <a:pt x="9200" y="6333"/>
                    <a:pt x="9326" y="5924"/>
                    <a:pt x="9137" y="5514"/>
                  </a:cubicBezTo>
                  <a:lnTo>
                    <a:pt x="8066" y="3340"/>
                  </a:lnTo>
                  <a:cubicBezTo>
                    <a:pt x="8381" y="2994"/>
                    <a:pt x="8665" y="2553"/>
                    <a:pt x="8854" y="2143"/>
                  </a:cubicBezTo>
                  <a:cubicBezTo>
                    <a:pt x="8948" y="1923"/>
                    <a:pt x="8854" y="1734"/>
                    <a:pt x="8665" y="1671"/>
                  </a:cubicBezTo>
                  <a:cubicBezTo>
                    <a:pt x="8614" y="1645"/>
                    <a:pt x="8561" y="1634"/>
                    <a:pt x="8509" y="1634"/>
                  </a:cubicBezTo>
                  <a:cubicBezTo>
                    <a:pt x="8369" y="1634"/>
                    <a:pt x="8238" y="1721"/>
                    <a:pt x="8192" y="1860"/>
                  </a:cubicBezTo>
                  <a:cubicBezTo>
                    <a:pt x="8066" y="2143"/>
                    <a:pt x="7908" y="2395"/>
                    <a:pt x="7719" y="2647"/>
                  </a:cubicBezTo>
                  <a:lnTo>
                    <a:pt x="6459" y="1"/>
                  </a:lnTo>
                  <a:cubicBezTo>
                    <a:pt x="6113" y="631"/>
                    <a:pt x="5420" y="1041"/>
                    <a:pt x="4632" y="1041"/>
                  </a:cubicBezTo>
                  <a:cubicBezTo>
                    <a:pt x="3844" y="1041"/>
                    <a:pt x="3183" y="599"/>
                    <a:pt x="2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85"/>
            <p:cNvSpPr/>
            <p:nvPr/>
          </p:nvSpPr>
          <p:spPr>
            <a:xfrm>
              <a:off x="-50379325" y="3183175"/>
              <a:ext cx="52775" cy="34675"/>
            </a:xfrm>
            <a:custGeom>
              <a:rect b="b" l="l" r="r" t="t"/>
              <a:pathLst>
                <a:path extrusionOk="0" h="1387" w="2111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1386"/>
                  </a:lnTo>
                  <a:cubicBezTo>
                    <a:pt x="315" y="1166"/>
                    <a:pt x="662" y="1103"/>
                    <a:pt x="1071" y="1103"/>
                  </a:cubicBezTo>
                  <a:cubicBezTo>
                    <a:pt x="1449" y="1103"/>
                    <a:pt x="1796" y="1166"/>
                    <a:pt x="2111" y="1386"/>
                  </a:cubicBezTo>
                  <a:lnTo>
                    <a:pt x="2111" y="1071"/>
                  </a:lnTo>
                  <a:cubicBezTo>
                    <a:pt x="2111" y="473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5" name="Google Shape;2015;p85"/>
          <p:cNvGrpSpPr/>
          <p:nvPr/>
        </p:nvGrpSpPr>
        <p:grpSpPr>
          <a:xfrm>
            <a:off x="645510" y="2404584"/>
            <a:ext cx="356205" cy="355288"/>
            <a:chOff x="-50504575" y="3550975"/>
            <a:chExt cx="300900" cy="300125"/>
          </a:xfrm>
        </p:grpSpPr>
        <p:sp>
          <p:nvSpPr>
            <p:cNvPr id="2016" name="Google Shape;2016;p85"/>
            <p:cNvSpPr/>
            <p:nvPr/>
          </p:nvSpPr>
          <p:spPr>
            <a:xfrm>
              <a:off x="-50504575" y="3550975"/>
              <a:ext cx="300900" cy="176475"/>
            </a:xfrm>
            <a:custGeom>
              <a:rect b="b" l="l" r="r" t="t"/>
              <a:pathLst>
                <a:path extrusionOk="0" h="7059" w="12036"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cubicBezTo>
                    <a:pt x="1" y="1671"/>
                    <a:pt x="473" y="2143"/>
                    <a:pt x="1072" y="2143"/>
                  </a:cubicBezTo>
                  <a:cubicBezTo>
                    <a:pt x="1545" y="2143"/>
                    <a:pt x="1891" y="1828"/>
                    <a:pt x="2049" y="1419"/>
                  </a:cubicBezTo>
                  <a:lnTo>
                    <a:pt x="3592" y="1419"/>
                  </a:lnTo>
                  <a:cubicBezTo>
                    <a:pt x="2364" y="2175"/>
                    <a:pt x="1576" y="3467"/>
                    <a:pt x="1450" y="4916"/>
                  </a:cubicBezTo>
                  <a:lnTo>
                    <a:pt x="1072" y="4916"/>
                  </a:lnTo>
                  <a:cubicBezTo>
                    <a:pt x="883" y="4916"/>
                    <a:pt x="726" y="5073"/>
                    <a:pt x="726" y="5294"/>
                  </a:cubicBezTo>
                  <a:lnTo>
                    <a:pt x="726" y="6712"/>
                  </a:lnTo>
                  <a:cubicBezTo>
                    <a:pt x="726" y="6901"/>
                    <a:pt x="883" y="7058"/>
                    <a:pt x="1072" y="7058"/>
                  </a:cubicBezTo>
                  <a:lnTo>
                    <a:pt x="2490" y="7058"/>
                  </a:lnTo>
                  <a:cubicBezTo>
                    <a:pt x="2679" y="7058"/>
                    <a:pt x="2836" y="6901"/>
                    <a:pt x="2836" y="6712"/>
                  </a:cubicBezTo>
                  <a:lnTo>
                    <a:pt x="2836" y="5294"/>
                  </a:lnTo>
                  <a:cubicBezTo>
                    <a:pt x="2836" y="5073"/>
                    <a:pt x="2679" y="4916"/>
                    <a:pt x="2490" y="4916"/>
                  </a:cubicBezTo>
                  <a:lnTo>
                    <a:pt x="2175" y="4916"/>
                  </a:lnTo>
                  <a:cubicBezTo>
                    <a:pt x="2332" y="3309"/>
                    <a:pt x="3435" y="2017"/>
                    <a:pt x="4979" y="1576"/>
                  </a:cubicBezTo>
                  <a:lnTo>
                    <a:pt x="4979" y="1765"/>
                  </a:lnTo>
                  <a:cubicBezTo>
                    <a:pt x="4979" y="1986"/>
                    <a:pt x="5136" y="2143"/>
                    <a:pt x="5325" y="2143"/>
                  </a:cubicBezTo>
                  <a:lnTo>
                    <a:pt x="6743" y="2143"/>
                  </a:lnTo>
                  <a:cubicBezTo>
                    <a:pt x="6932" y="2143"/>
                    <a:pt x="7090" y="1986"/>
                    <a:pt x="7090" y="1765"/>
                  </a:cubicBezTo>
                  <a:lnTo>
                    <a:pt x="7090" y="1576"/>
                  </a:lnTo>
                  <a:cubicBezTo>
                    <a:pt x="8633" y="2017"/>
                    <a:pt x="9736" y="3340"/>
                    <a:pt x="9893" y="4916"/>
                  </a:cubicBezTo>
                  <a:lnTo>
                    <a:pt x="9578" y="4916"/>
                  </a:lnTo>
                  <a:cubicBezTo>
                    <a:pt x="9389" y="4916"/>
                    <a:pt x="9232" y="5073"/>
                    <a:pt x="9232" y="5294"/>
                  </a:cubicBezTo>
                  <a:lnTo>
                    <a:pt x="9232" y="6712"/>
                  </a:lnTo>
                  <a:cubicBezTo>
                    <a:pt x="9232" y="6901"/>
                    <a:pt x="9389" y="7058"/>
                    <a:pt x="9578" y="7058"/>
                  </a:cubicBezTo>
                  <a:lnTo>
                    <a:pt x="10996" y="7058"/>
                  </a:lnTo>
                  <a:cubicBezTo>
                    <a:pt x="11185" y="7058"/>
                    <a:pt x="11343" y="6901"/>
                    <a:pt x="11343" y="6712"/>
                  </a:cubicBezTo>
                  <a:lnTo>
                    <a:pt x="11343" y="5294"/>
                  </a:lnTo>
                  <a:cubicBezTo>
                    <a:pt x="11343" y="5073"/>
                    <a:pt x="11185" y="4916"/>
                    <a:pt x="10996" y="4916"/>
                  </a:cubicBezTo>
                  <a:lnTo>
                    <a:pt x="10587" y="4916"/>
                  </a:lnTo>
                  <a:cubicBezTo>
                    <a:pt x="10492" y="3467"/>
                    <a:pt x="9704" y="2175"/>
                    <a:pt x="8476" y="1419"/>
                  </a:cubicBezTo>
                  <a:lnTo>
                    <a:pt x="10020" y="1419"/>
                  </a:lnTo>
                  <a:cubicBezTo>
                    <a:pt x="10146" y="1860"/>
                    <a:pt x="10555" y="2143"/>
                    <a:pt x="10996" y="2143"/>
                  </a:cubicBezTo>
                  <a:cubicBezTo>
                    <a:pt x="11563" y="2143"/>
                    <a:pt x="12036" y="1671"/>
                    <a:pt x="12036" y="1072"/>
                  </a:cubicBezTo>
                  <a:cubicBezTo>
                    <a:pt x="12036" y="474"/>
                    <a:pt x="11563" y="1"/>
                    <a:pt x="10996" y="1"/>
                  </a:cubicBezTo>
                  <a:cubicBezTo>
                    <a:pt x="10524" y="1"/>
                    <a:pt x="10146" y="285"/>
                    <a:pt x="9988" y="726"/>
                  </a:cubicBezTo>
                  <a:lnTo>
                    <a:pt x="7090" y="726"/>
                  </a:lnTo>
                  <a:lnTo>
                    <a:pt x="7090" y="379"/>
                  </a:lnTo>
                  <a:cubicBezTo>
                    <a:pt x="7090" y="159"/>
                    <a:pt x="6932" y="1"/>
                    <a:pt x="6743" y="1"/>
                  </a:cubicBezTo>
                  <a:lnTo>
                    <a:pt x="5325" y="1"/>
                  </a:lnTo>
                  <a:cubicBezTo>
                    <a:pt x="5105" y="1"/>
                    <a:pt x="4979" y="159"/>
                    <a:pt x="4979" y="379"/>
                  </a:cubicBezTo>
                  <a:lnTo>
                    <a:pt x="4979" y="726"/>
                  </a:lnTo>
                  <a:lnTo>
                    <a:pt x="2049" y="726"/>
                  </a:lnTo>
                  <a:cubicBezTo>
                    <a:pt x="1891" y="316"/>
                    <a:pt x="1545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85"/>
            <p:cNvSpPr/>
            <p:nvPr/>
          </p:nvSpPr>
          <p:spPr>
            <a:xfrm>
              <a:off x="-50432100" y="3622650"/>
              <a:ext cx="157550" cy="175675"/>
            </a:xfrm>
            <a:custGeom>
              <a:rect b="b" l="l" r="r" t="t"/>
              <a:pathLst>
                <a:path extrusionOk="0" h="7027" w="6302">
                  <a:moveTo>
                    <a:pt x="3182" y="1"/>
                  </a:moveTo>
                  <a:cubicBezTo>
                    <a:pt x="3064" y="1"/>
                    <a:pt x="2946" y="64"/>
                    <a:pt x="2899" y="190"/>
                  </a:cubicBezTo>
                  <a:lnTo>
                    <a:pt x="95" y="5105"/>
                  </a:lnTo>
                  <a:cubicBezTo>
                    <a:pt x="0" y="5231"/>
                    <a:pt x="0" y="5357"/>
                    <a:pt x="95" y="5451"/>
                  </a:cubicBezTo>
                  <a:lnTo>
                    <a:pt x="1103" y="7026"/>
                  </a:lnTo>
                  <a:lnTo>
                    <a:pt x="2804" y="7026"/>
                  </a:lnTo>
                  <a:lnTo>
                    <a:pt x="2804" y="5577"/>
                  </a:lnTo>
                  <a:cubicBezTo>
                    <a:pt x="2426" y="5420"/>
                    <a:pt x="2111" y="5010"/>
                    <a:pt x="2111" y="4569"/>
                  </a:cubicBezTo>
                  <a:cubicBezTo>
                    <a:pt x="2111" y="4002"/>
                    <a:pt x="2584" y="3529"/>
                    <a:pt x="3151" y="3529"/>
                  </a:cubicBezTo>
                  <a:cubicBezTo>
                    <a:pt x="3749" y="3529"/>
                    <a:pt x="4222" y="4002"/>
                    <a:pt x="4222" y="4569"/>
                  </a:cubicBezTo>
                  <a:cubicBezTo>
                    <a:pt x="4222" y="5042"/>
                    <a:pt x="3939" y="5420"/>
                    <a:pt x="3529" y="5577"/>
                  </a:cubicBezTo>
                  <a:lnTo>
                    <a:pt x="3529" y="7026"/>
                  </a:lnTo>
                  <a:lnTo>
                    <a:pt x="5199" y="7026"/>
                  </a:lnTo>
                  <a:lnTo>
                    <a:pt x="6238" y="5451"/>
                  </a:lnTo>
                  <a:cubicBezTo>
                    <a:pt x="6301" y="5325"/>
                    <a:pt x="6301" y="5199"/>
                    <a:pt x="6238" y="5105"/>
                  </a:cubicBezTo>
                  <a:lnTo>
                    <a:pt x="3466" y="190"/>
                  </a:lnTo>
                  <a:cubicBezTo>
                    <a:pt x="3419" y="64"/>
                    <a:pt x="3301" y="1"/>
                    <a:pt x="3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85"/>
            <p:cNvSpPr/>
            <p:nvPr/>
          </p:nvSpPr>
          <p:spPr>
            <a:xfrm>
              <a:off x="-50414775" y="3815625"/>
              <a:ext cx="122900" cy="35475"/>
            </a:xfrm>
            <a:custGeom>
              <a:rect b="b" l="l" r="r" t="t"/>
              <a:pathLst>
                <a:path extrusionOk="0" h="1419" w="4916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072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4569" y="1418"/>
                  </a:lnTo>
                  <a:cubicBezTo>
                    <a:pt x="4758" y="1418"/>
                    <a:pt x="4915" y="1261"/>
                    <a:pt x="4915" y="1072"/>
                  </a:cubicBezTo>
                  <a:lnTo>
                    <a:pt x="4915" y="379"/>
                  </a:lnTo>
                  <a:cubicBezTo>
                    <a:pt x="4915" y="190"/>
                    <a:pt x="4758" y="1"/>
                    <a:pt x="4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85"/>
            <p:cNvSpPr/>
            <p:nvPr/>
          </p:nvSpPr>
          <p:spPr>
            <a:xfrm>
              <a:off x="-50362000" y="37274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0" name="Google Shape;2020;p85"/>
          <p:cNvGrpSpPr/>
          <p:nvPr/>
        </p:nvGrpSpPr>
        <p:grpSpPr>
          <a:xfrm>
            <a:off x="645510" y="2948922"/>
            <a:ext cx="356205" cy="354341"/>
            <a:chOff x="-50503000" y="3921175"/>
            <a:chExt cx="300900" cy="299325"/>
          </a:xfrm>
        </p:grpSpPr>
        <p:sp>
          <p:nvSpPr>
            <p:cNvPr id="2021" name="Google Shape;2021;p85"/>
            <p:cNvSpPr/>
            <p:nvPr/>
          </p:nvSpPr>
          <p:spPr>
            <a:xfrm>
              <a:off x="-50432900" y="3921175"/>
              <a:ext cx="177250" cy="53575"/>
            </a:xfrm>
            <a:custGeom>
              <a:rect b="b" l="l" r="r" t="t"/>
              <a:pathLst>
                <a:path extrusionOk="0" h="2143" w="7090">
                  <a:moveTo>
                    <a:pt x="1" y="0"/>
                  </a:moveTo>
                  <a:lnTo>
                    <a:pt x="1" y="2143"/>
                  </a:lnTo>
                  <a:lnTo>
                    <a:pt x="7089" y="2143"/>
                  </a:lnTo>
                  <a:lnTo>
                    <a:pt x="70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85"/>
            <p:cNvSpPr/>
            <p:nvPr/>
          </p:nvSpPr>
          <p:spPr>
            <a:xfrm>
              <a:off x="-50503000" y="3921175"/>
              <a:ext cx="52800" cy="53575"/>
            </a:xfrm>
            <a:custGeom>
              <a:rect b="b" l="l" r="r" t="t"/>
              <a:pathLst>
                <a:path extrusionOk="0" h="2143" w="2112">
                  <a:moveTo>
                    <a:pt x="1797" y="0"/>
                  </a:moveTo>
                  <a:cubicBezTo>
                    <a:pt x="1734" y="0"/>
                    <a:pt x="1671" y="0"/>
                    <a:pt x="1639" y="63"/>
                  </a:cubicBezTo>
                  <a:lnTo>
                    <a:pt x="221" y="756"/>
                  </a:lnTo>
                  <a:cubicBezTo>
                    <a:pt x="95" y="851"/>
                    <a:pt x="1" y="945"/>
                    <a:pt x="1" y="1071"/>
                  </a:cubicBezTo>
                  <a:cubicBezTo>
                    <a:pt x="1" y="1197"/>
                    <a:pt x="95" y="1323"/>
                    <a:pt x="221" y="1386"/>
                  </a:cubicBezTo>
                  <a:lnTo>
                    <a:pt x="1639" y="2111"/>
                  </a:lnTo>
                  <a:cubicBezTo>
                    <a:pt x="1671" y="2143"/>
                    <a:pt x="1765" y="2143"/>
                    <a:pt x="1797" y="2143"/>
                  </a:cubicBezTo>
                  <a:lnTo>
                    <a:pt x="2112" y="2143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85"/>
            <p:cNvSpPr/>
            <p:nvPr/>
          </p:nvSpPr>
          <p:spPr>
            <a:xfrm>
              <a:off x="-50237550" y="3921175"/>
              <a:ext cx="35450" cy="53575"/>
            </a:xfrm>
            <a:custGeom>
              <a:rect b="b" l="l" r="r" t="t"/>
              <a:pathLst>
                <a:path extrusionOk="0" h="2143" w="1418">
                  <a:moveTo>
                    <a:pt x="0" y="0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945" y="2143"/>
                    <a:pt x="1418" y="1670"/>
                    <a:pt x="1418" y="1071"/>
                  </a:cubicBezTo>
                  <a:cubicBezTo>
                    <a:pt x="1418" y="473"/>
                    <a:pt x="945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85"/>
            <p:cNvSpPr/>
            <p:nvPr/>
          </p:nvSpPr>
          <p:spPr>
            <a:xfrm>
              <a:off x="-50414775" y="4045625"/>
              <a:ext cx="159125" cy="122875"/>
            </a:xfrm>
            <a:custGeom>
              <a:rect b="b" l="l" r="r" t="t"/>
              <a:pathLst>
                <a:path extrusionOk="0" h="4915" w="6365">
                  <a:moveTo>
                    <a:pt x="0" y="0"/>
                  </a:moveTo>
                  <a:lnTo>
                    <a:pt x="0" y="4915"/>
                  </a:lnTo>
                  <a:lnTo>
                    <a:pt x="6364" y="4915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85"/>
            <p:cNvSpPr/>
            <p:nvPr/>
          </p:nvSpPr>
          <p:spPr>
            <a:xfrm>
              <a:off x="-50503000" y="3992050"/>
              <a:ext cx="300900" cy="228450"/>
            </a:xfrm>
            <a:custGeom>
              <a:rect b="b" l="l" r="r" t="t"/>
              <a:pathLst>
                <a:path extrusionOk="0" h="9138" w="12036">
                  <a:moveTo>
                    <a:pt x="1797" y="1387"/>
                  </a:moveTo>
                  <a:cubicBezTo>
                    <a:pt x="1986" y="1387"/>
                    <a:pt x="2143" y="1544"/>
                    <a:pt x="2143" y="1733"/>
                  </a:cubicBezTo>
                  <a:lnTo>
                    <a:pt x="2143" y="3151"/>
                  </a:lnTo>
                  <a:cubicBezTo>
                    <a:pt x="2143" y="3372"/>
                    <a:pt x="1986" y="3529"/>
                    <a:pt x="1797" y="3529"/>
                  </a:cubicBezTo>
                  <a:cubicBezTo>
                    <a:pt x="1608" y="3529"/>
                    <a:pt x="1450" y="3372"/>
                    <a:pt x="1450" y="3151"/>
                  </a:cubicBezTo>
                  <a:lnTo>
                    <a:pt x="1450" y="1733"/>
                  </a:lnTo>
                  <a:cubicBezTo>
                    <a:pt x="1450" y="1544"/>
                    <a:pt x="1608" y="1387"/>
                    <a:pt x="1797" y="1387"/>
                  </a:cubicBezTo>
                  <a:close/>
                  <a:moveTo>
                    <a:pt x="1797" y="4222"/>
                  </a:moveTo>
                  <a:cubicBezTo>
                    <a:pt x="1986" y="4222"/>
                    <a:pt x="2143" y="4380"/>
                    <a:pt x="2143" y="4569"/>
                  </a:cubicBezTo>
                  <a:cubicBezTo>
                    <a:pt x="2143" y="4789"/>
                    <a:pt x="1986" y="4947"/>
                    <a:pt x="1797" y="4947"/>
                  </a:cubicBezTo>
                  <a:cubicBezTo>
                    <a:pt x="1576" y="4947"/>
                    <a:pt x="1419" y="4789"/>
                    <a:pt x="1419" y="4569"/>
                  </a:cubicBezTo>
                  <a:cubicBezTo>
                    <a:pt x="1419" y="4380"/>
                    <a:pt x="1576" y="4222"/>
                    <a:pt x="1797" y="4222"/>
                  </a:cubicBezTo>
                  <a:close/>
                  <a:moveTo>
                    <a:pt x="1797" y="5609"/>
                  </a:moveTo>
                  <a:cubicBezTo>
                    <a:pt x="1986" y="5609"/>
                    <a:pt x="2143" y="5766"/>
                    <a:pt x="2143" y="5955"/>
                  </a:cubicBezTo>
                  <a:lnTo>
                    <a:pt x="2143" y="7373"/>
                  </a:lnTo>
                  <a:cubicBezTo>
                    <a:pt x="2143" y="7562"/>
                    <a:pt x="1986" y="7719"/>
                    <a:pt x="1797" y="7719"/>
                  </a:cubicBezTo>
                  <a:cubicBezTo>
                    <a:pt x="1608" y="7719"/>
                    <a:pt x="1450" y="7562"/>
                    <a:pt x="1450" y="7373"/>
                  </a:cubicBezTo>
                  <a:lnTo>
                    <a:pt x="1450" y="5955"/>
                  </a:lnTo>
                  <a:cubicBezTo>
                    <a:pt x="1450" y="5766"/>
                    <a:pt x="1608" y="5609"/>
                    <a:pt x="1797" y="5609"/>
                  </a:cubicBezTo>
                  <a:close/>
                  <a:moveTo>
                    <a:pt x="10272" y="1387"/>
                  </a:moveTo>
                  <a:cubicBezTo>
                    <a:pt x="10461" y="1387"/>
                    <a:pt x="10618" y="1544"/>
                    <a:pt x="10618" y="1733"/>
                  </a:cubicBezTo>
                  <a:lnTo>
                    <a:pt x="10618" y="7373"/>
                  </a:lnTo>
                  <a:cubicBezTo>
                    <a:pt x="10618" y="7562"/>
                    <a:pt x="10461" y="7719"/>
                    <a:pt x="10272" y="7719"/>
                  </a:cubicBezTo>
                  <a:lnTo>
                    <a:pt x="3183" y="7719"/>
                  </a:lnTo>
                  <a:cubicBezTo>
                    <a:pt x="2962" y="7719"/>
                    <a:pt x="2805" y="7562"/>
                    <a:pt x="2805" y="7373"/>
                  </a:cubicBezTo>
                  <a:lnTo>
                    <a:pt x="2805" y="1733"/>
                  </a:lnTo>
                  <a:cubicBezTo>
                    <a:pt x="2805" y="1544"/>
                    <a:pt x="2962" y="1387"/>
                    <a:pt x="3183" y="1387"/>
                  </a:cubicBezTo>
                  <a:close/>
                  <a:moveTo>
                    <a:pt x="1072" y="1"/>
                  </a:moveTo>
                  <a:cubicBezTo>
                    <a:pt x="474" y="1"/>
                    <a:pt x="1" y="473"/>
                    <a:pt x="1" y="1072"/>
                  </a:cubicBezTo>
                  <a:lnTo>
                    <a:pt x="1" y="8097"/>
                  </a:lnTo>
                  <a:cubicBezTo>
                    <a:pt x="1" y="8664"/>
                    <a:pt x="474" y="9137"/>
                    <a:pt x="1072" y="9137"/>
                  </a:cubicBezTo>
                  <a:lnTo>
                    <a:pt x="10965" y="9137"/>
                  </a:lnTo>
                  <a:cubicBezTo>
                    <a:pt x="11563" y="9137"/>
                    <a:pt x="12036" y="8664"/>
                    <a:pt x="12036" y="8097"/>
                  </a:cubicBezTo>
                  <a:lnTo>
                    <a:pt x="12036" y="1072"/>
                  </a:lnTo>
                  <a:cubicBezTo>
                    <a:pt x="12036" y="473"/>
                    <a:pt x="11563" y="1"/>
                    <a:pt x="109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6" name="Google Shape;2026;p85"/>
          <p:cNvGrpSpPr/>
          <p:nvPr/>
        </p:nvGrpSpPr>
        <p:grpSpPr>
          <a:xfrm>
            <a:off x="3224011" y="1843260"/>
            <a:ext cx="355258" cy="356205"/>
            <a:chOff x="-48630025" y="3199700"/>
            <a:chExt cx="300100" cy="300900"/>
          </a:xfrm>
        </p:grpSpPr>
        <p:sp>
          <p:nvSpPr>
            <p:cNvPr id="2027" name="Google Shape;2027;p85"/>
            <p:cNvSpPr/>
            <p:nvPr/>
          </p:nvSpPr>
          <p:spPr>
            <a:xfrm>
              <a:off x="-48630025" y="3199700"/>
              <a:ext cx="300100" cy="300900"/>
            </a:xfrm>
            <a:custGeom>
              <a:rect b="b" l="l" r="r" t="t"/>
              <a:pathLst>
                <a:path extrusionOk="0" h="12036" w="12004">
                  <a:moveTo>
                    <a:pt x="9893" y="1419"/>
                  </a:moveTo>
                  <a:lnTo>
                    <a:pt x="9893" y="1765"/>
                  </a:lnTo>
                  <a:cubicBezTo>
                    <a:pt x="9893" y="1986"/>
                    <a:pt x="10051" y="2143"/>
                    <a:pt x="10240" y="2143"/>
                  </a:cubicBezTo>
                  <a:lnTo>
                    <a:pt x="10586" y="2143"/>
                  </a:lnTo>
                  <a:lnTo>
                    <a:pt x="10586" y="5294"/>
                  </a:lnTo>
                  <a:cubicBezTo>
                    <a:pt x="9738" y="4603"/>
                    <a:pt x="8014" y="3599"/>
                    <a:pt x="6006" y="3592"/>
                  </a:cubicBezTo>
                  <a:lnTo>
                    <a:pt x="6006" y="3592"/>
                  </a:lnTo>
                  <a:cubicBezTo>
                    <a:pt x="6010" y="3592"/>
                    <a:pt x="6014" y="3592"/>
                    <a:pt x="6018" y="3592"/>
                  </a:cubicBezTo>
                  <a:lnTo>
                    <a:pt x="6018" y="3592"/>
                  </a:lnTo>
                  <a:cubicBezTo>
                    <a:pt x="6013" y="3592"/>
                    <a:pt x="6008" y="3592"/>
                    <a:pt x="6003" y="3592"/>
                  </a:cubicBezTo>
                  <a:lnTo>
                    <a:pt x="6003" y="3592"/>
                  </a:lnTo>
                  <a:cubicBezTo>
                    <a:pt x="5997" y="3592"/>
                    <a:pt x="5992" y="3592"/>
                    <a:pt x="5987" y="3592"/>
                  </a:cubicBezTo>
                  <a:cubicBezTo>
                    <a:pt x="5991" y="3592"/>
                    <a:pt x="5995" y="3592"/>
                    <a:pt x="5999" y="3592"/>
                  </a:cubicBezTo>
                  <a:lnTo>
                    <a:pt x="5999" y="3592"/>
                  </a:lnTo>
                  <a:cubicBezTo>
                    <a:pt x="4022" y="3599"/>
                    <a:pt x="2298" y="4666"/>
                    <a:pt x="1418" y="5294"/>
                  </a:cubicBezTo>
                  <a:lnTo>
                    <a:pt x="1418" y="2143"/>
                  </a:lnTo>
                  <a:lnTo>
                    <a:pt x="1765" y="2143"/>
                  </a:lnTo>
                  <a:cubicBezTo>
                    <a:pt x="1986" y="2143"/>
                    <a:pt x="2112" y="1986"/>
                    <a:pt x="2112" y="1765"/>
                  </a:cubicBezTo>
                  <a:lnTo>
                    <a:pt x="2112" y="1419"/>
                  </a:lnTo>
                  <a:close/>
                  <a:moveTo>
                    <a:pt x="6002" y="3592"/>
                  </a:moveTo>
                  <a:cubicBezTo>
                    <a:pt x="7319" y="3601"/>
                    <a:pt x="8413" y="4700"/>
                    <a:pt x="8413" y="6018"/>
                  </a:cubicBezTo>
                  <a:cubicBezTo>
                    <a:pt x="8413" y="7368"/>
                    <a:pt x="7319" y="8467"/>
                    <a:pt x="6002" y="8476"/>
                  </a:cubicBezTo>
                  <a:lnTo>
                    <a:pt x="6002" y="8476"/>
                  </a:lnTo>
                  <a:cubicBezTo>
                    <a:pt x="4686" y="8467"/>
                    <a:pt x="3592" y="7368"/>
                    <a:pt x="3592" y="6018"/>
                  </a:cubicBezTo>
                  <a:cubicBezTo>
                    <a:pt x="3592" y="4700"/>
                    <a:pt x="4686" y="3601"/>
                    <a:pt x="6002" y="3592"/>
                  </a:cubicBezTo>
                  <a:close/>
                  <a:moveTo>
                    <a:pt x="10586" y="6774"/>
                  </a:moveTo>
                  <a:lnTo>
                    <a:pt x="10586" y="9925"/>
                  </a:lnTo>
                  <a:lnTo>
                    <a:pt x="10240" y="9925"/>
                  </a:lnTo>
                  <a:cubicBezTo>
                    <a:pt x="10051" y="9925"/>
                    <a:pt x="9893" y="10082"/>
                    <a:pt x="9893" y="10271"/>
                  </a:cubicBezTo>
                  <a:lnTo>
                    <a:pt x="9893" y="10618"/>
                  </a:lnTo>
                  <a:lnTo>
                    <a:pt x="2112" y="10618"/>
                  </a:lnTo>
                  <a:lnTo>
                    <a:pt x="2112" y="10271"/>
                  </a:lnTo>
                  <a:cubicBezTo>
                    <a:pt x="2112" y="10082"/>
                    <a:pt x="1986" y="9925"/>
                    <a:pt x="1765" y="9925"/>
                  </a:cubicBezTo>
                  <a:lnTo>
                    <a:pt x="1418" y="9925"/>
                  </a:lnTo>
                  <a:lnTo>
                    <a:pt x="1418" y="6774"/>
                  </a:lnTo>
                  <a:cubicBezTo>
                    <a:pt x="2298" y="7434"/>
                    <a:pt x="4022" y="8469"/>
                    <a:pt x="5999" y="8476"/>
                  </a:cubicBezTo>
                  <a:lnTo>
                    <a:pt x="5999" y="8476"/>
                  </a:lnTo>
                  <a:cubicBezTo>
                    <a:pt x="5995" y="8476"/>
                    <a:pt x="5991" y="8476"/>
                    <a:pt x="5987" y="8476"/>
                  </a:cubicBezTo>
                  <a:cubicBezTo>
                    <a:pt x="5992" y="8476"/>
                    <a:pt x="5997" y="8476"/>
                    <a:pt x="6002" y="8476"/>
                  </a:cubicBezTo>
                  <a:lnTo>
                    <a:pt x="6002" y="8476"/>
                  </a:lnTo>
                  <a:cubicBezTo>
                    <a:pt x="6008" y="8476"/>
                    <a:pt x="6013" y="8476"/>
                    <a:pt x="6018" y="8476"/>
                  </a:cubicBezTo>
                  <a:cubicBezTo>
                    <a:pt x="6014" y="8476"/>
                    <a:pt x="6010" y="8476"/>
                    <a:pt x="6006" y="8476"/>
                  </a:cubicBezTo>
                  <a:lnTo>
                    <a:pt x="6006" y="8476"/>
                  </a:lnTo>
                  <a:cubicBezTo>
                    <a:pt x="8014" y="8469"/>
                    <a:pt x="9738" y="7402"/>
                    <a:pt x="10586" y="6774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86"/>
                    <a:pt x="158" y="2143"/>
                    <a:pt x="347" y="2143"/>
                  </a:cubicBezTo>
                  <a:lnTo>
                    <a:pt x="694" y="2143"/>
                  </a:lnTo>
                  <a:lnTo>
                    <a:pt x="694" y="9925"/>
                  </a:lnTo>
                  <a:lnTo>
                    <a:pt x="347" y="9925"/>
                  </a:lnTo>
                  <a:cubicBezTo>
                    <a:pt x="158" y="9925"/>
                    <a:pt x="1" y="10082"/>
                    <a:pt x="1" y="10271"/>
                  </a:cubicBezTo>
                  <a:lnTo>
                    <a:pt x="1" y="11689"/>
                  </a:lnTo>
                  <a:cubicBezTo>
                    <a:pt x="1" y="11910"/>
                    <a:pt x="158" y="12036"/>
                    <a:pt x="347" y="12036"/>
                  </a:cubicBezTo>
                  <a:lnTo>
                    <a:pt x="1765" y="12036"/>
                  </a:lnTo>
                  <a:cubicBezTo>
                    <a:pt x="1986" y="12036"/>
                    <a:pt x="2112" y="11910"/>
                    <a:pt x="2112" y="11689"/>
                  </a:cubicBezTo>
                  <a:lnTo>
                    <a:pt x="2112" y="11343"/>
                  </a:lnTo>
                  <a:lnTo>
                    <a:pt x="9893" y="11343"/>
                  </a:lnTo>
                  <a:lnTo>
                    <a:pt x="9893" y="11689"/>
                  </a:lnTo>
                  <a:cubicBezTo>
                    <a:pt x="9893" y="11910"/>
                    <a:pt x="10051" y="12036"/>
                    <a:pt x="10240" y="12036"/>
                  </a:cubicBezTo>
                  <a:lnTo>
                    <a:pt x="11658" y="12036"/>
                  </a:lnTo>
                  <a:cubicBezTo>
                    <a:pt x="11847" y="12036"/>
                    <a:pt x="12004" y="11910"/>
                    <a:pt x="12004" y="11689"/>
                  </a:cubicBezTo>
                  <a:lnTo>
                    <a:pt x="12004" y="10271"/>
                  </a:lnTo>
                  <a:cubicBezTo>
                    <a:pt x="12004" y="10082"/>
                    <a:pt x="11847" y="9925"/>
                    <a:pt x="11658" y="9925"/>
                  </a:cubicBezTo>
                  <a:lnTo>
                    <a:pt x="11311" y="9925"/>
                  </a:lnTo>
                  <a:lnTo>
                    <a:pt x="11311" y="2143"/>
                  </a:lnTo>
                  <a:lnTo>
                    <a:pt x="11658" y="2143"/>
                  </a:lnTo>
                  <a:cubicBezTo>
                    <a:pt x="11847" y="2143"/>
                    <a:pt x="12004" y="1986"/>
                    <a:pt x="12004" y="1765"/>
                  </a:cubicBezTo>
                  <a:lnTo>
                    <a:pt x="12004" y="347"/>
                  </a:lnTo>
                  <a:cubicBezTo>
                    <a:pt x="12004" y="158"/>
                    <a:pt x="11847" y="1"/>
                    <a:pt x="11658" y="1"/>
                  </a:cubicBezTo>
                  <a:lnTo>
                    <a:pt x="10240" y="1"/>
                  </a:lnTo>
                  <a:cubicBezTo>
                    <a:pt x="10051" y="1"/>
                    <a:pt x="9893" y="158"/>
                    <a:pt x="9893" y="347"/>
                  </a:cubicBezTo>
                  <a:lnTo>
                    <a:pt x="9893" y="725"/>
                  </a:lnTo>
                  <a:lnTo>
                    <a:pt x="2112" y="725"/>
                  </a:lnTo>
                  <a:lnTo>
                    <a:pt x="2112" y="347"/>
                  </a:lnTo>
                  <a:cubicBezTo>
                    <a:pt x="2112" y="158"/>
                    <a:pt x="1986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85"/>
            <p:cNvSpPr/>
            <p:nvPr/>
          </p:nvSpPr>
          <p:spPr>
            <a:xfrm>
              <a:off x="-48524475" y="3306025"/>
              <a:ext cx="88225" cy="89050"/>
            </a:xfrm>
            <a:custGeom>
              <a:rect b="b" l="l" r="r" t="t"/>
              <a:pathLst>
                <a:path extrusionOk="0" h="3562" w="3529">
                  <a:moveTo>
                    <a:pt x="1765" y="726"/>
                  </a:moveTo>
                  <a:cubicBezTo>
                    <a:pt x="2363" y="726"/>
                    <a:pt x="2836" y="1198"/>
                    <a:pt x="2836" y="1765"/>
                  </a:cubicBezTo>
                  <a:cubicBezTo>
                    <a:pt x="2836" y="2364"/>
                    <a:pt x="2363" y="2836"/>
                    <a:pt x="1765" y="2836"/>
                  </a:cubicBezTo>
                  <a:cubicBezTo>
                    <a:pt x="1166" y="2836"/>
                    <a:pt x="694" y="2364"/>
                    <a:pt x="694" y="1765"/>
                  </a:cubicBez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9"/>
                    <a:pt x="0" y="1765"/>
                  </a:cubicBezTo>
                  <a:cubicBezTo>
                    <a:pt x="0" y="2773"/>
                    <a:pt x="788" y="3561"/>
                    <a:pt x="1765" y="3561"/>
                  </a:cubicBezTo>
                  <a:cubicBezTo>
                    <a:pt x="2741" y="3561"/>
                    <a:pt x="3529" y="2773"/>
                    <a:pt x="3529" y="1765"/>
                  </a:cubicBezTo>
                  <a:cubicBezTo>
                    <a:pt x="3529" y="789"/>
                    <a:pt x="2741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85"/>
            <p:cNvSpPr/>
            <p:nvPr/>
          </p:nvSpPr>
          <p:spPr>
            <a:xfrm>
              <a:off x="-48489025" y="334147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0" name="Google Shape;2030;p85"/>
          <p:cNvGrpSpPr/>
          <p:nvPr/>
        </p:nvGrpSpPr>
        <p:grpSpPr>
          <a:xfrm>
            <a:off x="7833859" y="2404591"/>
            <a:ext cx="355258" cy="355258"/>
            <a:chOff x="-48630025" y="3569100"/>
            <a:chExt cx="300100" cy="300100"/>
          </a:xfrm>
        </p:grpSpPr>
        <p:sp>
          <p:nvSpPr>
            <p:cNvPr id="2031" name="Google Shape;2031;p85"/>
            <p:cNvSpPr/>
            <p:nvPr/>
          </p:nvSpPr>
          <p:spPr>
            <a:xfrm>
              <a:off x="-48400825" y="37108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85"/>
            <p:cNvSpPr/>
            <p:nvPr/>
          </p:nvSpPr>
          <p:spPr>
            <a:xfrm>
              <a:off x="-48400825" y="378175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85"/>
            <p:cNvSpPr/>
            <p:nvPr/>
          </p:nvSpPr>
          <p:spPr>
            <a:xfrm>
              <a:off x="-48488250" y="37108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85"/>
            <p:cNvSpPr/>
            <p:nvPr/>
          </p:nvSpPr>
          <p:spPr>
            <a:xfrm>
              <a:off x="-48488250" y="36400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85"/>
            <p:cNvSpPr/>
            <p:nvPr/>
          </p:nvSpPr>
          <p:spPr>
            <a:xfrm>
              <a:off x="-48400825" y="36400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85"/>
            <p:cNvSpPr/>
            <p:nvPr/>
          </p:nvSpPr>
          <p:spPr>
            <a:xfrm>
              <a:off x="-48541800" y="3569100"/>
              <a:ext cx="211875" cy="300100"/>
            </a:xfrm>
            <a:custGeom>
              <a:rect b="b" l="l" r="r" t="t"/>
              <a:pathLst>
                <a:path extrusionOk="0" h="12004" w="8475">
                  <a:moveTo>
                    <a:pt x="2489" y="2080"/>
                  </a:moveTo>
                  <a:cubicBezTo>
                    <a:pt x="3088" y="2080"/>
                    <a:pt x="3560" y="2552"/>
                    <a:pt x="3560" y="3151"/>
                  </a:cubicBezTo>
                  <a:cubicBezTo>
                    <a:pt x="3560" y="3750"/>
                    <a:pt x="3088" y="4222"/>
                    <a:pt x="2489" y="4222"/>
                  </a:cubicBezTo>
                  <a:cubicBezTo>
                    <a:pt x="1891" y="4222"/>
                    <a:pt x="1418" y="3750"/>
                    <a:pt x="1418" y="3151"/>
                  </a:cubicBezTo>
                  <a:cubicBezTo>
                    <a:pt x="1418" y="2552"/>
                    <a:pt x="1891" y="2080"/>
                    <a:pt x="2489" y="2080"/>
                  </a:cubicBezTo>
                  <a:close/>
                  <a:moveTo>
                    <a:pt x="6018" y="2080"/>
                  </a:moveTo>
                  <a:cubicBezTo>
                    <a:pt x="6585" y="2080"/>
                    <a:pt x="7057" y="2552"/>
                    <a:pt x="7057" y="3151"/>
                  </a:cubicBezTo>
                  <a:cubicBezTo>
                    <a:pt x="7057" y="3750"/>
                    <a:pt x="6585" y="4222"/>
                    <a:pt x="6018" y="4222"/>
                  </a:cubicBezTo>
                  <a:cubicBezTo>
                    <a:pt x="5419" y="4222"/>
                    <a:pt x="4947" y="3750"/>
                    <a:pt x="4947" y="3151"/>
                  </a:cubicBezTo>
                  <a:cubicBezTo>
                    <a:pt x="4947" y="2552"/>
                    <a:pt x="5419" y="2080"/>
                    <a:pt x="6018" y="2080"/>
                  </a:cubicBezTo>
                  <a:close/>
                  <a:moveTo>
                    <a:pt x="2489" y="4915"/>
                  </a:moveTo>
                  <a:cubicBezTo>
                    <a:pt x="3088" y="4915"/>
                    <a:pt x="3560" y="5388"/>
                    <a:pt x="3560" y="5987"/>
                  </a:cubicBezTo>
                  <a:cubicBezTo>
                    <a:pt x="3560" y="6585"/>
                    <a:pt x="3088" y="7058"/>
                    <a:pt x="2489" y="7058"/>
                  </a:cubicBezTo>
                  <a:cubicBezTo>
                    <a:pt x="1891" y="7058"/>
                    <a:pt x="1418" y="6585"/>
                    <a:pt x="1418" y="5987"/>
                  </a:cubicBezTo>
                  <a:cubicBezTo>
                    <a:pt x="1418" y="5388"/>
                    <a:pt x="1891" y="4915"/>
                    <a:pt x="2489" y="4915"/>
                  </a:cubicBezTo>
                  <a:close/>
                  <a:moveTo>
                    <a:pt x="6018" y="4915"/>
                  </a:moveTo>
                  <a:cubicBezTo>
                    <a:pt x="6585" y="4915"/>
                    <a:pt x="7057" y="5388"/>
                    <a:pt x="7057" y="5987"/>
                  </a:cubicBezTo>
                  <a:cubicBezTo>
                    <a:pt x="7057" y="6585"/>
                    <a:pt x="6585" y="7058"/>
                    <a:pt x="6018" y="7058"/>
                  </a:cubicBezTo>
                  <a:cubicBezTo>
                    <a:pt x="5419" y="7058"/>
                    <a:pt x="4947" y="6585"/>
                    <a:pt x="4947" y="5987"/>
                  </a:cubicBezTo>
                  <a:cubicBezTo>
                    <a:pt x="4947" y="5388"/>
                    <a:pt x="5419" y="4915"/>
                    <a:pt x="6018" y="4915"/>
                  </a:cubicBezTo>
                  <a:close/>
                  <a:moveTo>
                    <a:pt x="2489" y="7751"/>
                  </a:moveTo>
                  <a:cubicBezTo>
                    <a:pt x="3088" y="7751"/>
                    <a:pt x="3560" y="8223"/>
                    <a:pt x="3560" y="8822"/>
                  </a:cubicBezTo>
                  <a:cubicBezTo>
                    <a:pt x="3560" y="9421"/>
                    <a:pt x="3088" y="9862"/>
                    <a:pt x="2489" y="9862"/>
                  </a:cubicBezTo>
                  <a:cubicBezTo>
                    <a:pt x="1891" y="9862"/>
                    <a:pt x="1418" y="9421"/>
                    <a:pt x="1418" y="8822"/>
                  </a:cubicBezTo>
                  <a:cubicBezTo>
                    <a:pt x="1418" y="8223"/>
                    <a:pt x="1891" y="7751"/>
                    <a:pt x="2489" y="7751"/>
                  </a:cubicBezTo>
                  <a:close/>
                  <a:moveTo>
                    <a:pt x="6018" y="7751"/>
                  </a:moveTo>
                  <a:cubicBezTo>
                    <a:pt x="6585" y="7751"/>
                    <a:pt x="7057" y="8223"/>
                    <a:pt x="7057" y="8822"/>
                  </a:cubicBezTo>
                  <a:cubicBezTo>
                    <a:pt x="7057" y="9421"/>
                    <a:pt x="6585" y="9862"/>
                    <a:pt x="6018" y="9862"/>
                  </a:cubicBezTo>
                  <a:cubicBezTo>
                    <a:pt x="5419" y="9862"/>
                    <a:pt x="4947" y="9421"/>
                    <a:pt x="4947" y="8822"/>
                  </a:cubicBezTo>
                  <a:cubicBezTo>
                    <a:pt x="4947" y="8223"/>
                    <a:pt x="5419" y="7751"/>
                    <a:pt x="6018" y="7751"/>
                  </a:cubicBezTo>
                  <a:close/>
                  <a:moveTo>
                    <a:pt x="1796" y="1"/>
                  </a:moveTo>
                  <a:cubicBezTo>
                    <a:pt x="788" y="1"/>
                    <a:pt x="0" y="788"/>
                    <a:pt x="0" y="1765"/>
                  </a:cubicBezTo>
                  <a:lnTo>
                    <a:pt x="0" y="10240"/>
                  </a:lnTo>
                  <a:cubicBezTo>
                    <a:pt x="0" y="11216"/>
                    <a:pt x="788" y="12004"/>
                    <a:pt x="1796" y="12004"/>
                  </a:cubicBezTo>
                  <a:lnTo>
                    <a:pt x="6711" y="12004"/>
                  </a:lnTo>
                  <a:cubicBezTo>
                    <a:pt x="7687" y="12004"/>
                    <a:pt x="8475" y="11216"/>
                    <a:pt x="8475" y="10240"/>
                  </a:cubicBezTo>
                  <a:lnTo>
                    <a:pt x="8475" y="1765"/>
                  </a:lnTo>
                  <a:cubicBezTo>
                    <a:pt x="8475" y="788"/>
                    <a:pt x="7687" y="1"/>
                    <a:pt x="6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85"/>
            <p:cNvSpPr/>
            <p:nvPr/>
          </p:nvSpPr>
          <p:spPr>
            <a:xfrm>
              <a:off x="-48488250" y="378175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85"/>
            <p:cNvSpPr/>
            <p:nvPr/>
          </p:nvSpPr>
          <p:spPr>
            <a:xfrm>
              <a:off x="-48630025" y="3569900"/>
              <a:ext cx="71700" cy="87450"/>
            </a:xfrm>
            <a:custGeom>
              <a:rect b="b" l="l" r="r" t="t"/>
              <a:pathLst>
                <a:path extrusionOk="0" h="3498" w="2868">
                  <a:moveTo>
                    <a:pt x="2490" y="0"/>
                  </a:moveTo>
                  <a:cubicBezTo>
                    <a:pt x="1765" y="0"/>
                    <a:pt x="1229" y="32"/>
                    <a:pt x="631" y="630"/>
                  </a:cubicBezTo>
                  <a:cubicBezTo>
                    <a:pt x="221" y="1040"/>
                    <a:pt x="1" y="1575"/>
                    <a:pt x="1" y="2142"/>
                  </a:cubicBezTo>
                  <a:cubicBezTo>
                    <a:pt x="1" y="2867"/>
                    <a:pt x="631" y="3497"/>
                    <a:pt x="1418" y="3497"/>
                  </a:cubicBezTo>
                  <a:cubicBezTo>
                    <a:pt x="2017" y="3497"/>
                    <a:pt x="2553" y="3119"/>
                    <a:pt x="2742" y="2552"/>
                  </a:cubicBezTo>
                  <a:cubicBezTo>
                    <a:pt x="2868" y="2237"/>
                    <a:pt x="2805" y="1922"/>
                    <a:pt x="2584" y="1701"/>
                  </a:cubicBezTo>
                  <a:cubicBezTo>
                    <a:pt x="2395" y="1449"/>
                    <a:pt x="2269" y="1134"/>
                    <a:pt x="2742" y="567"/>
                  </a:cubicBezTo>
                  <a:cubicBezTo>
                    <a:pt x="2836" y="441"/>
                    <a:pt x="2868" y="315"/>
                    <a:pt x="2805" y="189"/>
                  </a:cubicBezTo>
                  <a:cubicBezTo>
                    <a:pt x="2742" y="95"/>
                    <a:pt x="2584" y="0"/>
                    <a:pt x="24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85"/>
            <p:cNvSpPr/>
            <p:nvPr/>
          </p:nvSpPr>
          <p:spPr>
            <a:xfrm>
              <a:off x="-48626875" y="3668350"/>
              <a:ext cx="64625" cy="42550"/>
            </a:xfrm>
            <a:custGeom>
              <a:rect b="b" l="l" r="r" t="t"/>
              <a:pathLst>
                <a:path extrusionOk="0" h="1702" w="2585">
                  <a:moveTo>
                    <a:pt x="316" y="0"/>
                  </a:moveTo>
                  <a:cubicBezTo>
                    <a:pt x="158" y="473"/>
                    <a:pt x="32" y="1103"/>
                    <a:pt x="1" y="1701"/>
                  </a:cubicBezTo>
                  <a:lnTo>
                    <a:pt x="2584" y="1701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85"/>
            <p:cNvSpPr/>
            <p:nvPr/>
          </p:nvSpPr>
          <p:spPr>
            <a:xfrm>
              <a:off x="-48630025" y="3727425"/>
              <a:ext cx="70925" cy="141775"/>
            </a:xfrm>
            <a:custGeom>
              <a:rect b="b" l="l" r="r" t="t"/>
              <a:pathLst>
                <a:path extrusionOk="0" h="5671" w="2837">
                  <a:moveTo>
                    <a:pt x="32" y="0"/>
                  </a:moveTo>
                  <a:cubicBezTo>
                    <a:pt x="1" y="347"/>
                    <a:pt x="1" y="756"/>
                    <a:pt x="1" y="1071"/>
                  </a:cubicBezTo>
                  <a:cubicBezTo>
                    <a:pt x="1" y="2741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36" y="756"/>
                    <a:pt x="2836" y="378"/>
                    <a:pt x="28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1" name="Google Shape;2041;p85"/>
          <p:cNvGrpSpPr/>
          <p:nvPr/>
        </p:nvGrpSpPr>
        <p:grpSpPr>
          <a:xfrm>
            <a:off x="3222791" y="2949401"/>
            <a:ext cx="354311" cy="353394"/>
            <a:chOff x="-48629225" y="3938500"/>
            <a:chExt cx="299300" cy="298525"/>
          </a:xfrm>
        </p:grpSpPr>
        <p:sp>
          <p:nvSpPr>
            <p:cNvPr id="2042" name="Google Shape;2042;p85"/>
            <p:cNvSpPr/>
            <p:nvPr/>
          </p:nvSpPr>
          <p:spPr>
            <a:xfrm>
              <a:off x="-48629225" y="3938500"/>
              <a:ext cx="299300" cy="298525"/>
            </a:xfrm>
            <a:custGeom>
              <a:rect b="b" l="l" r="r" t="t"/>
              <a:pathLst>
                <a:path extrusionOk="0" h="11941" w="11972">
                  <a:moveTo>
                    <a:pt x="5955" y="2111"/>
                  </a:moveTo>
                  <a:cubicBezTo>
                    <a:pt x="8097" y="2111"/>
                    <a:pt x="9830" y="3844"/>
                    <a:pt x="9830" y="5986"/>
                  </a:cubicBezTo>
                  <a:cubicBezTo>
                    <a:pt x="9798" y="8129"/>
                    <a:pt x="8066" y="9830"/>
                    <a:pt x="5955" y="9830"/>
                  </a:cubicBezTo>
                  <a:cubicBezTo>
                    <a:pt x="3875" y="9830"/>
                    <a:pt x="2080" y="8129"/>
                    <a:pt x="2080" y="5986"/>
                  </a:cubicBezTo>
                  <a:cubicBezTo>
                    <a:pt x="2080" y="3844"/>
                    <a:pt x="3812" y="2111"/>
                    <a:pt x="5955" y="2111"/>
                  </a:cubicBezTo>
                  <a:close/>
                  <a:moveTo>
                    <a:pt x="5293" y="0"/>
                  </a:moveTo>
                  <a:cubicBezTo>
                    <a:pt x="5167" y="0"/>
                    <a:pt x="5041" y="63"/>
                    <a:pt x="4978" y="189"/>
                  </a:cubicBezTo>
                  <a:lnTo>
                    <a:pt x="4631" y="882"/>
                  </a:lnTo>
                  <a:cubicBezTo>
                    <a:pt x="4190" y="1009"/>
                    <a:pt x="3749" y="1166"/>
                    <a:pt x="3371" y="1418"/>
                  </a:cubicBezTo>
                  <a:lnTo>
                    <a:pt x="2615" y="1166"/>
                  </a:lnTo>
                  <a:cubicBezTo>
                    <a:pt x="2584" y="1158"/>
                    <a:pt x="2550" y="1154"/>
                    <a:pt x="2517" y="1154"/>
                  </a:cubicBezTo>
                  <a:cubicBezTo>
                    <a:pt x="2416" y="1154"/>
                    <a:pt x="2316" y="1190"/>
                    <a:pt x="2269" y="1261"/>
                  </a:cubicBezTo>
                  <a:lnTo>
                    <a:pt x="1260" y="2237"/>
                  </a:lnTo>
                  <a:cubicBezTo>
                    <a:pt x="1197" y="2300"/>
                    <a:pt x="1166" y="2458"/>
                    <a:pt x="1197" y="2584"/>
                  </a:cubicBezTo>
                  <a:lnTo>
                    <a:pt x="1418" y="3340"/>
                  </a:lnTo>
                  <a:cubicBezTo>
                    <a:pt x="1197" y="3718"/>
                    <a:pt x="1040" y="4159"/>
                    <a:pt x="914" y="4600"/>
                  </a:cubicBezTo>
                  <a:lnTo>
                    <a:pt x="221" y="4947"/>
                  </a:lnTo>
                  <a:cubicBezTo>
                    <a:pt x="95" y="5010"/>
                    <a:pt x="0" y="5136"/>
                    <a:pt x="0" y="5262"/>
                  </a:cubicBezTo>
                  <a:lnTo>
                    <a:pt x="0" y="6679"/>
                  </a:lnTo>
                  <a:cubicBezTo>
                    <a:pt x="0" y="6805"/>
                    <a:pt x="95" y="6931"/>
                    <a:pt x="221" y="6994"/>
                  </a:cubicBezTo>
                  <a:lnTo>
                    <a:pt x="914" y="7341"/>
                  </a:lnTo>
                  <a:cubicBezTo>
                    <a:pt x="1040" y="7782"/>
                    <a:pt x="1229" y="8223"/>
                    <a:pt x="1418" y="8601"/>
                  </a:cubicBezTo>
                  <a:lnTo>
                    <a:pt x="1197" y="9357"/>
                  </a:lnTo>
                  <a:cubicBezTo>
                    <a:pt x="1166" y="9483"/>
                    <a:pt x="1197" y="9641"/>
                    <a:pt x="1260" y="9704"/>
                  </a:cubicBezTo>
                  <a:lnTo>
                    <a:pt x="2269" y="10680"/>
                  </a:lnTo>
                  <a:cubicBezTo>
                    <a:pt x="2316" y="10751"/>
                    <a:pt x="2416" y="10787"/>
                    <a:pt x="2517" y="10787"/>
                  </a:cubicBezTo>
                  <a:cubicBezTo>
                    <a:pt x="2550" y="10787"/>
                    <a:pt x="2584" y="10783"/>
                    <a:pt x="2615" y="10775"/>
                  </a:cubicBezTo>
                  <a:lnTo>
                    <a:pt x="3371" y="10523"/>
                  </a:lnTo>
                  <a:cubicBezTo>
                    <a:pt x="3749" y="10775"/>
                    <a:pt x="4190" y="10933"/>
                    <a:pt x="4631" y="11059"/>
                  </a:cubicBezTo>
                  <a:lnTo>
                    <a:pt x="4978" y="11752"/>
                  </a:lnTo>
                  <a:cubicBezTo>
                    <a:pt x="5041" y="11878"/>
                    <a:pt x="5167" y="11941"/>
                    <a:pt x="5293" y="11941"/>
                  </a:cubicBezTo>
                  <a:lnTo>
                    <a:pt x="6711" y="11941"/>
                  </a:lnTo>
                  <a:cubicBezTo>
                    <a:pt x="6837" y="11941"/>
                    <a:pt x="6931" y="11878"/>
                    <a:pt x="7026" y="11752"/>
                  </a:cubicBezTo>
                  <a:lnTo>
                    <a:pt x="7372" y="11059"/>
                  </a:lnTo>
                  <a:cubicBezTo>
                    <a:pt x="7813" y="10933"/>
                    <a:pt x="8255" y="10775"/>
                    <a:pt x="8633" y="10523"/>
                  </a:cubicBezTo>
                  <a:lnTo>
                    <a:pt x="9389" y="10775"/>
                  </a:lnTo>
                  <a:cubicBezTo>
                    <a:pt x="9420" y="10783"/>
                    <a:pt x="9452" y="10787"/>
                    <a:pt x="9483" y="10787"/>
                  </a:cubicBezTo>
                  <a:cubicBezTo>
                    <a:pt x="9576" y="10787"/>
                    <a:pt x="9664" y="10751"/>
                    <a:pt x="9735" y="10680"/>
                  </a:cubicBezTo>
                  <a:lnTo>
                    <a:pt x="10712" y="9704"/>
                  </a:lnTo>
                  <a:cubicBezTo>
                    <a:pt x="10806" y="9641"/>
                    <a:pt x="10838" y="9483"/>
                    <a:pt x="10806" y="9357"/>
                  </a:cubicBezTo>
                  <a:lnTo>
                    <a:pt x="10554" y="8601"/>
                  </a:lnTo>
                  <a:cubicBezTo>
                    <a:pt x="10806" y="8223"/>
                    <a:pt x="10964" y="7782"/>
                    <a:pt x="11058" y="7341"/>
                  </a:cubicBezTo>
                  <a:lnTo>
                    <a:pt x="11783" y="6994"/>
                  </a:lnTo>
                  <a:cubicBezTo>
                    <a:pt x="11909" y="6931"/>
                    <a:pt x="11972" y="6805"/>
                    <a:pt x="11972" y="6679"/>
                  </a:cubicBezTo>
                  <a:lnTo>
                    <a:pt x="11972" y="5262"/>
                  </a:lnTo>
                  <a:cubicBezTo>
                    <a:pt x="11972" y="5136"/>
                    <a:pt x="11909" y="5041"/>
                    <a:pt x="11783" y="4947"/>
                  </a:cubicBezTo>
                  <a:lnTo>
                    <a:pt x="11058" y="4600"/>
                  </a:lnTo>
                  <a:cubicBezTo>
                    <a:pt x="10964" y="4159"/>
                    <a:pt x="10743" y="3718"/>
                    <a:pt x="10554" y="3340"/>
                  </a:cubicBezTo>
                  <a:lnTo>
                    <a:pt x="10806" y="2584"/>
                  </a:lnTo>
                  <a:cubicBezTo>
                    <a:pt x="10838" y="2458"/>
                    <a:pt x="10806" y="2300"/>
                    <a:pt x="10712" y="2237"/>
                  </a:cubicBezTo>
                  <a:lnTo>
                    <a:pt x="9735" y="1261"/>
                  </a:lnTo>
                  <a:cubicBezTo>
                    <a:pt x="9664" y="1190"/>
                    <a:pt x="9558" y="1154"/>
                    <a:pt x="9469" y="1154"/>
                  </a:cubicBezTo>
                  <a:cubicBezTo>
                    <a:pt x="9440" y="1154"/>
                    <a:pt x="9412" y="1158"/>
                    <a:pt x="9389" y="1166"/>
                  </a:cubicBezTo>
                  <a:lnTo>
                    <a:pt x="8633" y="1418"/>
                  </a:lnTo>
                  <a:cubicBezTo>
                    <a:pt x="8255" y="1166"/>
                    <a:pt x="7813" y="1009"/>
                    <a:pt x="7372" y="882"/>
                  </a:cubicBezTo>
                  <a:lnTo>
                    <a:pt x="7026" y="189"/>
                  </a:lnTo>
                  <a:cubicBezTo>
                    <a:pt x="6931" y="63"/>
                    <a:pt x="6837" y="0"/>
                    <a:pt x="67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85"/>
            <p:cNvSpPr/>
            <p:nvPr/>
          </p:nvSpPr>
          <p:spPr>
            <a:xfrm>
              <a:off x="-48496900" y="4119650"/>
              <a:ext cx="35450" cy="47275"/>
            </a:xfrm>
            <a:custGeom>
              <a:rect b="b" l="l" r="r" t="t"/>
              <a:pathLst>
                <a:path extrusionOk="0" h="1891" w="1418">
                  <a:moveTo>
                    <a:pt x="0" y="0"/>
                  </a:moveTo>
                  <a:lnTo>
                    <a:pt x="0" y="1796"/>
                  </a:lnTo>
                  <a:cubicBezTo>
                    <a:pt x="221" y="1828"/>
                    <a:pt x="473" y="1891"/>
                    <a:pt x="693" y="1891"/>
                  </a:cubicBezTo>
                  <a:cubicBezTo>
                    <a:pt x="945" y="1891"/>
                    <a:pt x="1166" y="1828"/>
                    <a:pt x="1418" y="1796"/>
                  </a:cubicBezTo>
                  <a:lnTo>
                    <a:pt x="1418" y="0"/>
                  </a:lnTo>
                  <a:cubicBezTo>
                    <a:pt x="1166" y="63"/>
                    <a:pt x="945" y="95"/>
                    <a:pt x="693" y="95"/>
                  </a:cubicBezTo>
                  <a:cubicBezTo>
                    <a:pt x="473" y="95"/>
                    <a:pt x="189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85"/>
            <p:cNvSpPr/>
            <p:nvPr/>
          </p:nvSpPr>
          <p:spPr>
            <a:xfrm>
              <a:off x="-48495325" y="4073175"/>
              <a:ext cx="29950" cy="31325"/>
            </a:xfrm>
            <a:custGeom>
              <a:rect b="b" l="l" r="r" t="t"/>
              <a:pathLst>
                <a:path extrusionOk="0" h="1253" w="1198">
                  <a:moveTo>
                    <a:pt x="599" y="1"/>
                  </a:moveTo>
                  <a:lnTo>
                    <a:pt x="0" y="1135"/>
                  </a:lnTo>
                  <a:cubicBezTo>
                    <a:pt x="205" y="1214"/>
                    <a:pt x="410" y="1253"/>
                    <a:pt x="610" y="1253"/>
                  </a:cubicBezTo>
                  <a:cubicBezTo>
                    <a:pt x="811" y="1253"/>
                    <a:pt x="1008" y="1214"/>
                    <a:pt x="1197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85"/>
            <p:cNvSpPr/>
            <p:nvPr/>
          </p:nvSpPr>
          <p:spPr>
            <a:xfrm>
              <a:off x="-48559125" y="4009375"/>
              <a:ext cx="159900" cy="149675"/>
            </a:xfrm>
            <a:custGeom>
              <a:rect b="b" l="l" r="r" t="t"/>
              <a:pathLst>
                <a:path extrusionOk="0" h="5987" w="6396">
                  <a:moveTo>
                    <a:pt x="3151" y="1"/>
                  </a:moveTo>
                  <a:cubicBezTo>
                    <a:pt x="1418" y="1"/>
                    <a:pt x="0" y="1418"/>
                    <a:pt x="0" y="3151"/>
                  </a:cubicBezTo>
                  <a:cubicBezTo>
                    <a:pt x="0" y="4348"/>
                    <a:pt x="725" y="5420"/>
                    <a:pt x="1764" y="5987"/>
                  </a:cubicBezTo>
                  <a:lnTo>
                    <a:pt x="1764" y="3844"/>
                  </a:lnTo>
                  <a:cubicBezTo>
                    <a:pt x="1764" y="3687"/>
                    <a:pt x="2804" y="1734"/>
                    <a:pt x="2867" y="1608"/>
                  </a:cubicBezTo>
                  <a:cubicBezTo>
                    <a:pt x="2930" y="1482"/>
                    <a:pt x="3064" y="1418"/>
                    <a:pt x="3194" y="1418"/>
                  </a:cubicBezTo>
                  <a:cubicBezTo>
                    <a:pt x="3324" y="1418"/>
                    <a:pt x="3450" y="1482"/>
                    <a:pt x="3497" y="1608"/>
                  </a:cubicBezTo>
                  <a:cubicBezTo>
                    <a:pt x="3592" y="1734"/>
                    <a:pt x="4600" y="3718"/>
                    <a:pt x="4600" y="3844"/>
                  </a:cubicBezTo>
                  <a:lnTo>
                    <a:pt x="4600" y="5987"/>
                  </a:lnTo>
                  <a:cubicBezTo>
                    <a:pt x="5640" y="5451"/>
                    <a:pt x="6396" y="4411"/>
                    <a:pt x="6396" y="3151"/>
                  </a:cubicBezTo>
                  <a:cubicBezTo>
                    <a:pt x="6333" y="1418"/>
                    <a:pt x="4915" y="1"/>
                    <a:pt x="3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6" name="Google Shape;2046;p85"/>
          <p:cNvGrpSpPr/>
          <p:nvPr/>
        </p:nvGrpSpPr>
        <p:grpSpPr>
          <a:xfrm>
            <a:off x="6246445" y="2405046"/>
            <a:ext cx="311458" cy="354341"/>
            <a:chOff x="-46762575" y="3200500"/>
            <a:chExt cx="263100" cy="299325"/>
          </a:xfrm>
        </p:grpSpPr>
        <p:sp>
          <p:nvSpPr>
            <p:cNvPr id="2047" name="Google Shape;2047;p85"/>
            <p:cNvSpPr/>
            <p:nvPr/>
          </p:nvSpPr>
          <p:spPr>
            <a:xfrm>
              <a:off x="-46762575" y="3393475"/>
              <a:ext cx="263100" cy="106350"/>
            </a:xfrm>
            <a:custGeom>
              <a:rect b="b" l="l" r="r" t="t"/>
              <a:pathLst>
                <a:path extrusionOk="0" h="4254" w="10524">
                  <a:moveTo>
                    <a:pt x="7814" y="1418"/>
                  </a:moveTo>
                  <a:lnTo>
                    <a:pt x="8003" y="2142"/>
                  </a:lnTo>
                  <a:lnTo>
                    <a:pt x="2553" y="2142"/>
                  </a:lnTo>
                  <a:lnTo>
                    <a:pt x="2710" y="1418"/>
                  </a:lnTo>
                  <a:close/>
                  <a:moveTo>
                    <a:pt x="726" y="0"/>
                  </a:moveTo>
                  <a:lnTo>
                    <a:pt x="726" y="725"/>
                  </a:lnTo>
                  <a:lnTo>
                    <a:pt x="379" y="725"/>
                  </a:lnTo>
                  <a:cubicBezTo>
                    <a:pt x="159" y="725"/>
                    <a:pt x="1" y="882"/>
                    <a:pt x="1" y="1071"/>
                  </a:cubicBezTo>
                  <a:cubicBezTo>
                    <a:pt x="1" y="1260"/>
                    <a:pt x="159" y="1418"/>
                    <a:pt x="379" y="1418"/>
                  </a:cubicBezTo>
                  <a:lnTo>
                    <a:pt x="2017" y="1418"/>
                  </a:lnTo>
                  <a:lnTo>
                    <a:pt x="1419" y="3844"/>
                  </a:lnTo>
                  <a:cubicBezTo>
                    <a:pt x="1387" y="4033"/>
                    <a:pt x="1513" y="4222"/>
                    <a:pt x="1671" y="4253"/>
                  </a:cubicBezTo>
                  <a:lnTo>
                    <a:pt x="1734" y="4253"/>
                  </a:lnTo>
                  <a:cubicBezTo>
                    <a:pt x="1891" y="4253"/>
                    <a:pt x="2049" y="4159"/>
                    <a:pt x="2112" y="4001"/>
                  </a:cubicBezTo>
                  <a:lnTo>
                    <a:pt x="2364" y="2804"/>
                  </a:lnTo>
                  <a:lnTo>
                    <a:pt x="8161" y="2804"/>
                  </a:lnTo>
                  <a:lnTo>
                    <a:pt x="8444" y="4001"/>
                  </a:lnTo>
                  <a:cubicBezTo>
                    <a:pt x="8476" y="4159"/>
                    <a:pt x="8633" y="4253"/>
                    <a:pt x="8791" y="4253"/>
                  </a:cubicBezTo>
                  <a:lnTo>
                    <a:pt x="8854" y="4253"/>
                  </a:lnTo>
                  <a:cubicBezTo>
                    <a:pt x="9074" y="4222"/>
                    <a:pt x="9169" y="4033"/>
                    <a:pt x="9106" y="3844"/>
                  </a:cubicBezTo>
                  <a:lnTo>
                    <a:pt x="8507" y="1418"/>
                  </a:lnTo>
                  <a:lnTo>
                    <a:pt x="10177" y="1418"/>
                  </a:lnTo>
                  <a:cubicBezTo>
                    <a:pt x="10366" y="1418"/>
                    <a:pt x="10524" y="1260"/>
                    <a:pt x="10524" y="1071"/>
                  </a:cubicBezTo>
                  <a:cubicBezTo>
                    <a:pt x="10524" y="882"/>
                    <a:pt x="10398" y="725"/>
                    <a:pt x="10209" y="725"/>
                  </a:cubicBezTo>
                  <a:lnTo>
                    <a:pt x="9862" y="725"/>
                  </a:lnTo>
                  <a:lnTo>
                    <a:pt x="9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85"/>
            <p:cNvSpPr/>
            <p:nvPr/>
          </p:nvSpPr>
          <p:spPr>
            <a:xfrm>
              <a:off x="-46743650" y="3200500"/>
              <a:ext cx="228425" cy="176450"/>
            </a:xfrm>
            <a:custGeom>
              <a:rect b="b" l="l" r="r" t="t"/>
              <a:pathLst>
                <a:path extrusionOk="0" h="7058" w="9137">
                  <a:moveTo>
                    <a:pt x="4568" y="725"/>
                  </a:moveTo>
                  <a:cubicBezTo>
                    <a:pt x="5041" y="725"/>
                    <a:pt x="5419" y="1040"/>
                    <a:pt x="5545" y="1418"/>
                  </a:cubicBezTo>
                  <a:lnTo>
                    <a:pt x="3592" y="1418"/>
                  </a:lnTo>
                  <a:cubicBezTo>
                    <a:pt x="3686" y="1040"/>
                    <a:pt x="4096" y="725"/>
                    <a:pt x="4568" y="725"/>
                  </a:cubicBezTo>
                  <a:close/>
                  <a:moveTo>
                    <a:pt x="4568" y="2804"/>
                  </a:moveTo>
                  <a:cubicBezTo>
                    <a:pt x="5167" y="2804"/>
                    <a:pt x="5640" y="3277"/>
                    <a:pt x="5640" y="3875"/>
                  </a:cubicBezTo>
                  <a:cubicBezTo>
                    <a:pt x="5576" y="4474"/>
                    <a:pt x="5104" y="4947"/>
                    <a:pt x="4568" y="4947"/>
                  </a:cubicBezTo>
                  <a:cubicBezTo>
                    <a:pt x="3970" y="4947"/>
                    <a:pt x="3497" y="4474"/>
                    <a:pt x="3497" y="3875"/>
                  </a:cubicBezTo>
                  <a:cubicBezTo>
                    <a:pt x="3497" y="3277"/>
                    <a:pt x="3970" y="2804"/>
                    <a:pt x="4568" y="2804"/>
                  </a:cubicBezTo>
                  <a:close/>
                  <a:moveTo>
                    <a:pt x="4568" y="0"/>
                  </a:moveTo>
                  <a:cubicBezTo>
                    <a:pt x="3718" y="0"/>
                    <a:pt x="2993" y="630"/>
                    <a:pt x="2836" y="1418"/>
                  </a:cubicBezTo>
                  <a:lnTo>
                    <a:pt x="1071" y="1418"/>
                  </a:lnTo>
                  <a:cubicBezTo>
                    <a:pt x="473" y="1418"/>
                    <a:pt x="0" y="1891"/>
                    <a:pt x="0" y="2489"/>
                  </a:cubicBezTo>
                  <a:lnTo>
                    <a:pt x="0" y="7057"/>
                  </a:lnTo>
                  <a:lnTo>
                    <a:pt x="914" y="7057"/>
                  </a:lnTo>
                  <a:lnTo>
                    <a:pt x="2899" y="5041"/>
                  </a:lnTo>
                  <a:cubicBezTo>
                    <a:pt x="2962" y="4978"/>
                    <a:pt x="3056" y="4947"/>
                    <a:pt x="3155" y="4947"/>
                  </a:cubicBezTo>
                  <a:cubicBezTo>
                    <a:pt x="3253" y="4947"/>
                    <a:pt x="3355" y="4978"/>
                    <a:pt x="3434" y="5041"/>
                  </a:cubicBezTo>
                  <a:lnTo>
                    <a:pt x="4600" y="6238"/>
                  </a:lnTo>
                  <a:lnTo>
                    <a:pt x="5703" y="5041"/>
                  </a:lnTo>
                  <a:cubicBezTo>
                    <a:pt x="5766" y="4962"/>
                    <a:pt x="5852" y="4923"/>
                    <a:pt x="5943" y="4923"/>
                  </a:cubicBezTo>
                  <a:cubicBezTo>
                    <a:pt x="6033" y="4923"/>
                    <a:pt x="6128" y="4962"/>
                    <a:pt x="6207" y="5041"/>
                  </a:cubicBezTo>
                  <a:lnTo>
                    <a:pt x="8223" y="7057"/>
                  </a:lnTo>
                  <a:lnTo>
                    <a:pt x="9137" y="7057"/>
                  </a:lnTo>
                  <a:lnTo>
                    <a:pt x="9137" y="2489"/>
                  </a:lnTo>
                  <a:cubicBezTo>
                    <a:pt x="9137" y="1891"/>
                    <a:pt x="8664" y="1418"/>
                    <a:pt x="8065" y="1418"/>
                  </a:cubicBezTo>
                  <a:lnTo>
                    <a:pt x="6301" y="1418"/>
                  </a:lnTo>
                  <a:cubicBezTo>
                    <a:pt x="6144" y="630"/>
                    <a:pt x="5450" y="0"/>
                    <a:pt x="45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85"/>
            <p:cNvSpPr/>
            <p:nvPr/>
          </p:nvSpPr>
          <p:spPr>
            <a:xfrm>
              <a:off x="-46638125" y="32895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85"/>
            <p:cNvSpPr/>
            <p:nvPr/>
          </p:nvSpPr>
          <p:spPr>
            <a:xfrm>
              <a:off x="-46696400" y="3345425"/>
              <a:ext cx="63025" cy="31525"/>
            </a:xfrm>
            <a:custGeom>
              <a:rect b="b" l="l" r="r" t="t"/>
              <a:pathLst>
                <a:path extrusionOk="0" h="1261" w="2521">
                  <a:moveTo>
                    <a:pt x="1261" y="0"/>
                  </a:moveTo>
                  <a:lnTo>
                    <a:pt x="0" y="1260"/>
                  </a:lnTo>
                  <a:lnTo>
                    <a:pt x="2521" y="1260"/>
                  </a:lnTo>
                  <a:lnTo>
                    <a:pt x="1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85"/>
            <p:cNvSpPr/>
            <p:nvPr/>
          </p:nvSpPr>
          <p:spPr>
            <a:xfrm>
              <a:off x="-46616850" y="3345425"/>
              <a:ext cx="53575" cy="31525"/>
            </a:xfrm>
            <a:custGeom>
              <a:rect b="b" l="l" r="r" t="t"/>
              <a:pathLst>
                <a:path extrusionOk="0" h="1261" w="2143">
                  <a:moveTo>
                    <a:pt x="883" y="0"/>
                  </a:moveTo>
                  <a:lnTo>
                    <a:pt x="0" y="945"/>
                  </a:lnTo>
                  <a:lnTo>
                    <a:pt x="315" y="1260"/>
                  </a:lnTo>
                  <a:lnTo>
                    <a:pt x="2143" y="1260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2" name="Google Shape;2052;p85"/>
          <p:cNvGrpSpPr/>
          <p:nvPr/>
        </p:nvGrpSpPr>
        <p:grpSpPr>
          <a:xfrm>
            <a:off x="6224471" y="3921557"/>
            <a:ext cx="355288" cy="312375"/>
            <a:chOff x="-46779900" y="3588000"/>
            <a:chExt cx="300125" cy="263875"/>
          </a:xfrm>
        </p:grpSpPr>
        <p:sp>
          <p:nvSpPr>
            <p:cNvPr id="2053" name="Google Shape;2053;p85"/>
            <p:cNvSpPr/>
            <p:nvPr/>
          </p:nvSpPr>
          <p:spPr>
            <a:xfrm>
              <a:off x="-46746025" y="3588000"/>
              <a:ext cx="230800" cy="263875"/>
            </a:xfrm>
            <a:custGeom>
              <a:rect b="b" l="l" r="r" t="t"/>
              <a:pathLst>
                <a:path extrusionOk="0" h="10555" w="9232">
                  <a:moveTo>
                    <a:pt x="4632" y="1"/>
                  </a:moveTo>
                  <a:cubicBezTo>
                    <a:pt x="3309" y="1"/>
                    <a:pt x="2017" y="442"/>
                    <a:pt x="1040" y="1355"/>
                  </a:cubicBezTo>
                  <a:cubicBezTo>
                    <a:pt x="694" y="1670"/>
                    <a:pt x="599" y="2206"/>
                    <a:pt x="851" y="2679"/>
                  </a:cubicBezTo>
                  <a:cubicBezTo>
                    <a:pt x="284" y="3403"/>
                    <a:pt x="1" y="4317"/>
                    <a:pt x="1" y="5262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cubicBezTo>
                    <a:pt x="1670" y="10555"/>
                    <a:pt x="2143" y="10082"/>
                    <a:pt x="2143" y="9484"/>
                  </a:cubicBezTo>
                  <a:lnTo>
                    <a:pt x="2143" y="6680"/>
                  </a:lnTo>
                  <a:cubicBezTo>
                    <a:pt x="2143" y="6081"/>
                    <a:pt x="1670" y="5609"/>
                    <a:pt x="1072" y="5609"/>
                  </a:cubicBezTo>
                  <a:cubicBezTo>
                    <a:pt x="946" y="5609"/>
                    <a:pt x="851" y="5672"/>
                    <a:pt x="725" y="5703"/>
                  </a:cubicBezTo>
                  <a:lnTo>
                    <a:pt x="725" y="5262"/>
                  </a:lnTo>
                  <a:cubicBezTo>
                    <a:pt x="725" y="4474"/>
                    <a:pt x="946" y="3750"/>
                    <a:pt x="1387" y="3151"/>
                  </a:cubicBezTo>
                  <a:cubicBezTo>
                    <a:pt x="1499" y="3182"/>
                    <a:pt x="1620" y="3199"/>
                    <a:pt x="1745" y="3199"/>
                  </a:cubicBezTo>
                  <a:cubicBezTo>
                    <a:pt x="2005" y="3199"/>
                    <a:pt x="2276" y="3123"/>
                    <a:pt x="2489" y="2931"/>
                  </a:cubicBezTo>
                  <a:cubicBezTo>
                    <a:pt x="3057" y="2427"/>
                    <a:pt x="3836" y="2175"/>
                    <a:pt x="4616" y="2175"/>
                  </a:cubicBezTo>
                  <a:cubicBezTo>
                    <a:pt x="5396" y="2175"/>
                    <a:pt x="6176" y="2427"/>
                    <a:pt x="6743" y="2931"/>
                  </a:cubicBezTo>
                  <a:cubicBezTo>
                    <a:pt x="6942" y="3107"/>
                    <a:pt x="7187" y="3207"/>
                    <a:pt x="7468" y="3207"/>
                  </a:cubicBezTo>
                  <a:cubicBezTo>
                    <a:pt x="7588" y="3207"/>
                    <a:pt x="7714" y="3189"/>
                    <a:pt x="7845" y="3151"/>
                  </a:cubicBezTo>
                  <a:cubicBezTo>
                    <a:pt x="8286" y="3781"/>
                    <a:pt x="8507" y="4506"/>
                    <a:pt x="8507" y="5262"/>
                  </a:cubicBezTo>
                  <a:lnTo>
                    <a:pt x="8507" y="5703"/>
                  </a:lnTo>
                  <a:cubicBezTo>
                    <a:pt x="8412" y="5640"/>
                    <a:pt x="8286" y="5609"/>
                    <a:pt x="8160" y="5609"/>
                  </a:cubicBezTo>
                  <a:cubicBezTo>
                    <a:pt x="7562" y="5609"/>
                    <a:pt x="7089" y="6081"/>
                    <a:pt x="7089" y="6680"/>
                  </a:cubicBezTo>
                  <a:lnTo>
                    <a:pt x="7089" y="9484"/>
                  </a:lnTo>
                  <a:cubicBezTo>
                    <a:pt x="7089" y="10082"/>
                    <a:pt x="7562" y="10555"/>
                    <a:pt x="8160" y="10555"/>
                  </a:cubicBezTo>
                  <a:cubicBezTo>
                    <a:pt x="8759" y="10555"/>
                    <a:pt x="9232" y="10082"/>
                    <a:pt x="9232" y="9484"/>
                  </a:cubicBezTo>
                  <a:lnTo>
                    <a:pt x="9232" y="5262"/>
                  </a:lnTo>
                  <a:cubicBezTo>
                    <a:pt x="9232" y="4317"/>
                    <a:pt x="8948" y="3466"/>
                    <a:pt x="8412" y="2679"/>
                  </a:cubicBezTo>
                  <a:cubicBezTo>
                    <a:pt x="8664" y="2206"/>
                    <a:pt x="8570" y="1670"/>
                    <a:pt x="8223" y="1355"/>
                  </a:cubicBezTo>
                  <a:cubicBezTo>
                    <a:pt x="7215" y="442"/>
                    <a:pt x="5955" y="1"/>
                    <a:pt x="46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85"/>
            <p:cNvSpPr/>
            <p:nvPr/>
          </p:nvSpPr>
          <p:spPr>
            <a:xfrm>
              <a:off x="-46674350" y="3710075"/>
              <a:ext cx="91400" cy="122900"/>
            </a:xfrm>
            <a:custGeom>
              <a:rect b="b" l="l" r="r" t="t"/>
              <a:pathLst>
                <a:path extrusionOk="0" h="4916" w="3656">
                  <a:moveTo>
                    <a:pt x="1765" y="1"/>
                  </a:moveTo>
                  <a:cubicBezTo>
                    <a:pt x="1544" y="1"/>
                    <a:pt x="1418" y="158"/>
                    <a:pt x="1418" y="348"/>
                  </a:cubicBezTo>
                  <a:lnTo>
                    <a:pt x="1418" y="2868"/>
                  </a:lnTo>
                  <a:cubicBezTo>
                    <a:pt x="1292" y="2805"/>
                    <a:pt x="1166" y="2773"/>
                    <a:pt x="1040" y="2773"/>
                  </a:cubicBezTo>
                  <a:cubicBezTo>
                    <a:pt x="473" y="2773"/>
                    <a:pt x="1" y="3246"/>
                    <a:pt x="1" y="3845"/>
                  </a:cubicBezTo>
                  <a:cubicBezTo>
                    <a:pt x="1" y="4443"/>
                    <a:pt x="473" y="4916"/>
                    <a:pt x="1040" y="4916"/>
                  </a:cubicBezTo>
                  <a:cubicBezTo>
                    <a:pt x="1639" y="4916"/>
                    <a:pt x="2111" y="4443"/>
                    <a:pt x="2111" y="3845"/>
                  </a:cubicBezTo>
                  <a:lnTo>
                    <a:pt x="2111" y="1450"/>
                  </a:lnTo>
                  <a:cubicBezTo>
                    <a:pt x="2363" y="1513"/>
                    <a:pt x="2521" y="1639"/>
                    <a:pt x="2584" y="1797"/>
                  </a:cubicBezTo>
                  <a:cubicBezTo>
                    <a:pt x="2868" y="2112"/>
                    <a:pt x="2931" y="2584"/>
                    <a:pt x="2836" y="3057"/>
                  </a:cubicBezTo>
                  <a:cubicBezTo>
                    <a:pt x="2773" y="3246"/>
                    <a:pt x="2899" y="3435"/>
                    <a:pt x="3057" y="3498"/>
                  </a:cubicBezTo>
                  <a:lnTo>
                    <a:pt x="3151" y="3498"/>
                  </a:lnTo>
                  <a:cubicBezTo>
                    <a:pt x="3309" y="3498"/>
                    <a:pt x="3466" y="3372"/>
                    <a:pt x="3498" y="3214"/>
                  </a:cubicBezTo>
                  <a:cubicBezTo>
                    <a:pt x="3655" y="2553"/>
                    <a:pt x="3529" y="1828"/>
                    <a:pt x="3151" y="1324"/>
                  </a:cubicBezTo>
                  <a:cubicBezTo>
                    <a:pt x="2899" y="1041"/>
                    <a:pt x="2552" y="820"/>
                    <a:pt x="2111" y="726"/>
                  </a:cubicBezTo>
                  <a:lnTo>
                    <a:pt x="2111" y="348"/>
                  </a:ln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85"/>
            <p:cNvSpPr/>
            <p:nvPr/>
          </p:nvSpPr>
          <p:spPr>
            <a:xfrm>
              <a:off x="-46779900" y="3754200"/>
              <a:ext cx="17350" cy="70125"/>
            </a:xfrm>
            <a:custGeom>
              <a:rect b="b" l="l" r="r" t="t"/>
              <a:pathLst>
                <a:path extrusionOk="0" h="2805" w="694">
                  <a:moveTo>
                    <a:pt x="694" y="0"/>
                  </a:moveTo>
                  <a:cubicBezTo>
                    <a:pt x="253" y="347"/>
                    <a:pt x="1" y="819"/>
                    <a:pt x="1" y="1418"/>
                  </a:cubicBezTo>
                  <a:cubicBezTo>
                    <a:pt x="1" y="2017"/>
                    <a:pt x="253" y="2458"/>
                    <a:pt x="694" y="2804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85"/>
            <p:cNvSpPr/>
            <p:nvPr/>
          </p:nvSpPr>
          <p:spPr>
            <a:xfrm>
              <a:off x="-46497925" y="3754200"/>
              <a:ext cx="18150" cy="70125"/>
            </a:xfrm>
            <a:custGeom>
              <a:rect b="b" l="l" r="r" t="t"/>
              <a:pathLst>
                <a:path extrusionOk="0" h="2805" w="726">
                  <a:moveTo>
                    <a:pt x="1" y="0"/>
                  </a:moveTo>
                  <a:lnTo>
                    <a:pt x="1" y="2804"/>
                  </a:lnTo>
                  <a:cubicBezTo>
                    <a:pt x="442" y="2489"/>
                    <a:pt x="725" y="1954"/>
                    <a:pt x="725" y="1418"/>
                  </a:cubicBezTo>
                  <a:cubicBezTo>
                    <a:pt x="725" y="851"/>
                    <a:pt x="442" y="34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7" name="Google Shape;2057;p85"/>
          <p:cNvGrpSpPr/>
          <p:nvPr/>
        </p:nvGrpSpPr>
        <p:grpSpPr>
          <a:xfrm>
            <a:off x="2187774" y="3440793"/>
            <a:ext cx="354341" cy="353394"/>
            <a:chOff x="-46779100" y="3938500"/>
            <a:chExt cx="299325" cy="298525"/>
          </a:xfrm>
        </p:grpSpPr>
        <p:sp>
          <p:nvSpPr>
            <p:cNvPr id="2058" name="Google Shape;2058;p85"/>
            <p:cNvSpPr/>
            <p:nvPr/>
          </p:nvSpPr>
          <p:spPr>
            <a:xfrm>
              <a:off x="-46656225" y="4061375"/>
              <a:ext cx="53575" cy="52775"/>
            </a:xfrm>
            <a:custGeom>
              <a:rect b="b" l="l" r="r" t="t"/>
              <a:pathLst>
                <a:path extrusionOk="0" h="2111" w="2143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70" y="2111"/>
                    <a:pt x="2143" y="1638"/>
                    <a:pt x="2143" y="1071"/>
                  </a:cubicBezTo>
                  <a:cubicBezTo>
                    <a:pt x="2079" y="473"/>
                    <a:pt x="1607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85"/>
            <p:cNvSpPr/>
            <p:nvPr/>
          </p:nvSpPr>
          <p:spPr>
            <a:xfrm>
              <a:off x="-46779100" y="3938500"/>
              <a:ext cx="299325" cy="298525"/>
            </a:xfrm>
            <a:custGeom>
              <a:rect b="b" l="l" r="r" t="t"/>
              <a:pathLst>
                <a:path extrusionOk="0" h="11941" w="11973">
                  <a:moveTo>
                    <a:pt x="6301" y="1418"/>
                  </a:moveTo>
                  <a:cubicBezTo>
                    <a:pt x="8538" y="1607"/>
                    <a:pt x="10366" y="3371"/>
                    <a:pt x="10523" y="5608"/>
                  </a:cubicBezTo>
                  <a:lnTo>
                    <a:pt x="9798" y="5608"/>
                  </a:lnTo>
                  <a:cubicBezTo>
                    <a:pt x="9641" y="3781"/>
                    <a:pt x="8160" y="2300"/>
                    <a:pt x="6301" y="2111"/>
                  </a:cubicBezTo>
                  <a:lnTo>
                    <a:pt x="6301" y="1418"/>
                  </a:lnTo>
                  <a:close/>
                  <a:moveTo>
                    <a:pt x="5640" y="1450"/>
                  </a:moveTo>
                  <a:lnTo>
                    <a:pt x="5640" y="2143"/>
                  </a:lnTo>
                  <a:cubicBezTo>
                    <a:pt x="3781" y="2300"/>
                    <a:pt x="2332" y="3812"/>
                    <a:pt x="2111" y="5671"/>
                  </a:cubicBezTo>
                  <a:lnTo>
                    <a:pt x="1418" y="5671"/>
                  </a:lnTo>
                  <a:cubicBezTo>
                    <a:pt x="1576" y="3371"/>
                    <a:pt x="3371" y="1607"/>
                    <a:pt x="5640" y="1450"/>
                  </a:cubicBezTo>
                  <a:close/>
                  <a:moveTo>
                    <a:pt x="6333" y="2899"/>
                  </a:moveTo>
                  <a:cubicBezTo>
                    <a:pt x="7782" y="3056"/>
                    <a:pt x="8948" y="4190"/>
                    <a:pt x="9105" y="5671"/>
                  </a:cubicBezTo>
                  <a:lnTo>
                    <a:pt x="8790" y="5671"/>
                  </a:lnTo>
                  <a:cubicBezTo>
                    <a:pt x="8570" y="5671"/>
                    <a:pt x="8412" y="5829"/>
                    <a:pt x="8412" y="6018"/>
                  </a:cubicBezTo>
                  <a:cubicBezTo>
                    <a:pt x="8412" y="6175"/>
                    <a:pt x="8570" y="6333"/>
                    <a:pt x="8790" y="6333"/>
                  </a:cubicBezTo>
                  <a:lnTo>
                    <a:pt x="9105" y="6333"/>
                  </a:lnTo>
                  <a:cubicBezTo>
                    <a:pt x="8948" y="7782"/>
                    <a:pt x="7782" y="8916"/>
                    <a:pt x="6333" y="9137"/>
                  </a:cubicBezTo>
                  <a:lnTo>
                    <a:pt x="6333" y="8822"/>
                  </a:lnTo>
                  <a:cubicBezTo>
                    <a:pt x="6333" y="8601"/>
                    <a:pt x="6175" y="8444"/>
                    <a:pt x="5986" y="8444"/>
                  </a:cubicBezTo>
                  <a:cubicBezTo>
                    <a:pt x="5797" y="8444"/>
                    <a:pt x="5640" y="8601"/>
                    <a:pt x="5640" y="8822"/>
                  </a:cubicBezTo>
                  <a:lnTo>
                    <a:pt x="5640" y="9137"/>
                  </a:lnTo>
                  <a:cubicBezTo>
                    <a:pt x="4191" y="8979"/>
                    <a:pt x="3025" y="7814"/>
                    <a:pt x="2867" y="6364"/>
                  </a:cubicBezTo>
                  <a:lnTo>
                    <a:pt x="3182" y="6364"/>
                  </a:lnTo>
                  <a:cubicBezTo>
                    <a:pt x="3403" y="6364"/>
                    <a:pt x="3560" y="6207"/>
                    <a:pt x="3560" y="6018"/>
                  </a:cubicBezTo>
                  <a:cubicBezTo>
                    <a:pt x="3560" y="5829"/>
                    <a:pt x="3403" y="5671"/>
                    <a:pt x="3182" y="5671"/>
                  </a:cubicBezTo>
                  <a:lnTo>
                    <a:pt x="2867" y="5671"/>
                  </a:lnTo>
                  <a:cubicBezTo>
                    <a:pt x="3025" y="4190"/>
                    <a:pt x="4191" y="3056"/>
                    <a:pt x="5640" y="2899"/>
                  </a:cubicBezTo>
                  <a:lnTo>
                    <a:pt x="5640" y="3214"/>
                  </a:lnTo>
                  <a:cubicBezTo>
                    <a:pt x="5640" y="3403"/>
                    <a:pt x="5797" y="3560"/>
                    <a:pt x="5986" y="3560"/>
                  </a:cubicBezTo>
                  <a:cubicBezTo>
                    <a:pt x="6175" y="3560"/>
                    <a:pt x="6333" y="3403"/>
                    <a:pt x="6333" y="3214"/>
                  </a:cubicBezTo>
                  <a:lnTo>
                    <a:pt x="6333" y="2899"/>
                  </a:lnTo>
                  <a:close/>
                  <a:moveTo>
                    <a:pt x="2111" y="6333"/>
                  </a:moveTo>
                  <a:cubicBezTo>
                    <a:pt x="2269" y="8192"/>
                    <a:pt x="3781" y="9641"/>
                    <a:pt x="5640" y="9830"/>
                  </a:cubicBezTo>
                  <a:lnTo>
                    <a:pt x="5640" y="10554"/>
                  </a:lnTo>
                  <a:cubicBezTo>
                    <a:pt x="3371" y="10334"/>
                    <a:pt x="1576" y="8570"/>
                    <a:pt x="1418" y="6333"/>
                  </a:cubicBezTo>
                  <a:close/>
                  <a:moveTo>
                    <a:pt x="10523" y="6333"/>
                  </a:moveTo>
                  <a:cubicBezTo>
                    <a:pt x="10366" y="8570"/>
                    <a:pt x="8538" y="10334"/>
                    <a:pt x="6301" y="10554"/>
                  </a:cubicBezTo>
                  <a:lnTo>
                    <a:pt x="6301" y="9830"/>
                  </a:lnTo>
                  <a:cubicBezTo>
                    <a:pt x="8160" y="9672"/>
                    <a:pt x="9609" y="8192"/>
                    <a:pt x="9798" y="6333"/>
                  </a:cubicBezTo>
                  <a:close/>
                  <a:moveTo>
                    <a:pt x="5986" y="0"/>
                  </a:moveTo>
                  <a:cubicBezTo>
                    <a:pt x="5797" y="0"/>
                    <a:pt x="5640" y="158"/>
                    <a:pt x="5640" y="347"/>
                  </a:cubicBezTo>
                  <a:lnTo>
                    <a:pt x="5640" y="725"/>
                  </a:lnTo>
                  <a:cubicBezTo>
                    <a:pt x="2993" y="882"/>
                    <a:pt x="914" y="3025"/>
                    <a:pt x="757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86"/>
                  </a:cubicBezTo>
                  <a:cubicBezTo>
                    <a:pt x="0" y="6175"/>
                    <a:pt x="158" y="6333"/>
                    <a:pt x="347" y="6333"/>
                  </a:cubicBezTo>
                  <a:lnTo>
                    <a:pt x="757" y="6333"/>
                  </a:lnTo>
                  <a:cubicBezTo>
                    <a:pt x="914" y="8979"/>
                    <a:pt x="3025" y="11059"/>
                    <a:pt x="5640" y="11216"/>
                  </a:cubicBezTo>
                  <a:lnTo>
                    <a:pt x="5640" y="11594"/>
                  </a:lnTo>
                  <a:cubicBezTo>
                    <a:pt x="5640" y="11783"/>
                    <a:pt x="5797" y="11941"/>
                    <a:pt x="5986" y="11941"/>
                  </a:cubicBezTo>
                  <a:cubicBezTo>
                    <a:pt x="6175" y="11941"/>
                    <a:pt x="6333" y="11783"/>
                    <a:pt x="6333" y="11594"/>
                  </a:cubicBezTo>
                  <a:lnTo>
                    <a:pt x="6333" y="11216"/>
                  </a:lnTo>
                  <a:cubicBezTo>
                    <a:pt x="8979" y="11059"/>
                    <a:pt x="11059" y="8916"/>
                    <a:pt x="11216" y="6333"/>
                  </a:cubicBezTo>
                  <a:lnTo>
                    <a:pt x="11626" y="6333"/>
                  </a:lnTo>
                  <a:cubicBezTo>
                    <a:pt x="11815" y="6333"/>
                    <a:pt x="11972" y="6175"/>
                    <a:pt x="11972" y="5986"/>
                  </a:cubicBezTo>
                  <a:cubicBezTo>
                    <a:pt x="11972" y="5766"/>
                    <a:pt x="11815" y="5608"/>
                    <a:pt x="11626" y="5608"/>
                  </a:cubicBezTo>
                  <a:lnTo>
                    <a:pt x="11216" y="5608"/>
                  </a:lnTo>
                  <a:cubicBezTo>
                    <a:pt x="11059" y="2993"/>
                    <a:pt x="8948" y="882"/>
                    <a:pt x="6333" y="725"/>
                  </a:cubicBezTo>
                  <a:lnTo>
                    <a:pt x="6333" y="347"/>
                  </a:lnTo>
                  <a:cubicBezTo>
                    <a:pt x="6333" y="158"/>
                    <a:pt x="6175" y="0"/>
                    <a:pt x="59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0" name="Google Shape;2060;p85"/>
          <p:cNvGrpSpPr/>
          <p:nvPr/>
        </p:nvGrpSpPr>
        <p:grpSpPr>
          <a:xfrm>
            <a:off x="1669795" y="3439853"/>
            <a:ext cx="355258" cy="355288"/>
            <a:chOff x="-44924250" y="3206000"/>
            <a:chExt cx="300100" cy="300125"/>
          </a:xfrm>
        </p:grpSpPr>
        <p:sp>
          <p:nvSpPr>
            <p:cNvPr id="2061" name="Google Shape;2061;p85"/>
            <p:cNvSpPr/>
            <p:nvPr/>
          </p:nvSpPr>
          <p:spPr>
            <a:xfrm>
              <a:off x="-44747025" y="3365100"/>
              <a:ext cx="122875" cy="87450"/>
            </a:xfrm>
            <a:custGeom>
              <a:rect b="b" l="l" r="r" t="t"/>
              <a:pathLst>
                <a:path extrusionOk="0" h="3498" w="4915">
                  <a:moveTo>
                    <a:pt x="0" y="1"/>
                  </a:moveTo>
                  <a:lnTo>
                    <a:pt x="0" y="3498"/>
                  </a:lnTo>
                  <a:lnTo>
                    <a:pt x="4915" y="3498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85"/>
            <p:cNvSpPr/>
            <p:nvPr/>
          </p:nvSpPr>
          <p:spPr>
            <a:xfrm>
              <a:off x="-44747025" y="3470650"/>
              <a:ext cx="122875" cy="35475"/>
            </a:xfrm>
            <a:custGeom>
              <a:rect b="b" l="l" r="r" t="t"/>
              <a:pathLst>
                <a:path extrusionOk="0" h="1419" w="4915">
                  <a:moveTo>
                    <a:pt x="0" y="0"/>
                  </a:moveTo>
                  <a:lnTo>
                    <a:pt x="0" y="347"/>
                  </a:lnTo>
                  <a:cubicBezTo>
                    <a:pt x="0" y="946"/>
                    <a:pt x="473" y="1418"/>
                    <a:pt x="1071" y="1418"/>
                  </a:cubicBezTo>
                  <a:lnTo>
                    <a:pt x="3875" y="1418"/>
                  </a:lnTo>
                  <a:cubicBezTo>
                    <a:pt x="4442" y="1418"/>
                    <a:pt x="4915" y="946"/>
                    <a:pt x="4915" y="347"/>
                  </a:cubicBezTo>
                  <a:lnTo>
                    <a:pt x="4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85"/>
            <p:cNvSpPr/>
            <p:nvPr/>
          </p:nvSpPr>
          <p:spPr>
            <a:xfrm>
              <a:off x="-44747025" y="3313125"/>
              <a:ext cx="122875" cy="35475"/>
            </a:xfrm>
            <a:custGeom>
              <a:rect b="b" l="l" r="r" t="t"/>
              <a:pathLst>
                <a:path extrusionOk="0" h="1419" w="4915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1418"/>
                  </a:lnTo>
                  <a:lnTo>
                    <a:pt x="4915" y="1418"/>
                  </a:lnTo>
                  <a:lnTo>
                    <a:pt x="4915" y="1072"/>
                  </a:lnTo>
                  <a:cubicBezTo>
                    <a:pt x="4915" y="473"/>
                    <a:pt x="4442" y="1"/>
                    <a:pt x="38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85"/>
            <p:cNvSpPr/>
            <p:nvPr/>
          </p:nvSpPr>
          <p:spPr>
            <a:xfrm>
              <a:off x="-44924250" y="3384000"/>
              <a:ext cx="159125" cy="69350"/>
            </a:xfrm>
            <a:custGeom>
              <a:rect b="b" l="l" r="r" t="t"/>
              <a:pathLst>
                <a:path extrusionOk="0" h="2774" w="6365">
                  <a:moveTo>
                    <a:pt x="1" y="1"/>
                  </a:moveTo>
                  <a:lnTo>
                    <a:pt x="1" y="316"/>
                  </a:lnTo>
                  <a:lnTo>
                    <a:pt x="32" y="316"/>
                  </a:lnTo>
                  <a:cubicBezTo>
                    <a:pt x="32" y="915"/>
                    <a:pt x="505" y="1387"/>
                    <a:pt x="1103" y="1387"/>
                  </a:cubicBezTo>
                  <a:lnTo>
                    <a:pt x="4254" y="1387"/>
                  </a:lnTo>
                  <a:lnTo>
                    <a:pt x="4254" y="2080"/>
                  </a:lnTo>
                  <a:lnTo>
                    <a:pt x="3183" y="2080"/>
                  </a:lnTo>
                  <a:cubicBezTo>
                    <a:pt x="2994" y="2080"/>
                    <a:pt x="2836" y="2238"/>
                    <a:pt x="2836" y="2427"/>
                  </a:cubicBezTo>
                  <a:cubicBezTo>
                    <a:pt x="2836" y="2647"/>
                    <a:pt x="2994" y="2773"/>
                    <a:pt x="3183" y="2773"/>
                  </a:cubicBezTo>
                  <a:lnTo>
                    <a:pt x="6365" y="2773"/>
                  </a:lnTo>
                  <a:lnTo>
                    <a:pt x="63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85"/>
            <p:cNvSpPr/>
            <p:nvPr/>
          </p:nvSpPr>
          <p:spPr>
            <a:xfrm>
              <a:off x="-44924250" y="3206000"/>
              <a:ext cx="264675" cy="159125"/>
            </a:xfrm>
            <a:custGeom>
              <a:rect b="b" l="l" r="r" t="t"/>
              <a:pathLst>
                <a:path extrusionOk="0" h="6365" w="10587">
                  <a:moveTo>
                    <a:pt x="1072" y="1"/>
                  </a:moveTo>
                  <a:cubicBezTo>
                    <a:pt x="473" y="1"/>
                    <a:pt x="1" y="473"/>
                    <a:pt x="1" y="1041"/>
                  </a:cubicBezTo>
                  <a:lnTo>
                    <a:pt x="1" y="6365"/>
                  </a:lnTo>
                  <a:lnTo>
                    <a:pt x="6365" y="6365"/>
                  </a:lnTo>
                  <a:lnTo>
                    <a:pt x="6365" y="5357"/>
                  </a:lnTo>
                  <a:cubicBezTo>
                    <a:pt x="6365" y="4349"/>
                    <a:pt x="7152" y="3561"/>
                    <a:pt x="8160" y="3561"/>
                  </a:cubicBezTo>
                  <a:lnTo>
                    <a:pt x="10586" y="3561"/>
                  </a:lnTo>
                  <a:lnTo>
                    <a:pt x="10586" y="1041"/>
                  </a:lnTo>
                  <a:cubicBezTo>
                    <a:pt x="10586" y="473"/>
                    <a:pt x="10114" y="1"/>
                    <a:pt x="95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6" name="Google Shape;2066;p85"/>
          <p:cNvGrpSpPr/>
          <p:nvPr/>
        </p:nvGrpSpPr>
        <p:grpSpPr>
          <a:xfrm>
            <a:off x="1153060" y="1843738"/>
            <a:ext cx="355258" cy="355258"/>
            <a:chOff x="-50134375" y="3183175"/>
            <a:chExt cx="300100" cy="300100"/>
          </a:xfrm>
        </p:grpSpPr>
        <p:sp>
          <p:nvSpPr>
            <p:cNvPr id="2067" name="Google Shape;2067;p85"/>
            <p:cNvSpPr/>
            <p:nvPr/>
          </p:nvSpPr>
          <p:spPr>
            <a:xfrm>
              <a:off x="-50134375" y="3270600"/>
              <a:ext cx="87450" cy="53575"/>
            </a:xfrm>
            <a:custGeom>
              <a:rect b="b" l="l" r="r" t="t"/>
              <a:pathLst>
                <a:path extrusionOk="0" h="2143" w="3498">
                  <a:moveTo>
                    <a:pt x="0" y="0"/>
                  </a:moveTo>
                  <a:lnTo>
                    <a:pt x="0" y="2143"/>
                  </a:lnTo>
                  <a:lnTo>
                    <a:pt x="3497" y="2143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85"/>
            <p:cNvSpPr/>
            <p:nvPr/>
          </p:nvSpPr>
          <p:spPr>
            <a:xfrm>
              <a:off x="-50134375" y="3340700"/>
              <a:ext cx="87450" cy="54375"/>
            </a:xfrm>
            <a:custGeom>
              <a:rect b="b" l="l" r="r" t="t"/>
              <a:pathLst>
                <a:path extrusionOk="0" h="2175" w="3498">
                  <a:moveTo>
                    <a:pt x="0" y="0"/>
                  </a:moveTo>
                  <a:lnTo>
                    <a:pt x="0" y="2174"/>
                  </a:lnTo>
                  <a:cubicBezTo>
                    <a:pt x="441" y="1701"/>
                    <a:pt x="1071" y="1418"/>
                    <a:pt x="1765" y="1418"/>
                  </a:cubicBezTo>
                  <a:cubicBezTo>
                    <a:pt x="2426" y="1418"/>
                    <a:pt x="3056" y="1670"/>
                    <a:pt x="3497" y="2174"/>
                  </a:cubicBez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85"/>
            <p:cNvSpPr/>
            <p:nvPr/>
          </p:nvSpPr>
          <p:spPr>
            <a:xfrm>
              <a:off x="-50134375" y="3183175"/>
              <a:ext cx="87450" cy="70125"/>
            </a:xfrm>
            <a:custGeom>
              <a:rect b="b" l="l" r="r" t="t"/>
              <a:pathLst>
                <a:path extrusionOk="0" h="2805" w="349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804"/>
                  </a:lnTo>
                  <a:lnTo>
                    <a:pt x="3497" y="2804"/>
                  </a:lnTo>
                  <a:lnTo>
                    <a:pt x="3497" y="347"/>
                  </a:ln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85"/>
            <p:cNvSpPr/>
            <p:nvPr/>
          </p:nvSpPr>
          <p:spPr>
            <a:xfrm>
              <a:off x="-50028050" y="3363525"/>
              <a:ext cx="37050" cy="75650"/>
            </a:xfrm>
            <a:custGeom>
              <a:rect b="b" l="l" r="r" t="t"/>
              <a:pathLst>
                <a:path extrusionOk="0" h="3026" w="1482">
                  <a:moveTo>
                    <a:pt x="0" y="1"/>
                  </a:moveTo>
                  <a:lnTo>
                    <a:pt x="0" y="3025"/>
                  </a:lnTo>
                  <a:lnTo>
                    <a:pt x="1481" y="14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85"/>
            <p:cNvSpPr/>
            <p:nvPr/>
          </p:nvSpPr>
          <p:spPr>
            <a:xfrm>
              <a:off x="-50028050" y="3287125"/>
              <a:ext cx="88225" cy="101625"/>
            </a:xfrm>
            <a:custGeom>
              <a:rect b="b" l="l" r="r" t="t"/>
              <a:pathLst>
                <a:path extrusionOk="0" h="4065" w="3529">
                  <a:moveTo>
                    <a:pt x="1072" y="1"/>
                  </a:moveTo>
                  <a:lnTo>
                    <a:pt x="0" y="1104"/>
                  </a:lnTo>
                  <a:lnTo>
                    <a:pt x="0" y="2049"/>
                  </a:lnTo>
                  <a:lnTo>
                    <a:pt x="2017" y="4065"/>
                  </a:lnTo>
                  <a:lnTo>
                    <a:pt x="3529" y="2490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85"/>
            <p:cNvSpPr/>
            <p:nvPr/>
          </p:nvSpPr>
          <p:spPr>
            <a:xfrm>
              <a:off x="-49988675" y="3225700"/>
              <a:ext cx="111875" cy="111875"/>
            </a:xfrm>
            <a:custGeom>
              <a:rect b="b" l="l" r="r" t="t"/>
              <a:pathLst>
                <a:path extrusionOk="0" h="4475" w="4475">
                  <a:moveTo>
                    <a:pt x="2155" y="0"/>
                  </a:moveTo>
                  <a:cubicBezTo>
                    <a:pt x="2064" y="0"/>
                    <a:pt x="1970" y="32"/>
                    <a:pt x="1891" y="95"/>
                  </a:cubicBezTo>
                  <a:lnTo>
                    <a:pt x="1" y="1985"/>
                  </a:lnTo>
                  <a:lnTo>
                    <a:pt x="2490" y="4474"/>
                  </a:lnTo>
                  <a:lnTo>
                    <a:pt x="4380" y="2584"/>
                  </a:lnTo>
                  <a:cubicBezTo>
                    <a:pt x="4474" y="2458"/>
                    <a:pt x="4474" y="2237"/>
                    <a:pt x="4380" y="2080"/>
                  </a:cubicBezTo>
                  <a:lnTo>
                    <a:pt x="2395" y="95"/>
                  </a:lnTo>
                  <a:cubicBezTo>
                    <a:pt x="2332" y="32"/>
                    <a:pt x="2245" y="0"/>
                    <a:pt x="2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85"/>
            <p:cNvSpPr/>
            <p:nvPr/>
          </p:nvSpPr>
          <p:spPr>
            <a:xfrm>
              <a:off x="-50134375" y="3395050"/>
              <a:ext cx="89025" cy="88225"/>
            </a:xfrm>
            <a:custGeom>
              <a:rect b="b" l="l" r="r" t="t"/>
              <a:pathLst>
                <a:path extrusionOk="0" h="3529" w="3561">
                  <a:moveTo>
                    <a:pt x="1765" y="1418"/>
                  </a:moveTo>
                  <a:cubicBezTo>
                    <a:pt x="1985" y="1418"/>
                    <a:pt x="2111" y="1575"/>
                    <a:pt x="2111" y="1764"/>
                  </a:cubicBezTo>
                  <a:cubicBezTo>
                    <a:pt x="2111" y="1953"/>
                    <a:pt x="1985" y="2111"/>
                    <a:pt x="1765" y="2111"/>
                  </a:cubicBezTo>
                  <a:cubicBezTo>
                    <a:pt x="1576" y="2111"/>
                    <a:pt x="1418" y="1953"/>
                    <a:pt x="1418" y="1764"/>
                  </a:cubicBezTo>
                  <a:cubicBezTo>
                    <a:pt x="1418" y="1575"/>
                    <a:pt x="1576" y="1418"/>
                    <a:pt x="1765" y="1418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4"/>
                  </a:cubicBezTo>
                  <a:cubicBezTo>
                    <a:pt x="3497" y="788"/>
                    <a:pt x="2710" y="0"/>
                    <a:pt x="17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85"/>
            <p:cNvSpPr/>
            <p:nvPr/>
          </p:nvSpPr>
          <p:spPr>
            <a:xfrm>
              <a:off x="-50045375" y="3428900"/>
              <a:ext cx="52800" cy="53600"/>
            </a:xfrm>
            <a:custGeom>
              <a:rect b="b" l="l" r="r" t="t"/>
              <a:pathLst>
                <a:path extrusionOk="0" h="2144" w="2112">
                  <a:moveTo>
                    <a:pt x="2111" y="1"/>
                  </a:move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85"/>
            <p:cNvSpPr/>
            <p:nvPr/>
          </p:nvSpPr>
          <p:spPr>
            <a:xfrm>
              <a:off x="-49975275" y="3395050"/>
              <a:ext cx="52775" cy="87450"/>
            </a:xfrm>
            <a:custGeom>
              <a:rect b="b" l="l" r="r" t="t"/>
              <a:pathLst>
                <a:path extrusionOk="0" h="3498" w="2111">
                  <a:moveTo>
                    <a:pt x="693" y="0"/>
                  </a:moveTo>
                  <a:lnTo>
                    <a:pt x="0" y="662"/>
                  </a:lnTo>
                  <a:lnTo>
                    <a:pt x="0" y="3497"/>
                  </a:lnTo>
                  <a:lnTo>
                    <a:pt x="2111" y="3497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85"/>
            <p:cNvSpPr/>
            <p:nvPr/>
          </p:nvSpPr>
          <p:spPr>
            <a:xfrm>
              <a:off x="-49905175" y="3395050"/>
              <a:ext cx="70900" cy="87450"/>
            </a:xfrm>
            <a:custGeom>
              <a:rect b="b" l="l" r="r" t="t"/>
              <a:pathLst>
                <a:path extrusionOk="0" h="3498" w="2836">
                  <a:moveTo>
                    <a:pt x="0" y="0"/>
                  </a:moveTo>
                  <a:lnTo>
                    <a:pt x="0" y="3497"/>
                  </a:lnTo>
                  <a:lnTo>
                    <a:pt x="2489" y="3497"/>
                  </a:lnTo>
                  <a:cubicBezTo>
                    <a:pt x="2678" y="3497"/>
                    <a:pt x="2836" y="3340"/>
                    <a:pt x="2836" y="315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7" name="Google Shape;2077;p85"/>
          <p:cNvGrpSpPr/>
          <p:nvPr/>
        </p:nvGrpSpPr>
        <p:grpSpPr>
          <a:xfrm>
            <a:off x="1151435" y="2948463"/>
            <a:ext cx="355258" cy="355288"/>
            <a:chOff x="-50134375" y="3550975"/>
            <a:chExt cx="300100" cy="300125"/>
          </a:xfrm>
        </p:grpSpPr>
        <p:sp>
          <p:nvSpPr>
            <p:cNvPr id="2078" name="Google Shape;2078;p85"/>
            <p:cNvSpPr/>
            <p:nvPr/>
          </p:nvSpPr>
          <p:spPr>
            <a:xfrm>
              <a:off x="-50134375" y="3550975"/>
              <a:ext cx="300100" cy="300125"/>
            </a:xfrm>
            <a:custGeom>
              <a:rect b="b" l="l" r="r" t="t"/>
              <a:pathLst>
                <a:path extrusionOk="0" h="12005" w="12004">
                  <a:moveTo>
                    <a:pt x="9893" y="1419"/>
                  </a:moveTo>
                  <a:lnTo>
                    <a:pt x="9893" y="1797"/>
                  </a:lnTo>
                  <a:cubicBezTo>
                    <a:pt x="9893" y="1986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50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43" y="10587"/>
                  </a:lnTo>
                  <a:lnTo>
                    <a:pt x="2143" y="10240"/>
                  </a:lnTo>
                  <a:cubicBezTo>
                    <a:pt x="2143" y="10051"/>
                    <a:pt x="1985" y="9893"/>
                    <a:pt x="1765" y="9893"/>
                  </a:cubicBezTo>
                  <a:lnTo>
                    <a:pt x="1418" y="9893"/>
                  </a:lnTo>
                  <a:lnTo>
                    <a:pt x="1418" y="2143"/>
                  </a:lnTo>
                  <a:lnTo>
                    <a:pt x="1765" y="2143"/>
                  </a:lnTo>
                  <a:cubicBezTo>
                    <a:pt x="1985" y="2143"/>
                    <a:pt x="2143" y="1986"/>
                    <a:pt x="2143" y="1797"/>
                  </a:cubicBezTo>
                  <a:lnTo>
                    <a:pt x="2143" y="1419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97"/>
                  </a:lnTo>
                  <a:cubicBezTo>
                    <a:pt x="0" y="1986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5" y="12004"/>
                  </a:lnTo>
                  <a:cubicBezTo>
                    <a:pt x="1985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50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1" y="9893"/>
                  </a:lnTo>
                  <a:lnTo>
                    <a:pt x="11311" y="2143"/>
                  </a:lnTo>
                  <a:lnTo>
                    <a:pt x="11657" y="2143"/>
                  </a:lnTo>
                  <a:cubicBezTo>
                    <a:pt x="11846" y="2143"/>
                    <a:pt x="12004" y="1986"/>
                    <a:pt x="12004" y="1797"/>
                  </a:cubicBezTo>
                  <a:lnTo>
                    <a:pt x="12004" y="348"/>
                  </a:lnTo>
                  <a:cubicBezTo>
                    <a:pt x="12004" y="159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50" y="1"/>
                    <a:pt x="9893" y="159"/>
                    <a:pt x="9893" y="348"/>
                  </a:cubicBezTo>
                  <a:lnTo>
                    <a:pt x="9893" y="726"/>
                  </a:lnTo>
                  <a:lnTo>
                    <a:pt x="2111" y="726"/>
                  </a:lnTo>
                  <a:lnTo>
                    <a:pt x="2111" y="348"/>
                  </a:lnTo>
                  <a:cubicBezTo>
                    <a:pt x="2111" y="159"/>
                    <a:pt x="1985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85"/>
            <p:cNvSpPr/>
            <p:nvPr/>
          </p:nvSpPr>
          <p:spPr>
            <a:xfrm>
              <a:off x="-50054825" y="3603750"/>
              <a:ext cx="141800" cy="194575"/>
            </a:xfrm>
            <a:custGeom>
              <a:rect b="b" l="l" r="r" t="t"/>
              <a:pathLst>
                <a:path extrusionOk="0" h="7783" w="5672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65"/>
                  </a:lnTo>
                  <a:cubicBezTo>
                    <a:pt x="0" y="1873"/>
                    <a:pt x="74" y="1922"/>
                    <a:pt x="151" y="1922"/>
                  </a:cubicBezTo>
                  <a:cubicBezTo>
                    <a:pt x="186" y="1922"/>
                    <a:pt x="222" y="1911"/>
                    <a:pt x="252" y="1891"/>
                  </a:cubicBezTo>
                  <a:lnTo>
                    <a:pt x="725" y="1419"/>
                  </a:lnTo>
                  <a:lnTo>
                    <a:pt x="2143" y="1419"/>
                  </a:lnTo>
                  <a:lnTo>
                    <a:pt x="2143" y="7089"/>
                  </a:lnTo>
                  <a:lnTo>
                    <a:pt x="1670" y="7562"/>
                  </a:lnTo>
                  <a:cubicBezTo>
                    <a:pt x="1576" y="7625"/>
                    <a:pt x="1670" y="7782"/>
                    <a:pt x="1765" y="7782"/>
                  </a:cubicBezTo>
                  <a:lnTo>
                    <a:pt x="3907" y="7782"/>
                  </a:lnTo>
                  <a:cubicBezTo>
                    <a:pt x="4064" y="7782"/>
                    <a:pt x="4096" y="7625"/>
                    <a:pt x="4033" y="7562"/>
                  </a:cubicBezTo>
                  <a:lnTo>
                    <a:pt x="3560" y="7089"/>
                  </a:lnTo>
                  <a:lnTo>
                    <a:pt x="3560" y="1419"/>
                  </a:lnTo>
                  <a:lnTo>
                    <a:pt x="4978" y="1419"/>
                  </a:lnTo>
                  <a:lnTo>
                    <a:pt x="5451" y="1891"/>
                  </a:lnTo>
                  <a:cubicBezTo>
                    <a:pt x="5467" y="1908"/>
                    <a:pt x="5491" y="1916"/>
                    <a:pt x="5517" y="1916"/>
                  </a:cubicBezTo>
                  <a:cubicBezTo>
                    <a:pt x="5587" y="1916"/>
                    <a:pt x="5671" y="1857"/>
                    <a:pt x="5671" y="1765"/>
                  </a:cubicBezTo>
                  <a:lnTo>
                    <a:pt x="5671" y="347"/>
                  </a:lnTo>
                  <a:cubicBezTo>
                    <a:pt x="5671" y="158"/>
                    <a:pt x="5514" y="1"/>
                    <a:pt x="5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0" name="Google Shape;2080;p85"/>
          <p:cNvGrpSpPr/>
          <p:nvPr/>
        </p:nvGrpSpPr>
        <p:grpSpPr>
          <a:xfrm>
            <a:off x="3758440" y="1843738"/>
            <a:ext cx="357123" cy="355258"/>
            <a:chOff x="-48262200" y="3200500"/>
            <a:chExt cx="301675" cy="300100"/>
          </a:xfrm>
        </p:grpSpPr>
        <p:sp>
          <p:nvSpPr>
            <p:cNvPr id="2081" name="Google Shape;2081;p85"/>
            <p:cNvSpPr/>
            <p:nvPr/>
          </p:nvSpPr>
          <p:spPr>
            <a:xfrm>
              <a:off x="-48191325" y="32887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72" y="1"/>
                  </a:moveTo>
                  <a:cubicBezTo>
                    <a:pt x="474" y="1"/>
                    <a:pt x="1" y="473"/>
                    <a:pt x="1" y="1041"/>
                  </a:cubicBezTo>
                  <a:cubicBezTo>
                    <a:pt x="1" y="1513"/>
                    <a:pt x="285" y="1891"/>
                    <a:pt x="726" y="2049"/>
                  </a:cubicBezTo>
                  <a:lnTo>
                    <a:pt x="726" y="1041"/>
                  </a:lnTo>
                  <a:cubicBezTo>
                    <a:pt x="726" y="852"/>
                    <a:pt x="883" y="694"/>
                    <a:pt x="1072" y="694"/>
                  </a:cubicBezTo>
                  <a:lnTo>
                    <a:pt x="2049" y="694"/>
                  </a:lnTo>
                  <a:cubicBezTo>
                    <a:pt x="1891" y="253"/>
                    <a:pt x="1513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85"/>
            <p:cNvSpPr/>
            <p:nvPr/>
          </p:nvSpPr>
          <p:spPr>
            <a:xfrm>
              <a:off x="-48155875" y="3324150"/>
              <a:ext cx="15775" cy="15775"/>
            </a:xfrm>
            <a:custGeom>
              <a:rect b="b" l="l" r="r" t="t"/>
              <a:pathLst>
                <a:path extrusionOk="0" h="631" w="631">
                  <a:moveTo>
                    <a:pt x="1" y="1"/>
                  </a:moveTo>
                  <a:lnTo>
                    <a:pt x="1" y="631"/>
                  </a:lnTo>
                  <a:cubicBezTo>
                    <a:pt x="284" y="505"/>
                    <a:pt x="536" y="253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85"/>
            <p:cNvSpPr/>
            <p:nvPr/>
          </p:nvSpPr>
          <p:spPr>
            <a:xfrm>
              <a:off x="-48085775" y="3206000"/>
              <a:ext cx="47275" cy="47300"/>
            </a:xfrm>
            <a:custGeom>
              <a:rect b="b" l="l" r="r" t="t"/>
              <a:pathLst>
                <a:path extrusionOk="0" h="1892" w="1891">
                  <a:moveTo>
                    <a:pt x="1" y="1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85"/>
            <p:cNvSpPr/>
            <p:nvPr/>
          </p:nvSpPr>
          <p:spPr>
            <a:xfrm>
              <a:off x="-48262200" y="3200500"/>
              <a:ext cx="228425" cy="300100"/>
            </a:xfrm>
            <a:custGeom>
              <a:rect b="b" l="l" r="r" t="t"/>
              <a:pathLst>
                <a:path extrusionOk="0" h="12004" w="9137">
                  <a:moveTo>
                    <a:pt x="3907" y="2773"/>
                  </a:moveTo>
                  <a:cubicBezTo>
                    <a:pt x="4789" y="2773"/>
                    <a:pt x="5482" y="3371"/>
                    <a:pt x="5640" y="4190"/>
                  </a:cubicBezTo>
                  <a:lnTo>
                    <a:pt x="6743" y="4190"/>
                  </a:lnTo>
                  <a:cubicBezTo>
                    <a:pt x="6900" y="4222"/>
                    <a:pt x="7058" y="4380"/>
                    <a:pt x="7058" y="4569"/>
                  </a:cubicBezTo>
                  <a:lnTo>
                    <a:pt x="7058" y="7372"/>
                  </a:lnTo>
                  <a:cubicBezTo>
                    <a:pt x="7058" y="7562"/>
                    <a:pt x="6900" y="7719"/>
                    <a:pt x="6711" y="7719"/>
                  </a:cubicBezTo>
                  <a:lnTo>
                    <a:pt x="3907" y="7719"/>
                  </a:lnTo>
                  <a:cubicBezTo>
                    <a:pt x="3718" y="7719"/>
                    <a:pt x="3561" y="7562"/>
                    <a:pt x="3561" y="7372"/>
                  </a:cubicBezTo>
                  <a:lnTo>
                    <a:pt x="3561" y="6270"/>
                  </a:lnTo>
                  <a:cubicBezTo>
                    <a:pt x="2773" y="6112"/>
                    <a:pt x="2143" y="5419"/>
                    <a:pt x="2143" y="4537"/>
                  </a:cubicBezTo>
                  <a:cubicBezTo>
                    <a:pt x="2143" y="3560"/>
                    <a:pt x="2931" y="2773"/>
                    <a:pt x="3907" y="2773"/>
                  </a:cubicBezTo>
                  <a:close/>
                  <a:moveTo>
                    <a:pt x="5293" y="8475"/>
                  </a:moveTo>
                  <a:cubicBezTo>
                    <a:pt x="5482" y="8475"/>
                    <a:pt x="5640" y="8633"/>
                    <a:pt x="5640" y="8822"/>
                  </a:cubicBezTo>
                  <a:cubicBezTo>
                    <a:pt x="5640" y="9042"/>
                    <a:pt x="5482" y="9200"/>
                    <a:pt x="5293" y="9200"/>
                  </a:cubicBezTo>
                  <a:lnTo>
                    <a:pt x="2489" y="9200"/>
                  </a:lnTo>
                  <a:cubicBezTo>
                    <a:pt x="2300" y="9200"/>
                    <a:pt x="2143" y="9042"/>
                    <a:pt x="2143" y="8822"/>
                  </a:cubicBezTo>
                  <a:cubicBezTo>
                    <a:pt x="2143" y="8633"/>
                    <a:pt x="2300" y="8475"/>
                    <a:pt x="2489" y="8475"/>
                  </a:cubicBezTo>
                  <a:close/>
                  <a:moveTo>
                    <a:pt x="6711" y="8475"/>
                  </a:moveTo>
                  <a:cubicBezTo>
                    <a:pt x="6900" y="8475"/>
                    <a:pt x="7058" y="8633"/>
                    <a:pt x="7058" y="8822"/>
                  </a:cubicBezTo>
                  <a:cubicBezTo>
                    <a:pt x="7058" y="9042"/>
                    <a:pt x="6900" y="9200"/>
                    <a:pt x="6711" y="9200"/>
                  </a:cubicBezTo>
                  <a:cubicBezTo>
                    <a:pt x="6522" y="9200"/>
                    <a:pt x="6365" y="9042"/>
                    <a:pt x="6365" y="8822"/>
                  </a:cubicBezTo>
                  <a:cubicBezTo>
                    <a:pt x="6365" y="8633"/>
                    <a:pt x="6522" y="8475"/>
                    <a:pt x="6711" y="8475"/>
                  </a:cubicBezTo>
                  <a:close/>
                  <a:moveTo>
                    <a:pt x="6711" y="9893"/>
                  </a:moveTo>
                  <a:cubicBezTo>
                    <a:pt x="6900" y="9893"/>
                    <a:pt x="7058" y="10050"/>
                    <a:pt x="7058" y="10239"/>
                  </a:cubicBezTo>
                  <a:cubicBezTo>
                    <a:pt x="7058" y="10428"/>
                    <a:pt x="6900" y="10617"/>
                    <a:pt x="6711" y="10617"/>
                  </a:cubicBezTo>
                  <a:lnTo>
                    <a:pt x="2489" y="10617"/>
                  </a:lnTo>
                  <a:cubicBezTo>
                    <a:pt x="2300" y="10617"/>
                    <a:pt x="2143" y="10460"/>
                    <a:pt x="2143" y="10239"/>
                  </a:cubicBezTo>
                  <a:cubicBezTo>
                    <a:pt x="2143" y="10050"/>
                    <a:pt x="2300" y="9893"/>
                    <a:pt x="2489" y="9893"/>
                  </a:cubicBez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8"/>
                    <a:pt x="158" y="12004"/>
                    <a:pt x="379" y="12004"/>
                  </a:cubicBezTo>
                  <a:lnTo>
                    <a:pt x="8790" y="12004"/>
                  </a:lnTo>
                  <a:cubicBezTo>
                    <a:pt x="8979" y="12004"/>
                    <a:pt x="9137" y="11878"/>
                    <a:pt x="9137" y="11657"/>
                  </a:cubicBezTo>
                  <a:lnTo>
                    <a:pt x="9137" y="2804"/>
                  </a:lnTo>
                  <a:lnTo>
                    <a:pt x="6711" y="2804"/>
                  </a:lnTo>
                  <a:cubicBezTo>
                    <a:pt x="6522" y="2804"/>
                    <a:pt x="6365" y="2647"/>
                    <a:pt x="6365" y="2458"/>
                  </a:cubicBezTo>
                  <a:lnTo>
                    <a:pt x="63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85"/>
            <p:cNvSpPr/>
            <p:nvPr/>
          </p:nvSpPr>
          <p:spPr>
            <a:xfrm>
              <a:off x="-48155075" y="3322575"/>
              <a:ext cx="52775" cy="53575"/>
            </a:xfrm>
            <a:custGeom>
              <a:rect b="b" l="l" r="r" t="t"/>
              <a:pathLst>
                <a:path extrusionOk="0" h="2143" w="2111">
                  <a:moveTo>
                    <a:pt x="1355" y="1"/>
                  </a:moveTo>
                  <a:cubicBezTo>
                    <a:pt x="1197" y="725"/>
                    <a:pt x="662" y="1261"/>
                    <a:pt x="0" y="1387"/>
                  </a:cubicBez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85"/>
            <p:cNvSpPr/>
            <p:nvPr/>
          </p:nvSpPr>
          <p:spPr>
            <a:xfrm>
              <a:off x="-48014100" y="3417100"/>
              <a:ext cx="53575" cy="18125"/>
            </a:xfrm>
            <a:custGeom>
              <a:rect b="b" l="l" r="r" t="t"/>
              <a:pathLst>
                <a:path extrusionOk="0" h="725" w="2143">
                  <a:moveTo>
                    <a:pt x="1" y="0"/>
                  </a:moveTo>
                  <a:lnTo>
                    <a:pt x="1" y="725"/>
                  </a:lnTo>
                  <a:lnTo>
                    <a:pt x="2143" y="725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85"/>
            <p:cNvSpPr/>
            <p:nvPr/>
          </p:nvSpPr>
          <p:spPr>
            <a:xfrm>
              <a:off x="-48014100" y="3289500"/>
              <a:ext cx="53575" cy="110300"/>
            </a:xfrm>
            <a:custGeom>
              <a:rect b="b" l="l" r="r" t="t"/>
              <a:pathLst>
                <a:path extrusionOk="0" h="4412" w="2143">
                  <a:moveTo>
                    <a:pt x="1" y="0"/>
                  </a:moveTo>
                  <a:lnTo>
                    <a:pt x="1" y="4411"/>
                  </a:lnTo>
                  <a:lnTo>
                    <a:pt x="2143" y="4411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85"/>
            <p:cNvSpPr/>
            <p:nvPr/>
          </p:nvSpPr>
          <p:spPr>
            <a:xfrm>
              <a:off x="-48014100" y="3451750"/>
              <a:ext cx="53575" cy="48075"/>
            </a:xfrm>
            <a:custGeom>
              <a:rect b="b" l="l" r="r" t="t"/>
              <a:pathLst>
                <a:path extrusionOk="0" h="1923" w="2143">
                  <a:moveTo>
                    <a:pt x="1" y="0"/>
                  </a:moveTo>
                  <a:lnTo>
                    <a:pt x="1" y="883"/>
                  </a:lnTo>
                  <a:cubicBezTo>
                    <a:pt x="1" y="1450"/>
                    <a:pt x="473" y="1922"/>
                    <a:pt x="1072" y="1922"/>
                  </a:cubicBezTo>
                  <a:cubicBezTo>
                    <a:pt x="1670" y="1922"/>
                    <a:pt x="2143" y="1450"/>
                    <a:pt x="2143" y="883"/>
                  </a:cubicBez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85"/>
            <p:cNvSpPr/>
            <p:nvPr/>
          </p:nvSpPr>
          <p:spPr>
            <a:xfrm>
              <a:off x="-48011725" y="3220375"/>
              <a:ext cx="48050" cy="51025"/>
            </a:xfrm>
            <a:custGeom>
              <a:rect b="b" l="l" r="r" t="t"/>
              <a:pathLst>
                <a:path extrusionOk="0" h="2041" w="1922">
                  <a:moveTo>
                    <a:pt x="985" y="1"/>
                  </a:moveTo>
                  <a:cubicBezTo>
                    <a:pt x="843" y="1"/>
                    <a:pt x="693" y="72"/>
                    <a:pt x="630" y="213"/>
                  </a:cubicBezTo>
                  <a:lnTo>
                    <a:pt x="0" y="2041"/>
                  </a:lnTo>
                  <a:lnTo>
                    <a:pt x="1922" y="2041"/>
                  </a:lnTo>
                  <a:lnTo>
                    <a:pt x="1292" y="213"/>
                  </a:lnTo>
                  <a:cubicBezTo>
                    <a:pt x="1260" y="72"/>
                    <a:pt x="1126" y="1"/>
                    <a:pt x="9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0" name="Google Shape;2090;p85"/>
          <p:cNvGrpSpPr/>
          <p:nvPr/>
        </p:nvGrpSpPr>
        <p:grpSpPr>
          <a:xfrm>
            <a:off x="3786225" y="2404970"/>
            <a:ext cx="298377" cy="354519"/>
            <a:chOff x="-48233050" y="3569725"/>
            <a:chExt cx="252050" cy="299475"/>
          </a:xfrm>
        </p:grpSpPr>
        <p:sp>
          <p:nvSpPr>
            <p:cNvPr id="2091" name="Google Shape;2091;p85"/>
            <p:cNvSpPr/>
            <p:nvPr/>
          </p:nvSpPr>
          <p:spPr>
            <a:xfrm>
              <a:off x="-48233050" y="3569725"/>
              <a:ext cx="252050" cy="299475"/>
            </a:xfrm>
            <a:custGeom>
              <a:rect b="b" l="l" r="r" t="t"/>
              <a:pathLst>
                <a:path extrusionOk="0" h="11979" w="10082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85"/>
            <p:cNvSpPr/>
            <p:nvPr/>
          </p:nvSpPr>
          <p:spPr>
            <a:xfrm>
              <a:off x="-48170050" y="3622650"/>
              <a:ext cx="100050" cy="103225"/>
            </a:xfrm>
            <a:custGeom>
              <a:rect b="b" l="l" r="r" t="t"/>
              <a:pathLst>
                <a:path extrusionOk="0" h="4129" w="4002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85"/>
            <p:cNvSpPr/>
            <p:nvPr/>
          </p:nvSpPr>
          <p:spPr>
            <a:xfrm>
              <a:off x="-48129100" y="366520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4" name="Google Shape;2094;p85"/>
          <p:cNvGrpSpPr/>
          <p:nvPr/>
        </p:nvGrpSpPr>
        <p:grpSpPr>
          <a:xfrm>
            <a:off x="2186872" y="2404591"/>
            <a:ext cx="356205" cy="355258"/>
            <a:chOff x="-44914800" y="3560450"/>
            <a:chExt cx="300900" cy="300100"/>
          </a:xfrm>
        </p:grpSpPr>
        <p:sp>
          <p:nvSpPr>
            <p:cNvPr id="2095" name="Google Shape;2095;p85"/>
            <p:cNvSpPr/>
            <p:nvPr/>
          </p:nvSpPr>
          <p:spPr>
            <a:xfrm>
              <a:off x="-44914800" y="3560450"/>
              <a:ext cx="300900" cy="300100"/>
            </a:xfrm>
            <a:custGeom>
              <a:rect b="b" l="l" r="r" t="t"/>
              <a:pathLst>
                <a:path extrusionOk="0" h="12004" w="12036">
                  <a:moveTo>
                    <a:pt x="9893" y="1418"/>
                  </a:moveTo>
                  <a:lnTo>
                    <a:pt x="9893" y="1764"/>
                  </a:lnTo>
                  <a:cubicBezTo>
                    <a:pt x="9893" y="1953"/>
                    <a:pt x="10051" y="2111"/>
                    <a:pt x="10240" y="2111"/>
                  </a:cubicBezTo>
                  <a:lnTo>
                    <a:pt x="10618" y="2111"/>
                  </a:lnTo>
                  <a:lnTo>
                    <a:pt x="10618" y="9924"/>
                  </a:lnTo>
                  <a:lnTo>
                    <a:pt x="10240" y="9924"/>
                  </a:lnTo>
                  <a:cubicBezTo>
                    <a:pt x="10051" y="9924"/>
                    <a:pt x="9893" y="10082"/>
                    <a:pt x="9893" y="10271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71"/>
                  </a:lnTo>
                  <a:cubicBezTo>
                    <a:pt x="2143" y="10082"/>
                    <a:pt x="1985" y="9924"/>
                    <a:pt x="1796" y="9924"/>
                  </a:cubicBezTo>
                  <a:lnTo>
                    <a:pt x="1450" y="9924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4"/>
                  </a:lnTo>
                  <a:cubicBezTo>
                    <a:pt x="1" y="1953"/>
                    <a:pt x="158" y="2111"/>
                    <a:pt x="379" y="2111"/>
                  </a:cubicBezTo>
                  <a:lnTo>
                    <a:pt x="725" y="2111"/>
                  </a:lnTo>
                  <a:lnTo>
                    <a:pt x="725" y="9861"/>
                  </a:lnTo>
                  <a:lnTo>
                    <a:pt x="379" y="9861"/>
                  </a:lnTo>
                  <a:cubicBezTo>
                    <a:pt x="158" y="9861"/>
                    <a:pt x="1" y="10019"/>
                    <a:pt x="1" y="10208"/>
                  </a:cubicBezTo>
                  <a:lnTo>
                    <a:pt x="1" y="11657"/>
                  </a:lnTo>
                  <a:cubicBezTo>
                    <a:pt x="1" y="11846"/>
                    <a:pt x="158" y="12003"/>
                    <a:pt x="379" y="12003"/>
                  </a:cubicBezTo>
                  <a:lnTo>
                    <a:pt x="1796" y="12003"/>
                  </a:lnTo>
                  <a:cubicBezTo>
                    <a:pt x="1985" y="12003"/>
                    <a:pt x="2143" y="11846"/>
                    <a:pt x="2143" y="11657"/>
                  </a:cubicBezTo>
                  <a:lnTo>
                    <a:pt x="2143" y="11279"/>
                  </a:lnTo>
                  <a:lnTo>
                    <a:pt x="9893" y="11279"/>
                  </a:lnTo>
                  <a:lnTo>
                    <a:pt x="9893" y="11657"/>
                  </a:lnTo>
                  <a:cubicBezTo>
                    <a:pt x="9893" y="11846"/>
                    <a:pt x="10051" y="12003"/>
                    <a:pt x="10240" y="12003"/>
                  </a:cubicBezTo>
                  <a:lnTo>
                    <a:pt x="11657" y="12003"/>
                  </a:lnTo>
                  <a:cubicBezTo>
                    <a:pt x="11878" y="12003"/>
                    <a:pt x="12036" y="11846"/>
                    <a:pt x="12036" y="11657"/>
                  </a:cubicBezTo>
                  <a:lnTo>
                    <a:pt x="12036" y="10208"/>
                  </a:lnTo>
                  <a:cubicBezTo>
                    <a:pt x="12036" y="10019"/>
                    <a:pt x="11878" y="9861"/>
                    <a:pt x="11657" y="9861"/>
                  </a:cubicBezTo>
                  <a:lnTo>
                    <a:pt x="11311" y="9861"/>
                  </a:lnTo>
                  <a:lnTo>
                    <a:pt x="11311" y="2111"/>
                  </a:lnTo>
                  <a:lnTo>
                    <a:pt x="11657" y="2111"/>
                  </a:lnTo>
                  <a:cubicBezTo>
                    <a:pt x="11878" y="2111"/>
                    <a:pt x="12036" y="1953"/>
                    <a:pt x="12036" y="1764"/>
                  </a:cubicBezTo>
                  <a:lnTo>
                    <a:pt x="12036" y="347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47"/>
                  </a:cubicBezTo>
                  <a:lnTo>
                    <a:pt x="9893" y="693"/>
                  </a:lnTo>
                  <a:lnTo>
                    <a:pt x="2143" y="693"/>
                  </a:lnTo>
                  <a:lnTo>
                    <a:pt x="2143" y="347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85"/>
            <p:cNvSpPr/>
            <p:nvPr/>
          </p:nvSpPr>
          <p:spPr>
            <a:xfrm>
              <a:off x="-44861250" y="3632100"/>
              <a:ext cx="193800" cy="146525"/>
            </a:xfrm>
            <a:custGeom>
              <a:rect b="b" l="l" r="r" t="t"/>
              <a:pathLst>
                <a:path extrusionOk="0" h="5861" w="7752">
                  <a:moveTo>
                    <a:pt x="3845" y="1009"/>
                  </a:moveTo>
                  <a:cubicBezTo>
                    <a:pt x="4443" y="1009"/>
                    <a:pt x="4916" y="1482"/>
                    <a:pt x="4916" y="2080"/>
                  </a:cubicBezTo>
                  <a:cubicBezTo>
                    <a:pt x="4916" y="2679"/>
                    <a:pt x="4443" y="3151"/>
                    <a:pt x="3845" y="3151"/>
                  </a:cubicBezTo>
                  <a:cubicBezTo>
                    <a:pt x="3277" y="3151"/>
                    <a:pt x="2805" y="2679"/>
                    <a:pt x="2805" y="2080"/>
                  </a:cubicBezTo>
                  <a:cubicBezTo>
                    <a:pt x="2805" y="1482"/>
                    <a:pt x="3277" y="1009"/>
                    <a:pt x="3845" y="1009"/>
                  </a:cubicBezTo>
                  <a:close/>
                  <a:moveTo>
                    <a:pt x="348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5829"/>
                  </a:lnTo>
                  <a:lnTo>
                    <a:pt x="2206" y="3624"/>
                  </a:lnTo>
                  <a:cubicBezTo>
                    <a:pt x="2269" y="3561"/>
                    <a:pt x="2356" y="3530"/>
                    <a:pt x="2447" y="3530"/>
                  </a:cubicBezTo>
                  <a:cubicBezTo>
                    <a:pt x="2537" y="3530"/>
                    <a:pt x="2632" y="3561"/>
                    <a:pt x="2710" y="3624"/>
                  </a:cubicBezTo>
                  <a:lnTo>
                    <a:pt x="3939" y="4821"/>
                  </a:lnTo>
                  <a:lnTo>
                    <a:pt x="5042" y="3656"/>
                  </a:lnTo>
                  <a:cubicBezTo>
                    <a:pt x="5136" y="3561"/>
                    <a:pt x="5199" y="3530"/>
                    <a:pt x="5294" y="3530"/>
                  </a:cubicBezTo>
                  <a:cubicBezTo>
                    <a:pt x="5388" y="3530"/>
                    <a:pt x="5483" y="3561"/>
                    <a:pt x="5546" y="3656"/>
                  </a:cubicBezTo>
                  <a:lnTo>
                    <a:pt x="7751" y="5861"/>
                  </a:lnTo>
                  <a:lnTo>
                    <a:pt x="7751" y="379"/>
                  </a:lnTo>
                  <a:cubicBezTo>
                    <a:pt x="7720" y="159"/>
                    <a:pt x="7562" y="1"/>
                    <a:pt x="73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85"/>
            <p:cNvSpPr/>
            <p:nvPr/>
          </p:nvSpPr>
          <p:spPr>
            <a:xfrm>
              <a:off x="-44773800" y="36754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85"/>
            <p:cNvSpPr/>
            <p:nvPr/>
          </p:nvSpPr>
          <p:spPr>
            <a:xfrm>
              <a:off x="-44750975" y="3741600"/>
              <a:ext cx="70900" cy="48050"/>
            </a:xfrm>
            <a:custGeom>
              <a:rect b="b" l="l" r="r" t="t"/>
              <a:pathLst>
                <a:path extrusionOk="0" h="1922" w="2836">
                  <a:moveTo>
                    <a:pt x="883" y="0"/>
                  </a:moveTo>
                  <a:lnTo>
                    <a:pt x="1" y="945"/>
                  </a:lnTo>
                  <a:lnTo>
                    <a:pt x="1009" y="1922"/>
                  </a:lnTo>
                  <a:lnTo>
                    <a:pt x="2836" y="1922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85"/>
            <p:cNvSpPr/>
            <p:nvPr/>
          </p:nvSpPr>
          <p:spPr>
            <a:xfrm>
              <a:off x="-44848625" y="3740025"/>
              <a:ext cx="97675" cy="49625"/>
            </a:xfrm>
            <a:custGeom>
              <a:rect b="b" l="l" r="r" t="t"/>
              <a:pathLst>
                <a:path extrusionOk="0" h="1985" w="3907">
                  <a:moveTo>
                    <a:pt x="1985" y="0"/>
                  </a:moveTo>
                  <a:lnTo>
                    <a:pt x="0" y="1985"/>
                  </a:lnTo>
                  <a:lnTo>
                    <a:pt x="3907" y="1985"/>
                  </a:lnTo>
                  <a:lnTo>
                    <a:pt x="19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0" name="Google Shape;2100;p85"/>
          <p:cNvGrpSpPr/>
          <p:nvPr/>
        </p:nvGrpSpPr>
        <p:grpSpPr>
          <a:xfrm>
            <a:off x="1656694" y="1844317"/>
            <a:ext cx="354311" cy="354104"/>
            <a:chOff x="-49764975" y="3183375"/>
            <a:chExt cx="299300" cy="299125"/>
          </a:xfrm>
        </p:grpSpPr>
        <p:sp>
          <p:nvSpPr>
            <p:cNvPr id="2101" name="Google Shape;2101;p85"/>
            <p:cNvSpPr/>
            <p:nvPr/>
          </p:nvSpPr>
          <p:spPr>
            <a:xfrm>
              <a:off x="-49606675" y="3233575"/>
              <a:ext cx="70125" cy="103200"/>
            </a:xfrm>
            <a:custGeom>
              <a:rect b="b" l="l" r="r" t="t"/>
              <a:pathLst>
                <a:path extrusionOk="0" h="4128" w="2805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85"/>
            <p:cNvSpPr/>
            <p:nvPr/>
          </p:nvSpPr>
          <p:spPr>
            <a:xfrm>
              <a:off x="-49676775" y="3364325"/>
              <a:ext cx="52000" cy="118175"/>
            </a:xfrm>
            <a:custGeom>
              <a:rect b="b" l="l" r="r" t="t"/>
              <a:pathLst>
                <a:path extrusionOk="0" h="4727" w="208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85"/>
            <p:cNvSpPr/>
            <p:nvPr/>
          </p:nvSpPr>
          <p:spPr>
            <a:xfrm>
              <a:off x="-49694100" y="3233575"/>
              <a:ext cx="69325" cy="103200"/>
            </a:xfrm>
            <a:custGeom>
              <a:rect b="b" l="l" r="r" t="t"/>
              <a:pathLst>
                <a:path extrusionOk="0" h="4128" w="2773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85"/>
            <p:cNvSpPr/>
            <p:nvPr/>
          </p:nvSpPr>
          <p:spPr>
            <a:xfrm>
              <a:off x="-49756325" y="3314700"/>
              <a:ext cx="121325" cy="61450"/>
            </a:xfrm>
            <a:custGeom>
              <a:rect b="b" l="l" r="r" t="t"/>
              <a:pathLst>
                <a:path extrusionOk="0" h="2458" w="4853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85"/>
            <p:cNvSpPr/>
            <p:nvPr/>
          </p:nvSpPr>
          <p:spPr>
            <a:xfrm>
              <a:off x="-49606675" y="3364325"/>
              <a:ext cx="52000" cy="118175"/>
            </a:xfrm>
            <a:custGeom>
              <a:rect b="b" l="l" r="r" t="t"/>
              <a:pathLst>
                <a:path extrusionOk="0" h="4727" w="208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85"/>
            <p:cNvSpPr/>
            <p:nvPr/>
          </p:nvSpPr>
          <p:spPr>
            <a:xfrm>
              <a:off x="-49595650" y="3314700"/>
              <a:ext cx="121325" cy="61450"/>
            </a:xfrm>
            <a:custGeom>
              <a:rect b="b" l="l" r="r" t="t"/>
              <a:pathLst>
                <a:path extrusionOk="0" h="2458" w="4853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85"/>
            <p:cNvSpPr/>
            <p:nvPr/>
          </p:nvSpPr>
          <p:spPr>
            <a:xfrm>
              <a:off x="-49764975" y="3355650"/>
              <a:ext cx="70100" cy="126850"/>
            </a:xfrm>
            <a:custGeom>
              <a:rect b="b" l="l" r="r" t="t"/>
              <a:pathLst>
                <a:path extrusionOk="0" h="5074" w="2804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85"/>
            <p:cNvSpPr/>
            <p:nvPr/>
          </p:nvSpPr>
          <p:spPr>
            <a:xfrm>
              <a:off x="-49535775" y="3355650"/>
              <a:ext cx="70100" cy="126850"/>
            </a:xfrm>
            <a:custGeom>
              <a:rect b="b" l="l" r="r" t="t"/>
              <a:pathLst>
                <a:path extrusionOk="0" h="5074" w="2804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85"/>
            <p:cNvSpPr/>
            <p:nvPr/>
          </p:nvSpPr>
          <p:spPr>
            <a:xfrm>
              <a:off x="-49685425" y="3183375"/>
              <a:ext cx="140200" cy="69925"/>
            </a:xfrm>
            <a:custGeom>
              <a:rect b="b" l="l" r="r" t="t"/>
              <a:pathLst>
                <a:path extrusionOk="0" h="2797" w="5608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0" name="Google Shape;2110;p85"/>
          <p:cNvGrpSpPr/>
          <p:nvPr/>
        </p:nvGrpSpPr>
        <p:grpSpPr>
          <a:xfrm>
            <a:off x="1655069" y="2404268"/>
            <a:ext cx="354311" cy="355909"/>
            <a:chOff x="-49764975" y="3551225"/>
            <a:chExt cx="299300" cy="300650"/>
          </a:xfrm>
        </p:grpSpPr>
        <p:sp>
          <p:nvSpPr>
            <p:cNvPr id="2111" name="Google Shape;2111;p85"/>
            <p:cNvSpPr/>
            <p:nvPr/>
          </p:nvSpPr>
          <p:spPr>
            <a:xfrm>
              <a:off x="-4976497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85"/>
            <p:cNvSpPr/>
            <p:nvPr/>
          </p:nvSpPr>
          <p:spPr>
            <a:xfrm>
              <a:off x="-49763400" y="3598250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85"/>
            <p:cNvSpPr/>
            <p:nvPr/>
          </p:nvSpPr>
          <p:spPr>
            <a:xfrm>
              <a:off x="-49763400" y="3703975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85"/>
            <p:cNvSpPr/>
            <p:nvPr/>
          </p:nvSpPr>
          <p:spPr>
            <a:xfrm>
              <a:off x="-4950112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85"/>
            <p:cNvSpPr/>
            <p:nvPr/>
          </p:nvSpPr>
          <p:spPr>
            <a:xfrm>
              <a:off x="-49499550" y="3598250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85"/>
            <p:cNvSpPr/>
            <p:nvPr/>
          </p:nvSpPr>
          <p:spPr>
            <a:xfrm>
              <a:off x="-49499550" y="3704575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85"/>
            <p:cNvSpPr/>
            <p:nvPr/>
          </p:nvSpPr>
          <p:spPr>
            <a:xfrm>
              <a:off x="-49725600" y="3551225"/>
              <a:ext cx="215050" cy="210875"/>
            </a:xfrm>
            <a:custGeom>
              <a:rect b="b" l="l" r="r" t="t"/>
              <a:pathLst>
                <a:path extrusionOk="0" h="8435" w="8602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85"/>
            <p:cNvSpPr/>
            <p:nvPr/>
          </p:nvSpPr>
          <p:spPr>
            <a:xfrm>
              <a:off x="-49633450" y="3697475"/>
              <a:ext cx="35475" cy="65400"/>
            </a:xfrm>
            <a:custGeom>
              <a:rect b="b" l="l" r="r" t="t"/>
              <a:pathLst>
                <a:path extrusionOk="0" h="2616" w="1419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85"/>
            <p:cNvSpPr/>
            <p:nvPr/>
          </p:nvSpPr>
          <p:spPr>
            <a:xfrm>
              <a:off x="-49676775" y="3780975"/>
              <a:ext cx="123675" cy="34675"/>
            </a:xfrm>
            <a:custGeom>
              <a:rect b="b" l="l" r="r" t="t"/>
              <a:pathLst>
                <a:path extrusionOk="0" h="1387" w="4947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85"/>
            <p:cNvSpPr/>
            <p:nvPr/>
          </p:nvSpPr>
          <p:spPr>
            <a:xfrm>
              <a:off x="-49630300" y="3651800"/>
              <a:ext cx="29150" cy="31325"/>
            </a:xfrm>
            <a:custGeom>
              <a:rect b="b" l="l" r="r" t="t"/>
              <a:pathLst>
                <a:path extrusionOk="0" h="1253" w="1166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85"/>
            <p:cNvSpPr/>
            <p:nvPr/>
          </p:nvSpPr>
          <p:spPr>
            <a:xfrm>
              <a:off x="-49657875" y="3833750"/>
              <a:ext cx="85100" cy="18125"/>
            </a:xfrm>
            <a:custGeom>
              <a:rect b="b" l="l" r="r" t="t"/>
              <a:pathLst>
                <a:path extrusionOk="0" h="725" w="3404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2" name="Google Shape;2122;p85"/>
          <p:cNvGrpSpPr/>
          <p:nvPr/>
        </p:nvGrpSpPr>
        <p:grpSpPr>
          <a:xfrm>
            <a:off x="3198833" y="2405046"/>
            <a:ext cx="357123" cy="354341"/>
            <a:chOff x="-47892800" y="3200500"/>
            <a:chExt cx="301675" cy="299325"/>
          </a:xfrm>
        </p:grpSpPr>
        <p:sp>
          <p:nvSpPr>
            <p:cNvPr id="2123" name="Google Shape;2123;p85"/>
            <p:cNvSpPr/>
            <p:nvPr/>
          </p:nvSpPr>
          <p:spPr>
            <a:xfrm>
              <a:off x="-47892800" y="3200500"/>
              <a:ext cx="301675" cy="177225"/>
            </a:xfrm>
            <a:custGeom>
              <a:rect b="b" l="l" r="r" t="t"/>
              <a:pathLst>
                <a:path extrusionOk="0" h="7089" w="12067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1765" y="2143"/>
                  </a:lnTo>
                  <a:cubicBezTo>
                    <a:pt x="1985" y="2143"/>
                    <a:pt x="2143" y="1985"/>
                    <a:pt x="2143" y="1796"/>
                  </a:cubicBezTo>
                  <a:lnTo>
                    <a:pt x="2143" y="1418"/>
                  </a:lnTo>
                  <a:lnTo>
                    <a:pt x="5010" y="1418"/>
                  </a:lnTo>
                  <a:cubicBezTo>
                    <a:pt x="4915" y="1576"/>
                    <a:pt x="3277" y="4506"/>
                    <a:pt x="3182" y="4663"/>
                  </a:cubicBezTo>
                  <a:lnTo>
                    <a:pt x="4821" y="7089"/>
                  </a:lnTo>
                  <a:lnTo>
                    <a:pt x="5671" y="7089"/>
                  </a:lnTo>
                  <a:lnTo>
                    <a:pt x="5671" y="5577"/>
                  </a:lnTo>
                  <a:cubicBezTo>
                    <a:pt x="5293" y="5419"/>
                    <a:pt x="4978" y="5010"/>
                    <a:pt x="4978" y="4569"/>
                  </a:cubicBezTo>
                  <a:cubicBezTo>
                    <a:pt x="4978" y="4001"/>
                    <a:pt x="5451" y="3529"/>
                    <a:pt x="6018" y="3529"/>
                  </a:cubicBezTo>
                  <a:cubicBezTo>
                    <a:pt x="6616" y="3529"/>
                    <a:pt x="7089" y="4001"/>
                    <a:pt x="7089" y="4569"/>
                  </a:cubicBezTo>
                  <a:cubicBezTo>
                    <a:pt x="7089" y="5041"/>
                    <a:pt x="6805" y="5419"/>
                    <a:pt x="6396" y="5577"/>
                  </a:cubicBezTo>
                  <a:lnTo>
                    <a:pt x="6396" y="7026"/>
                  </a:lnTo>
                  <a:lnTo>
                    <a:pt x="7247" y="7026"/>
                  </a:lnTo>
                  <a:lnTo>
                    <a:pt x="8853" y="4569"/>
                  </a:lnTo>
                  <a:cubicBezTo>
                    <a:pt x="8790" y="4411"/>
                    <a:pt x="7120" y="1513"/>
                    <a:pt x="7057" y="1355"/>
                  </a:cubicBezTo>
                  <a:lnTo>
                    <a:pt x="9924" y="1355"/>
                  </a:lnTo>
                  <a:lnTo>
                    <a:pt x="9924" y="1702"/>
                  </a:lnTo>
                  <a:cubicBezTo>
                    <a:pt x="9924" y="1891"/>
                    <a:pt x="10082" y="2048"/>
                    <a:pt x="10271" y="2048"/>
                  </a:cubicBezTo>
                  <a:lnTo>
                    <a:pt x="11689" y="2048"/>
                  </a:lnTo>
                  <a:cubicBezTo>
                    <a:pt x="11909" y="2048"/>
                    <a:pt x="12067" y="1891"/>
                    <a:pt x="12067" y="1702"/>
                  </a:cubicBezTo>
                  <a:lnTo>
                    <a:pt x="12067" y="284"/>
                  </a:lnTo>
                  <a:cubicBezTo>
                    <a:pt x="12004" y="158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6616" y="725"/>
                  </a:lnTo>
                  <a:lnTo>
                    <a:pt x="6301" y="221"/>
                  </a:lnTo>
                  <a:cubicBezTo>
                    <a:pt x="6238" y="95"/>
                    <a:pt x="6120" y="32"/>
                    <a:pt x="6002" y="32"/>
                  </a:cubicBezTo>
                  <a:cubicBezTo>
                    <a:pt x="5884" y="32"/>
                    <a:pt x="5766" y="95"/>
                    <a:pt x="5703" y="221"/>
                  </a:cubicBezTo>
                  <a:lnTo>
                    <a:pt x="5388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85"/>
            <p:cNvSpPr/>
            <p:nvPr/>
          </p:nvSpPr>
          <p:spPr>
            <a:xfrm>
              <a:off x="-47751825" y="33060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85"/>
            <p:cNvSpPr/>
            <p:nvPr/>
          </p:nvSpPr>
          <p:spPr>
            <a:xfrm>
              <a:off x="-47786475" y="3395050"/>
              <a:ext cx="87450" cy="17350"/>
            </a:xfrm>
            <a:custGeom>
              <a:rect b="b" l="l" r="r" t="t"/>
              <a:pathLst>
                <a:path extrusionOk="0" h="694" w="3498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3"/>
                  </a:lnTo>
                  <a:lnTo>
                    <a:pt x="3498" y="693"/>
                  </a:lnTo>
                  <a:lnTo>
                    <a:pt x="3498" y="347"/>
                  </a:lnTo>
                  <a:cubicBezTo>
                    <a:pt x="3498" y="158"/>
                    <a:pt x="3372" y="0"/>
                    <a:pt x="3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85"/>
            <p:cNvSpPr/>
            <p:nvPr/>
          </p:nvSpPr>
          <p:spPr>
            <a:xfrm>
              <a:off x="-47692750" y="3271375"/>
              <a:ext cx="101625" cy="140225"/>
            </a:xfrm>
            <a:custGeom>
              <a:rect b="b" l="l" r="r" t="t"/>
              <a:pathLst>
                <a:path extrusionOk="0" h="5609" w="4065">
                  <a:moveTo>
                    <a:pt x="631" y="1"/>
                  </a:moveTo>
                  <a:lnTo>
                    <a:pt x="1576" y="1639"/>
                  </a:lnTo>
                  <a:cubicBezTo>
                    <a:pt x="1639" y="1734"/>
                    <a:pt x="1639" y="1891"/>
                    <a:pt x="1576" y="1986"/>
                  </a:cubicBezTo>
                  <a:lnTo>
                    <a:pt x="1" y="4348"/>
                  </a:lnTo>
                  <a:cubicBezTo>
                    <a:pt x="316" y="4537"/>
                    <a:pt x="505" y="4853"/>
                    <a:pt x="505" y="5262"/>
                  </a:cubicBezTo>
                  <a:lnTo>
                    <a:pt x="505" y="5609"/>
                  </a:lnTo>
                  <a:lnTo>
                    <a:pt x="4065" y="5609"/>
                  </a:lnTo>
                  <a:lnTo>
                    <a:pt x="4065" y="1040"/>
                  </a:lnTo>
                  <a:cubicBezTo>
                    <a:pt x="4002" y="473"/>
                    <a:pt x="3561" y="1"/>
                    <a:pt x="2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85"/>
            <p:cNvSpPr/>
            <p:nvPr/>
          </p:nvSpPr>
          <p:spPr>
            <a:xfrm>
              <a:off x="-47891225" y="3272950"/>
              <a:ext cx="100050" cy="140225"/>
            </a:xfrm>
            <a:custGeom>
              <a:rect b="b" l="l" r="r" t="t"/>
              <a:pathLst>
                <a:path extrusionOk="0" h="5609" w="4002">
                  <a:moveTo>
                    <a:pt x="1040" y="1"/>
                  </a:moveTo>
                  <a:cubicBezTo>
                    <a:pt x="473" y="1"/>
                    <a:pt x="0" y="442"/>
                    <a:pt x="0" y="1040"/>
                  </a:cubicBezTo>
                  <a:lnTo>
                    <a:pt x="0" y="5609"/>
                  </a:lnTo>
                  <a:lnTo>
                    <a:pt x="3529" y="5609"/>
                  </a:lnTo>
                  <a:lnTo>
                    <a:pt x="3529" y="5231"/>
                  </a:lnTo>
                  <a:lnTo>
                    <a:pt x="3497" y="5231"/>
                  </a:lnTo>
                  <a:cubicBezTo>
                    <a:pt x="3497" y="4821"/>
                    <a:pt x="3686" y="4506"/>
                    <a:pt x="4002" y="4317"/>
                  </a:cubicBezTo>
                  <a:lnTo>
                    <a:pt x="2426" y="1954"/>
                  </a:lnTo>
                  <a:cubicBezTo>
                    <a:pt x="2363" y="1828"/>
                    <a:pt x="2363" y="1734"/>
                    <a:pt x="2426" y="1608"/>
                  </a:cubicBezTo>
                  <a:lnTo>
                    <a:pt x="33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85"/>
            <p:cNvSpPr/>
            <p:nvPr/>
          </p:nvSpPr>
          <p:spPr>
            <a:xfrm>
              <a:off x="-47892800" y="3428900"/>
              <a:ext cx="300100" cy="70925"/>
            </a:xfrm>
            <a:custGeom>
              <a:rect b="b" l="l" r="r" t="t"/>
              <a:pathLst>
                <a:path extrusionOk="0" h="2837" w="12004">
                  <a:moveTo>
                    <a:pt x="0" y="1"/>
                  </a:moveTo>
                  <a:lnTo>
                    <a:pt x="0" y="379"/>
                  </a:lnTo>
                  <a:cubicBezTo>
                    <a:pt x="0" y="946"/>
                    <a:pt x="473" y="1418"/>
                    <a:pt x="1072" y="1418"/>
                  </a:cubicBezTo>
                  <a:lnTo>
                    <a:pt x="4978" y="1418"/>
                  </a:lnTo>
                  <a:lnTo>
                    <a:pt x="4978" y="2143"/>
                  </a:lnTo>
                  <a:lnTo>
                    <a:pt x="3907" y="2143"/>
                  </a:lnTo>
                  <a:cubicBezTo>
                    <a:pt x="3718" y="2143"/>
                    <a:pt x="3560" y="2301"/>
                    <a:pt x="3560" y="2490"/>
                  </a:cubicBezTo>
                  <a:cubicBezTo>
                    <a:pt x="3560" y="2679"/>
                    <a:pt x="3718" y="2836"/>
                    <a:pt x="3907" y="2836"/>
                  </a:cubicBezTo>
                  <a:lnTo>
                    <a:pt x="8129" y="2836"/>
                  </a:lnTo>
                  <a:cubicBezTo>
                    <a:pt x="8318" y="2836"/>
                    <a:pt x="8475" y="2679"/>
                    <a:pt x="8475" y="2490"/>
                  </a:cubicBezTo>
                  <a:cubicBezTo>
                    <a:pt x="8475" y="2301"/>
                    <a:pt x="8318" y="2143"/>
                    <a:pt x="8129" y="2143"/>
                  </a:cubicBezTo>
                  <a:lnTo>
                    <a:pt x="7057" y="2143"/>
                  </a:lnTo>
                  <a:lnTo>
                    <a:pt x="7057" y="1418"/>
                  </a:lnTo>
                  <a:lnTo>
                    <a:pt x="10964" y="1418"/>
                  </a:lnTo>
                  <a:cubicBezTo>
                    <a:pt x="11531" y="1418"/>
                    <a:pt x="12004" y="946"/>
                    <a:pt x="12004" y="379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9" name="Google Shape;2129;p85"/>
          <p:cNvGrpSpPr/>
          <p:nvPr/>
        </p:nvGrpSpPr>
        <p:grpSpPr>
          <a:xfrm>
            <a:off x="2756485" y="2948468"/>
            <a:ext cx="229391" cy="355258"/>
            <a:chOff x="-47839250" y="3569100"/>
            <a:chExt cx="193775" cy="300100"/>
          </a:xfrm>
        </p:grpSpPr>
        <p:sp>
          <p:nvSpPr>
            <p:cNvPr id="2130" name="Google Shape;2130;p85"/>
            <p:cNvSpPr/>
            <p:nvPr/>
          </p:nvSpPr>
          <p:spPr>
            <a:xfrm>
              <a:off x="-47786475" y="3657325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44"/>
                    <a:pt x="284" y="1890"/>
                    <a:pt x="725" y="2048"/>
                  </a:cubicBezTo>
                  <a:lnTo>
                    <a:pt x="725" y="1071"/>
                  </a:lnTo>
                  <a:cubicBezTo>
                    <a:pt x="725" y="882"/>
                    <a:pt x="883" y="725"/>
                    <a:pt x="1072" y="725"/>
                  </a:cubicBezTo>
                  <a:lnTo>
                    <a:pt x="2048" y="725"/>
                  </a:lnTo>
                  <a:cubicBezTo>
                    <a:pt x="1891" y="315"/>
                    <a:pt x="1513" y="0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85"/>
            <p:cNvSpPr/>
            <p:nvPr/>
          </p:nvSpPr>
          <p:spPr>
            <a:xfrm>
              <a:off x="-47751025" y="3692750"/>
              <a:ext cx="15775" cy="15775"/>
            </a:xfrm>
            <a:custGeom>
              <a:rect b="b" l="l" r="r" t="t"/>
              <a:pathLst>
                <a:path extrusionOk="0" h="631" w="631">
                  <a:moveTo>
                    <a:pt x="0" y="1"/>
                  </a:moveTo>
                  <a:lnTo>
                    <a:pt x="0" y="631"/>
                  </a:lnTo>
                  <a:cubicBezTo>
                    <a:pt x="315" y="536"/>
                    <a:pt x="504" y="284"/>
                    <a:pt x="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85"/>
            <p:cNvSpPr/>
            <p:nvPr/>
          </p:nvSpPr>
          <p:spPr>
            <a:xfrm>
              <a:off x="-47838450" y="3569100"/>
              <a:ext cx="192975" cy="35475"/>
            </a:xfrm>
            <a:custGeom>
              <a:rect b="b" l="l" r="r" t="t"/>
              <a:pathLst>
                <a:path extrusionOk="0" h="1419" w="7719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7719" y="1418"/>
                  </a:lnTo>
                  <a:lnTo>
                    <a:pt x="7719" y="347"/>
                  </a:lnTo>
                  <a:cubicBezTo>
                    <a:pt x="7719" y="158"/>
                    <a:pt x="7561" y="1"/>
                    <a:pt x="73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85"/>
            <p:cNvSpPr/>
            <p:nvPr/>
          </p:nvSpPr>
          <p:spPr>
            <a:xfrm>
              <a:off x="-47751025" y="3691975"/>
              <a:ext cx="53575" cy="53575"/>
            </a:xfrm>
            <a:custGeom>
              <a:rect b="b" l="l" r="r" t="t"/>
              <a:pathLst>
                <a:path extrusionOk="0" h="2143" w="2143">
                  <a:moveTo>
                    <a:pt x="1386" y="0"/>
                  </a:moveTo>
                  <a:cubicBezTo>
                    <a:pt x="1229" y="662"/>
                    <a:pt x="725" y="1229"/>
                    <a:pt x="0" y="1387"/>
                  </a:cubicBezTo>
                  <a:lnTo>
                    <a:pt x="0" y="2143"/>
                  </a:lnTo>
                  <a:lnTo>
                    <a:pt x="2143" y="2143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85"/>
            <p:cNvSpPr/>
            <p:nvPr/>
          </p:nvSpPr>
          <p:spPr>
            <a:xfrm>
              <a:off x="-47839250" y="3621875"/>
              <a:ext cx="193000" cy="159125"/>
            </a:xfrm>
            <a:custGeom>
              <a:rect b="b" l="l" r="r" t="t"/>
              <a:pathLst>
                <a:path extrusionOk="0" h="6365" w="7720">
                  <a:moveTo>
                    <a:pt x="3183" y="725"/>
                  </a:moveTo>
                  <a:cubicBezTo>
                    <a:pt x="4033" y="725"/>
                    <a:pt x="4758" y="1324"/>
                    <a:pt x="4915" y="2143"/>
                  </a:cubicBezTo>
                  <a:lnTo>
                    <a:pt x="6018" y="2143"/>
                  </a:lnTo>
                  <a:cubicBezTo>
                    <a:pt x="6207" y="2143"/>
                    <a:pt x="6365" y="2300"/>
                    <a:pt x="6365" y="2489"/>
                  </a:cubicBezTo>
                  <a:lnTo>
                    <a:pt x="6365" y="5293"/>
                  </a:lnTo>
                  <a:cubicBezTo>
                    <a:pt x="6365" y="5482"/>
                    <a:pt x="6207" y="5640"/>
                    <a:pt x="6018" y="5640"/>
                  </a:cubicBezTo>
                  <a:lnTo>
                    <a:pt x="3214" y="5640"/>
                  </a:lnTo>
                  <a:cubicBezTo>
                    <a:pt x="3025" y="5640"/>
                    <a:pt x="2868" y="5482"/>
                    <a:pt x="2868" y="5293"/>
                  </a:cubicBezTo>
                  <a:lnTo>
                    <a:pt x="2868" y="4191"/>
                  </a:lnTo>
                  <a:cubicBezTo>
                    <a:pt x="2080" y="4033"/>
                    <a:pt x="1450" y="3308"/>
                    <a:pt x="1450" y="2458"/>
                  </a:cubicBezTo>
                  <a:cubicBezTo>
                    <a:pt x="1418" y="1513"/>
                    <a:pt x="2206" y="725"/>
                    <a:pt x="3183" y="725"/>
                  </a:cubicBezTo>
                  <a:close/>
                  <a:moveTo>
                    <a:pt x="1" y="0"/>
                  </a:moveTo>
                  <a:lnTo>
                    <a:pt x="1" y="6364"/>
                  </a:lnTo>
                  <a:lnTo>
                    <a:pt x="7719" y="6364"/>
                  </a:lnTo>
                  <a:lnTo>
                    <a:pt x="77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85"/>
            <p:cNvSpPr/>
            <p:nvPr/>
          </p:nvSpPr>
          <p:spPr>
            <a:xfrm>
              <a:off x="-47839250" y="3799075"/>
              <a:ext cx="193000" cy="70125"/>
            </a:xfrm>
            <a:custGeom>
              <a:rect b="b" l="l" r="r" t="t"/>
              <a:pathLst>
                <a:path extrusionOk="0" h="2805" w="7720">
                  <a:moveTo>
                    <a:pt x="4600" y="663"/>
                  </a:moveTo>
                  <a:cubicBezTo>
                    <a:pt x="4789" y="663"/>
                    <a:pt x="4947" y="820"/>
                    <a:pt x="4947" y="1041"/>
                  </a:cubicBezTo>
                  <a:cubicBezTo>
                    <a:pt x="4947" y="1230"/>
                    <a:pt x="4789" y="1387"/>
                    <a:pt x="4600" y="1387"/>
                  </a:cubicBezTo>
                  <a:lnTo>
                    <a:pt x="3183" y="1387"/>
                  </a:lnTo>
                  <a:cubicBezTo>
                    <a:pt x="2994" y="1387"/>
                    <a:pt x="2836" y="1230"/>
                    <a:pt x="2836" y="1041"/>
                  </a:cubicBezTo>
                  <a:cubicBezTo>
                    <a:pt x="2836" y="852"/>
                    <a:pt x="2994" y="663"/>
                    <a:pt x="3183" y="663"/>
                  </a:cubicBezTo>
                  <a:close/>
                  <a:moveTo>
                    <a:pt x="1" y="1"/>
                  </a:moveTo>
                  <a:lnTo>
                    <a:pt x="1" y="2458"/>
                  </a:lnTo>
                  <a:cubicBezTo>
                    <a:pt x="1" y="2647"/>
                    <a:pt x="158" y="2805"/>
                    <a:pt x="347" y="2805"/>
                  </a:cubicBezTo>
                  <a:lnTo>
                    <a:pt x="7341" y="2805"/>
                  </a:lnTo>
                  <a:cubicBezTo>
                    <a:pt x="7562" y="2805"/>
                    <a:pt x="7719" y="2647"/>
                    <a:pt x="7719" y="2458"/>
                  </a:cubicBezTo>
                  <a:lnTo>
                    <a:pt x="77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6" name="Google Shape;2136;p85"/>
          <p:cNvGrpSpPr/>
          <p:nvPr/>
        </p:nvGrpSpPr>
        <p:grpSpPr>
          <a:xfrm>
            <a:off x="1656498" y="3899626"/>
            <a:ext cx="355258" cy="356205"/>
            <a:chOff x="-47892800" y="3937700"/>
            <a:chExt cx="300100" cy="300900"/>
          </a:xfrm>
        </p:grpSpPr>
        <p:sp>
          <p:nvSpPr>
            <p:cNvPr id="2137" name="Google Shape;2137;p85"/>
            <p:cNvSpPr/>
            <p:nvPr/>
          </p:nvSpPr>
          <p:spPr>
            <a:xfrm>
              <a:off x="-47858150" y="3937700"/>
              <a:ext cx="70900" cy="44150"/>
            </a:xfrm>
            <a:custGeom>
              <a:rect b="b" l="l" r="r" t="t"/>
              <a:pathLst>
                <a:path extrusionOk="0" h="1766" w="2836">
                  <a:moveTo>
                    <a:pt x="1418" y="1"/>
                  </a:moveTo>
                  <a:cubicBezTo>
                    <a:pt x="631" y="1"/>
                    <a:pt x="1" y="694"/>
                    <a:pt x="1" y="1419"/>
                  </a:cubicBezTo>
                  <a:lnTo>
                    <a:pt x="1" y="1765"/>
                  </a:lnTo>
                  <a:cubicBezTo>
                    <a:pt x="442" y="1545"/>
                    <a:pt x="914" y="1419"/>
                    <a:pt x="1418" y="1419"/>
                  </a:cubicBezTo>
                  <a:cubicBezTo>
                    <a:pt x="1922" y="1419"/>
                    <a:pt x="2395" y="1545"/>
                    <a:pt x="2836" y="1765"/>
                  </a:cubicBezTo>
                  <a:lnTo>
                    <a:pt x="2836" y="1419"/>
                  </a:ln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85"/>
            <p:cNvSpPr/>
            <p:nvPr/>
          </p:nvSpPr>
          <p:spPr>
            <a:xfrm>
              <a:off x="-47892800" y="3991275"/>
              <a:ext cx="141000" cy="105550"/>
            </a:xfrm>
            <a:custGeom>
              <a:rect b="b" l="l" r="r" t="t"/>
              <a:pathLst>
                <a:path extrusionOk="0" h="4222" w="5640">
                  <a:moveTo>
                    <a:pt x="2836" y="0"/>
                  </a:moveTo>
                  <a:cubicBezTo>
                    <a:pt x="1292" y="0"/>
                    <a:pt x="32" y="1260"/>
                    <a:pt x="32" y="2804"/>
                  </a:cubicBezTo>
                  <a:lnTo>
                    <a:pt x="32" y="3875"/>
                  </a:lnTo>
                  <a:cubicBezTo>
                    <a:pt x="0" y="4064"/>
                    <a:pt x="158" y="4222"/>
                    <a:pt x="347" y="4222"/>
                  </a:cubicBezTo>
                  <a:lnTo>
                    <a:pt x="5293" y="4222"/>
                  </a:lnTo>
                  <a:cubicBezTo>
                    <a:pt x="5482" y="4222"/>
                    <a:pt x="5640" y="4064"/>
                    <a:pt x="5640" y="3875"/>
                  </a:cubicBezTo>
                  <a:lnTo>
                    <a:pt x="5640" y="2804"/>
                  </a:lnTo>
                  <a:cubicBezTo>
                    <a:pt x="5640" y="1260"/>
                    <a:pt x="4380" y="0"/>
                    <a:pt x="2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85"/>
            <p:cNvSpPr/>
            <p:nvPr/>
          </p:nvSpPr>
          <p:spPr>
            <a:xfrm>
              <a:off x="-47773875" y="3956600"/>
              <a:ext cx="119750" cy="89025"/>
            </a:xfrm>
            <a:custGeom>
              <a:rect b="b" l="l" r="r" t="t"/>
              <a:pathLst>
                <a:path extrusionOk="0" h="3561" w="4790">
                  <a:moveTo>
                    <a:pt x="1" y="1"/>
                  </a:moveTo>
                  <a:cubicBezTo>
                    <a:pt x="95" y="253"/>
                    <a:pt x="127" y="474"/>
                    <a:pt x="127" y="726"/>
                  </a:cubicBezTo>
                  <a:lnTo>
                    <a:pt x="127" y="1419"/>
                  </a:lnTo>
                  <a:lnTo>
                    <a:pt x="158" y="1419"/>
                  </a:lnTo>
                  <a:cubicBezTo>
                    <a:pt x="442" y="1639"/>
                    <a:pt x="694" y="1860"/>
                    <a:pt x="883" y="2143"/>
                  </a:cubicBezTo>
                  <a:cubicBezTo>
                    <a:pt x="1702" y="2301"/>
                    <a:pt x="2427" y="2805"/>
                    <a:pt x="2805" y="3561"/>
                  </a:cubicBezTo>
                  <a:cubicBezTo>
                    <a:pt x="3214" y="3120"/>
                    <a:pt x="3750" y="2805"/>
                    <a:pt x="4380" y="2805"/>
                  </a:cubicBezTo>
                  <a:cubicBezTo>
                    <a:pt x="4506" y="2805"/>
                    <a:pt x="4663" y="2805"/>
                    <a:pt x="4789" y="2836"/>
                  </a:cubicBezTo>
                  <a:cubicBezTo>
                    <a:pt x="4033" y="1167"/>
                    <a:pt x="2332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85"/>
            <p:cNvSpPr/>
            <p:nvPr/>
          </p:nvSpPr>
          <p:spPr>
            <a:xfrm>
              <a:off x="-47699050" y="4043250"/>
              <a:ext cx="71700" cy="70900"/>
            </a:xfrm>
            <a:custGeom>
              <a:rect b="b" l="l" r="r" t="t"/>
              <a:pathLst>
                <a:path extrusionOk="0" h="2836" w="2868">
                  <a:moveTo>
                    <a:pt x="1450" y="0"/>
                  </a:moveTo>
                  <a:cubicBezTo>
                    <a:pt x="662" y="0"/>
                    <a:pt x="1" y="694"/>
                    <a:pt x="1" y="1418"/>
                  </a:cubicBezTo>
                  <a:cubicBezTo>
                    <a:pt x="1" y="2206"/>
                    <a:pt x="662" y="2836"/>
                    <a:pt x="1450" y="2836"/>
                  </a:cubicBezTo>
                  <a:cubicBezTo>
                    <a:pt x="2237" y="2836"/>
                    <a:pt x="2868" y="2206"/>
                    <a:pt x="2868" y="1418"/>
                  </a:cubicBezTo>
                  <a:cubicBezTo>
                    <a:pt x="2868" y="631"/>
                    <a:pt x="2237" y="0"/>
                    <a:pt x="1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85"/>
            <p:cNvSpPr/>
            <p:nvPr/>
          </p:nvSpPr>
          <p:spPr>
            <a:xfrm>
              <a:off x="-47770725" y="4124375"/>
              <a:ext cx="178025" cy="114225"/>
            </a:xfrm>
            <a:custGeom>
              <a:rect b="b" l="l" r="r" t="t"/>
              <a:pathLst>
                <a:path extrusionOk="0" h="4569" w="7121">
                  <a:moveTo>
                    <a:pt x="3183" y="0"/>
                  </a:moveTo>
                  <a:lnTo>
                    <a:pt x="3183" y="2426"/>
                  </a:lnTo>
                  <a:lnTo>
                    <a:pt x="2490" y="2426"/>
                  </a:lnTo>
                  <a:lnTo>
                    <a:pt x="2490" y="2080"/>
                  </a:lnTo>
                  <a:cubicBezTo>
                    <a:pt x="2490" y="1891"/>
                    <a:pt x="2332" y="1733"/>
                    <a:pt x="2143" y="1733"/>
                  </a:cubicBezTo>
                  <a:cubicBezTo>
                    <a:pt x="1954" y="1733"/>
                    <a:pt x="1796" y="1891"/>
                    <a:pt x="1796" y="2080"/>
                  </a:cubicBezTo>
                  <a:lnTo>
                    <a:pt x="1796" y="2426"/>
                  </a:lnTo>
                  <a:cubicBezTo>
                    <a:pt x="788" y="2426"/>
                    <a:pt x="1" y="3214"/>
                    <a:pt x="1" y="4222"/>
                  </a:cubicBezTo>
                  <a:cubicBezTo>
                    <a:pt x="1" y="4411"/>
                    <a:pt x="158" y="4569"/>
                    <a:pt x="379" y="4569"/>
                  </a:cubicBezTo>
                  <a:lnTo>
                    <a:pt x="6711" y="4569"/>
                  </a:lnTo>
                  <a:cubicBezTo>
                    <a:pt x="6900" y="4569"/>
                    <a:pt x="7058" y="4411"/>
                    <a:pt x="7058" y="4222"/>
                  </a:cubicBezTo>
                  <a:cubicBezTo>
                    <a:pt x="7121" y="3214"/>
                    <a:pt x="6302" y="2426"/>
                    <a:pt x="5325" y="2426"/>
                  </a:cubicBezTo>
                  <a:lnTo>
                    <a:pt x="5325" y="0"/>
                  </a:lnTo>
                  <a:cubicBezTo>
                    <a:pt x="5010" y="190"/>
                    <a:pt x="4663" y="284"/>
                    <a:pt x="4254" y="284"/>
                  </a:cubicBezTo>
                  <a:cubicBezTo>
                    <a:pt x="3876" y="284"/>
                    <a:pt x="3529" y="158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85"/>
            <p:cNvSpPr/>
            <p:nvPr/>
          </p:nvSpPr>
          <p:spPr>
            <a:xfrm>
              <a:off x="-47830575" y="4132250"/>
              <a:ext cx="17350" cy="44125"/>
            </a:xfrm>
            <a:custGeom>
              <a:rect b="b" l="l" r="r" t="t"/>
              <a:pathLst>
                <a:path extrusionOk="0" h="1765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85"/>
            <p:cNvSpPr/>
            <p:nvPr/>
          </p:nvSpPr>
          <p:spPr>
            <a:xfrm>
              <a:off x="-47785675" y="4112375"/>
              <a:ext cx="37825" cy="36250"/>
            </a:xfrm>
            <a:custGeom>
              <a:rect b="b" l="l" r="r" t="t"/>
              <a:pathLst>
                <a:path extrusionOk="0" h="1450" w="1513">
                  <a:moveTo>
                    <a:pt x="402" y="0"/>
                  </a:moveTo>
                  <a:cubicBezTo>
                    <a:pt x="307" y="0"/>
                    <a:pt x="205" y="24"/>
                    <a:pt x="126" y="71"/>
                  </a:cubicBezTo>
                  <a:cubicBezTo>
                    <a:pt x="0" y="197"/>
                    <a:pt x="0" y="449"/>
                    <a:pt x="126" y="607"/>
                  </a:cubicBezTo>
                  <a:lnTo>
                    <a:pt x="882" y="1331"/>
                  </a:lnTo>
                  <a:cubicBezTo>
                    <a:pt x="961" y="1410"/>
                    <a:pt x="1055" y="1449"/>
                    <a:pt x="1146" y="1449"/>
                  </a:cubicBezTo>
                  <a:cubicBezTo>
                    <a:pt x="1237" y="1449"/>
                    <a:pt x="1323" y="1410"/>
                    <a:pt x="1386" y="1331"/>
                  </a:cubicBezTo>
                  <a:cubicBezTo>
                    <a:pt x="1512" y="1237"/>
                    <a:pt x="1512" y="985"/>
                    <a:pt x="1386" y="827"/>
                  </a:cubicBezTo>
                  <a:lnTo>
                    <a:pt x="630" y="71"/>
                  </a:lnTo>
                  <a:cubicBezTo>
                    <a:pt x="583" y="24"/>
                    <a:pt x="496" y="0"/>
                    <a:pt x="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85"/>
            <p:cNvSpPr/>
            <p:nvPr/>
          </p:nvSpPr>
          <p:spPr>
            <a:xfrm>
              <a:off x="-47892800" y="4112750"/>
              <a:ext cx="37825" cy="36250"/>
            </a:xfrm>
            <a:custGeom>
              <a:rect b="b" l="l" r="r" t="t"/>
              <a:pathLst>
                <a:path extrusionOk="0" h="1450" w="1513">
                  <a:moveTo>
                    <a:pt x="1111" y="1"/>
                  </a:moveTo>
                  <a:cubicBezTo>
                    <a:pt x="1016" y="1"/>
                    <a:pt x="930" y="40"/>
                    <a:pt x="883" y="119"/>
                  </a:cubicBezTo>
                  <a:lnTo>
                    <a:pt x="126" y="844"/>
                  </a:lnTo>
                  <a:cubicBezTo>
                    <a:pt x="0" y="970"/>
                    <a:pt x="0" y="1222"/>
                    <a:pt x="126" y="1379"/>
                  </a:cubicBezTo>
                  <a:cubicBezTo>
                    <a:pt x="189" y="1426"/>
                    <a:pt x="276" y="1450"/>
                    <a:pt x="367" y="1450"/>
                  </a:cubicBezTo>
                  <a:cubicBezTo>
                    <a:pt x="457" y="1450"/>
                    <a:pt x="552" y="1426"/>
                    <a:pt x="630" y="1379"/>
                  </a:cubicBezTo>
                  <a:lnTo>
                    <a:pt x="1387" y="623"/>
                  </a:lnTo>
                  <a:cubicBezTo>
                    <a:pt x="1513" y="497"/>
                    <a:pt x="1513" y="276"/>
                    <a:pt x="1387" y="119"/>
                  </a:cubicBezTo>
                  <a:cubicBezTo>
                    <a:pt x="1308" y="40"/>
                    <a:pt x="1205" y="1"/>
                    <a:pt x="1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5" name="Google Shape;2145;p85"/>
          <p:cNvGrpSpPr/>
          <p:nvPr/>
        </p:nvGrpSpPr>
        <p:grpSpPr>
          <a:xfrm>
            <a:off x="3757741" y="3455939"/>
            <a:ext cx="355258" cy="323118"/>
            <a:chOff x="-46042675" y="3568700"/>
            <a:chExt cx="300100" cy="272950"/>
          </a:xfrm>
        </p:grpSpPr>
        <p:sp>
          <p:nvSpPr>
            <p:cNvPr id="2146" name="Google Shape;2146;p85"/>
            <p:cNvSpPr/>
            <p:nvPr/>
          </p:nvSpPr>
          <p:spPr>
            <a:xfrm>
              <a:off x="-46042675" y="3758125"/>
              <a:ext cx="115025" cy="83525"/>
            </a:xfrm>
            <a:custGeom>
              <a:rect b="b" l="l" r="r" t="t"/>
              <a:pathLst>
                <a:path extrusionOk="0" h="3341" w="4601">
                  <a:moveTo>
                    <a:pt x="1985" y="1"/>
                  </a:moveTo>
                  <a:lnTo>
                    <a:pt x="127" y="1797"/>
                  </a:lnTo>
                  <a:cubicBezTo>
                    <a:pt x="32" y="1891"/>
                    <a:pt x="1" y="2017"/>
                    <a:pt x="32" y="2112"/>
                  </a:cubicBezTo>
                  <a:cubicBezTo>
                    <a:pt x="95" y="2238"/>
                    <a:pt x="158" y="2332"/>
                    <a:pt x="284" y="2364"/>
                  </a:cubicBezTo>
                  <a:lnTo>
                    <a:pt x="3277" y="3340"/>
                  </a:lnTo>
                  <a:lnTo>
                    <a:pt x="3403" y="3340"/>
                  </a:lnTo>
                  <a:cubicBezTo>
                    <a:pt x="3466" y="3340"/>
                    <a:pt x="3592" y="3309"/>
                    <a:pt x="3624" y="3214"/>
                  </a:cubicBezTo>
                  <a:lnTo>
                    <a:pt x="4600" y="2238"/>
                  </a:lnTo>
                  <a:lnTo>
                    <a:pt x="2395" y="1639"/>
                  </a:lnTo>
                  <a:cubicBezTo>
                    <a:pt x="2367" y="1650"/>
                    <a:pt x="2340" y="1656"/>
                    <a:pt x="2316" y="1656"/>
                  </a:cubicBezTo>
                  <a:cubicBezTo>
                    <a:pt x="2206" y="1656"/>
                    <a:pt x="2143" y="1548"/>
                    <a:pt x="2143" y="1418"/>
                  </a:cubicBezTo>
                  <a:lnTo>
                    <a:pt x="19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85"/>
            <p:cNvSpPr/>
            <p:nvPr/>
          </p:nvSpPr>
          <p:spPr>
            <a:xfrm>
              <a:off x="-45866250" y="3654175"/>
              <a:ext cx="37825" cy="37825"/>
            </a:xfrm>
            <a:custGeom>
              <a:rect b="b" l="l" r="r" t="t"/>
              <a:pathLst>
                <a:path extrusionOk="0" h="1513" w="1513">
                  <a:moveTo>
                    <a:pt x="1009" y="0"/>
                  </a:moveTo>
                  <a:lnTo>
                    <a:pt x="1" y="1008"/>
                  </a:lnTo>
                  <a:lnTo>
                    <a:pt x="505" y="1512"/>
                  </a:lnTo>
                  <a:lnTo>
                    <a:pt x="1513" y="504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85"/>
            <p:cNvSpPr/>
            <p:nvPr/>
          </p:nvSpPr>
          <p:spPr>
            <a:xfrm>
              <a:off x="-45828450" y="3629750"/>
              <a:ext cx="25225" cy="25225"/>
            </a:xfrm>
            <a:custGeom>
              <a:rect b="b" l="l" r="r" t="t"/>
              <a:pathLst>
                <a:path extrusionOk="0" h="1009" w="1009">
                  <a:moveTo>
                    <a:pt x="505" y="0"/>
                  </a:moveTo>
                  <a:lnTo>
                    <a:pt x="1" y="505"/>
                  </a:lnTo>
                  <a:lnTo>
                    <a:pt x="505" y="1009"/>
                  </a:lnTo>
                  <a:lnTo>
                    <a:pt x="1009" y="505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85"/>
            <p:cNvSpPr/>
            <p:nvPr/>
          </p:nvSpPr>
          <p:spPr>
            <a:xfrm>
              <a:off x="-45979675" y="3568700"/>
              <a:ext cx="237100" cy="237800"/>
            </a:xfrm>
            <a:custGeom>
              <a:rect b="b" l="l" r="r" t="t"/>
              <a:pathLst>
                <a:path extrusionOk="0" h="9512" w="9484">
                  <a:moveTo>
                    <a:pt x="6499" y="1615"/>
                  </a:moveTo>
                  <a:cubicBezTo>
                    <a:pt x="6593" y="1615"/>
                    <a:pt x="6696" y="1639"/>
                    <a:pt x="6774" y="1686"/>
                  </a:cubicBezTo>
                  <a:lnTo>
                    <a:pt x="7751" y="2695"/>
                  </a:lnTo>
                  <a:cubicBezTo>
                    <a:pt x="7909" y="2852"/>
                    <a:pt x="7909" y="3073"/>
                    <a:pt x="7751" y="3199"/>
                  </a:cubicBezTo>
                  <a:lnTo>
                    <a:pt x="5262" y="5687"/>
                  </a:lnTo>
                  <a:cubicBezTo>
                    <a:pt x="5215" y="5750"/>
                    <a:pt x="5128" y="5782"/>
                    <a:pt x="5034" y="5782"/>
                  </a:cubicBezTo>
                  <a:cubicBezTo>
                    <a:pt x="4939" y="5782"/>
                    <a:pt x="4837" y="5750"/>
                    <a:pt x="4758" y="5687"/>
                  </a:cubicBezTo>
                  <a:lnTo>
                    <a:pt x="3782" y="4711"/>
                  </a:lnTo>
                  <a:cubicBezTo>
                    <a:pt x="3656" y="4585"/>
                    <a:pt x="3656" y="4333"/>
                    <a:pt x="3782" y="4175"/>
                  </a:cubicBezTo>
                  <a:lnTo>
                    <a:pt x="6270" y="1686"/>
                  </a:lnTo>
                  <a:cubicBezTo>
                    <a:pt x="6318" y="1639"/>
                    <a:pt x="6404" y="1615"/>
                    <a:pt x="6499" y="1615"/>
                  </a:cubicBezTo>
                  <a:close/>
                  <a:moveTo>
                    <a:pt x="3506" y="5593"/>
                  </a:moveTo>
                  <a:cubicBezTo>
                    <a:pt x="3600" y="5593"/>
                    <a:pt x="3703" y="5624"/>
                    <a:pt x="3782" y="5687"/>
                  </a:cubicBezTo>
                  <a:cubicBezTo>
                    <a:pt x="3939" y="5845"/>
                    <a:pt x="3939" y="6034"/>
                    <a:pt x="3782" y="6192"/>
                  </a:cubicBezTo>
                  <a:lnTo>
                    <a:pt x="2553" y="7420"/>
                  </a:lnTo>
                  <a:cubicBezTo>
                    <a:pt x="2490" y="7483"/>
                    <a:pt x="2403" y="7515"/>
                    <a:pt x="2313" y="7515"/>
                  </a:cubicBezTo>
                  <a:cubicBezTo>
                    <a:pt x="2222" y="7515"/>
                    <a:pt x="2128" y="7483"/>
                    <a:pt x="2049" y="7420"/>
                  </a:cubicBezTo>
                  <a:cubicBezTo>
                    <a:pt x="1923" y="7294"/>
                    <a:pt x="1923" y="7074"/>
                    <a:pt x="2049" y="6916"/>
                  </a:cubicBezTo>
                  <a:lnTo>
                    <a:pt x="3277" y="5687"/>
                  </a:lnTo>
                  <a:cubicBezTo>
                    <a:pt x="3325" y="5624"/>
                    <a:pt x="3411" y="5593"/>
                    <a:pt x="3506" y="5593"/>
                  </a:cubicBezTo>
                  <a:close/>
                  <a:moveTo>
                    <a:pt x="7034" y="1"/>
                  </a:moveTo>
                  <a:cubicBezTo>
                    <a:pt x="6396" y="1"/>
                    <a:pt x="5766" y="237"/>
                    <a:pt x="5325" y="710"/>
                  </a:cubicBezTo>
                  <a:lnTo>
                    <a:pt x="127" y="5908"/>
                  </a:lnTo>
                  <a:cubicBezTo>
                    <a:pt x="32" y="6003"/>
                    <a:pt x="1" y="6129"/>
                    <a:pt x="1" y="6192"/>
                  </a:cubicBezTo>
                  <a:lnTo>
                    <a:pt x="221" y="8428"/>
                  </a:lnTo>
                  <a:cubicBezTo>
                    <a:pt x="221" y="8586"/>
                    <a:pt x="347" y="8712"/>
                    <a:pt x="505" y="8743"/>
                  </a:cubicBezTo>
                  <a:lnTo>
                    <a:pt x="3214" y="9500"/>
                  </a:lnTo>
                  <a:cubicBezTo>
                    <a:pt x="3248" y="9508"/>
                    <a:pt x="3282" y="9512"/>
                    <a:pt x="3316" y="9512"/>
                  </a:cubicBezTo>
                  <a:cubicBezTo>
                    <a:pt x="3408" y="9512"/>
                    <a:pt x="3500" y="9483"/>
                    <a:pt x="3592" y="9437"/>
                  </a:cubicBezTo>
                  <a:lnTo>
                    <a:pt x="8791" y="4238"/>
                  </a:lnTo>
                  <a:cubicBezTo>
                    <a:pt x="9263" y="3766"/>
                    <a:pt x="9484" y="3167"/>
                    <a:pt x="9484" y="2505"/>
                  </a:cubicBezTo>
                  <a:cubicBezTo>
                    <a:pt x="9484" y="1812"/>
                    <a:pt x="9200" y="1182"/>
                    <a:pt x="8791" y="710"/>
                  </a:cubicBezTo>
                  <a:cubicBezTo>
                    <a:pt x="8318" y="237"/>
                    <a:pt x="7672" y="1"/>
                    <a:pt x="70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0" name="Google Shape;2150;p85"/>
          <p:cNvGrpSpPr/>
          <p:nvPr/>
        </p:nvGrpSpPr>
        <p:grpSpPr>
          <a:xfrm>
            <a:off x="2710879" y="3438698"/>
            <a:ext cx="312375" cy="357596"/>
            <a:chOff x="-44895900" y="3929450"/>
            <a:chExt cx="263875" cy="302075"/>
          </a:xfrm>
        </p:grpSpPr>
        <p:sp>
          <p:nvSpPr>
            <p:cNvPr id="2151" name="Google Shape;2151;p85"/>
            <p:cNvSpPr/>
            <p:nvPr/>
          </p:nvSpPr>
          <p:spPr>
            <a:xfrm>
              <a:off x="-44813975" y="4100750"/>
              <a:ext cx="101625" cy="50425"/>
            </a:xfrm>
            <a:custGeom>
              <a:rect b="b" l="l" r="r" t="t"/>
              <a:pathLst>
                <a:path extrusionOk="0" h="2017" w="4065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85"/>
            <p:cNvSpPr/>
            <p:nvPr/>
          </p:nvSpPr>
          <p:spPr>
            <a:xfrm>
              <a:off x="-44885650" y="3929450"/>
              <a:ext cx="244175" cy="87825"/>
            </a:xfrm>
            <a:custGeom>
              <a:rect b="b" l="l" r="r" t="t"/>
              <a:pathLst>
                <a:path extrusionOk="0" h="3513" w="9767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85"/>
            <p:cNvSpPr/>
            <p:nvPr/>
          </p:nvSpPr>
          <p:spPr>
            <a:xfrm>
              <a:off x="-44825000" y="4006225"/>
              <a:ext cx="52000" cy="105575"/>
            </a:xfrm>
            <a:custGeom>
              <a:rect b="b" l="l" r="r" t="t"/>
              <a:pathLst>
                <a:path extrusionOk="0" h="4223" w="208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85"/>
            <p:cNvSpPr/>
            <p:nvPr/>
          </p:nvSpPr>
          <p:spPr>
            <a:xfrm>
              <a:off x="-44754900" y="4005450"/>
              <a:ext cx="122875" cy="222925"/>
            </a:xfrm>
            <a:custGeom>
              <a:rect b="b" l="l" r="r" t="t"/>
              <a:pathLst>
                <a:path extrusionOk="0" h="8917" w="4915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85"/>
            <p:cNvSpPr/>
            <p:nvPr/>
          </p:nvSpPr>
          <p:spPr>
            <a:xfrm>
              <a:off x="-44754900" y="4006225"/>
              <a:ext cx="52775" cy="105575"/>
            </a:xfrm>
            <a:custGeom>
              <a:rect b="b" l="l" r="r" t="t"/>
              <a:pathLst>
                <a:path extrusionOk="0" h="4223" w="2111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85"/>
            <p:cNvSpPr/>
            <p:nvPr/>
          </p:nvSpPr>
          <p:spPr>
            <a:xfrm>
              <a:off x="-44895900" y="4006225"/>
              <a:ext cx="122900" cy="225300"/>
            </a:xfrm>
            <a:custGeom>
              <a:rect b="b" l="l" r="r" t="t"/>
              <a:pathLst>
                <a:path extrusionOk="0" h="9012" w="4916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7" name="Google Shape;2157;p85"/>
          <p:cNvGrpSpPr/>
          <p:nvPr/>
        </p:nvGrpSpPr>
        <p:grpSpPr>
          <a:xfrm>
            <a:off x="2183543" y="1854929"/>
            <a:ext cx="356205" cy="332885"/>
            <a:chOff x="-49397175" y="3192625"/>
            <a:chExt cx="300900" cy="281200"/>
          </a:xfrm>
        </p:grpSpPr>
        <p:sp>
          <p:nvSpPr>
            <p:cNvPr id="2158" name="Google Shape;2158;p85"/>
            <p:cNvSpPr/>
            <p:nvPr/>
          </p:nvSpPr>
          <p:spPr>
            <a:xfrm>
              <a:off x="-49325500" y="3297975"/>
              <a:ext cx="64625" cy="58500"/>
            </a:xfrm>
            <a:custGeom>
              <a:rect b="b" l="l" r="r" t="t"/>
              <a:pathLst>
                <a:path extrusionOk="0" h="2340" w="2585">
                  <a:moveTo>
                    <a:pt x="1045" y="1"/>
                  </a:moveTo>
                  <a:cubicBezTo>
                    <a:pt x="692" y="1"/>
                    <a:pt x="336" y="54"/>
                    <a:pt x="1" y="165"/>
                  </a:cubicBezTo>
                  <a:cubicBezTo>
                    <a:pt x="158" y="1079"/>
                    <a:pt x="694" y="1867"/>
                    <a:pt x="1482" y="2339"/>
                  </a:cubicBezTo>
                  <a:cubicBezTo>
                    <a:pt x="1639" y="1583"/>
                    <a:pt x="2017" y="890"/>
                    <a:pt x="2584" y="354"/>
                  </a:cubicBezTo>
                  <a:cubicBezTo>
                    <a:pt x="2126" y="126"/>
                    <a:pt x="1588" y="1"/>
                    <a:pt x="10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85"/>
            <p:cNvSpPr/>
            <p:nvPr/>
          </p:nvSpPr>
          <p:spPr>
            <a:xfrm>
              <a:off x="-49345975" y="3192625"/>
              <a:ext cx="199300" cy="103975"/>
            </a:xfrm>
            <a:custGeom>
              <a:rect b="b" l="l" r="r" t="t"/>
              <a:pathLst>
                <a:path extrusionOk="0" h="4159" w="7972">
                  <a:moveTo>
                    <a:pt x="3970" y="0"/>
                  </a:moveTo>
                  <a:cubicBezTo>
                    <a:pt x="1670" y="0"/>
                    <a:pt x="1" y="2048"/>
                    <a:pt x="127" y="3907"/>
                  </a:cubicBezTo>
                  <a:cubicBezTo>
                    <a:pt x="743" y="3639"/>
                    <a:pt x="1342" y="3513"/>
                    <a:pt x="1908" y="3513"/>
                  </a:cubicBezTo>
                  <a:cubicBezTo>
                    <a:pt x="2671" y="3513"/>
                    <a:pt x="3373" y="3743"/>
                    <a:pt x="3970" y="4159"/>
                  </a:cubicBezTo>
                  <a:cubicBezTo>
                    <a:pt x="4586" y="3743"/>
                    <a:pt x="5274" y="3513"/>
                    <a:pt x="6036" y="3513"/>
                  </a:cubicBezTo>
                  <a:cubicBezTo>
                    <a:pt x="6599" y="3513"/>
                    <a:pt x="7202" y="3639"/>
                    <a:pt x="7845" y="3907"/>
                  </a:cubicBezTo>
                  <a:cubicBezTo>
                    <a:pt x="7971" y="2048"/>
                    <a:pt x="6302" y="0"/>
                    <a:pt x="39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85"/>
            <p:cNvSpPr/>
            <p:nvPr/>
          </p:nvSpPr>
          <p:spPr>
            <a:xfrm>
              <a:off x="-49272725" y="3381650"/>
              <a:ext cx="52800" cy="53575"/>
            </a:xfrm>
            <a:custGeom>
              <a:rect b="b" l="l" r="r" t="t"/>
              <a:pathLst>
                <a:path extrusionOk="0" h="2143" w="2112">
                  <a:moveTo>
                    <a:pt x="2112" y="0"/>
                  </a:moveTo>
                  <a:cubicBezTo>
                    <a:pt x="1765" y="111"/>
                    <a:pt x="1403" y="166"/>
                    <a:pt x="1044" y="166"/>
                  </a:cubicBezTo>
                  <a:cubicBezTo>
                    <a:pt x="686" y="166"/>
                    <a:pt x="331" y="111"/>
                    <a:pt x="1" y="0"/>
                  </a:cubicBezTo>
                  <a:lnTo>
                    <a:pt x="1" y="0"/>
                  </a:lnTo>
                  <a:cubicBezTo>
                    <a:pt x="32" y="851"/>
                    <a:pt x="442" y="1576"/>
                    <a:pt x="1040" y="2143"/>
                  </a:cubicBezTo>
                  <a:cubicBezTo>
                    <a:pt x="1702" y="1576"/>
                    <a:pt x="2049" y="788"/>
                    <a:pt x="2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85"/>
            <p:cNvSpPr/>
            <p:nvPr/>
          </p:nvSpPr>
          <p:spPr>
            <a:xfrm>
              <a:off x="-49231775" y="3298075"/>
              <a:ext cx="63050" cy="58400"/>
            </a:xfrm>
            <a:custGeom>
              <a:rect b="b" l="l" r="r" t="t"/>
              <a:pathLst>
                <a:path extrusionOk="0" h="2336" w="2522">
                  <a:moveTo>
                    <a:pt x="1547" y="0"/>
                  </a:moveTo>
                  <a:cubicBezTo>
                    <a:pt x="1009" y="0"/>
                    <a:pt x="469" y="141"/>
                    <a:pt x="1" y="414"/>
                  </a:cubicBezTo>
                  <a:cubicBezTo>
                    <a:pt x="568" y="918"/>
                    <a:pt x="915" y="1611"/>
                    <a:pt x="1072" y="2335"/>
                  </a:cubicBezTo>
                  <a:cubicBezTo>
                    <a:pt x="1860" y="1863"/>
                    <a:pt x="2364" y="1075"/>
                    <a:pt x="2521" y="161"/>
                  </a:cubicBezTo>
                  <a:cubicBezTo>
                    <a:pt x="2209" y="53"/>
                    <a:pt x="1879" y="0"/>
                    <a:pt x="1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85"/>
            <p:cNvSpPr/>
            <p:nvPr/>
          </p:nvSpPr>
          <p:spPr>
            <a:xfrm>
              <a:off x="-49271925" y="3317850"/>
              <a:ext cx="48850" cy="49850"/>
            </a:xfrm>
            <a:custGeom>
              <a:rect b="b" l="l" r="r" t="t"/>
              <a:pathLst>
                <a:path extrusionOk="0" h="1994" w="1954">
                  <a:moveTo>
                    <a:pt x="977" y="1"/>
                  </a:moveTo>
                  <a:cubicBezTo>
                    <a:pt x="441" y="505"/>
                    <a:pt x="158" y="1040"/>
                    <a:pt x="0" y="1828"/>
                  </a:cubicBezTo>
                  <a:cubicBezTo>
                    <a:pt x="347" y="1938"/>
                    <a:pt x="670" y="1993"/>
                    <a:pt x="989" y="1993"/>
                  </a:cubicBezTo>
                  <a:cubicBezTo>
                    <a:pt x="1308" y="1993"/>
                    <a:pt x="1623" y="1938"/>
                    <a:pt x="1953" y="1828"/>
                  </a:cubicBezTo>
                  <a:cubicBezTo>
                    <a:pt x="1859" y="1103"/>
                    <a:pt x="1607" y="568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85"/>
            <p:cNvSpPr/>
            <p:nvPr/>
          </p:nvSpPr>
          <p:spPr>
            <a:xfrm>
              <a:off x="-49245950" y="3291075"/>
              <a:ext cx="149675" cy="182750"/>
            </a:xfrm>
            <a:custGeom>
              <a:rect b="b" l="l" r="r" t="t"/>
              <a:pathLst>
                <a:path extrusionOk="0" h="7310" w="5987">
                  <a:moveTo>
                    <a:pt x="3844" y="0"/>
                  </a:moveTo>
                  <a:cubicBezTo>
                    <a:pt x="3718" y="1670"/>
                    <a:pt x="2899" y="2773"/>
                    <a:pt x="1734" y="3371"/>
                  </a:cubicBezTo>
                  <a:cubicBezTo>
                    <a:pt x="1765" y="4537"/>
                    <a:pt x="1261" y="5734"/>
                    <a:pt x="1" y="6679"/>
                  </a:cubicBezTo>
                  <a:cubicBezTo>
                    <a:pt x="631" y="7057"/>
                    <a:pt x="1324" y="7310"/>
                    <a:pt x="2080" y="7310"/>
                  </a:cubicBezTo>
                  <a:cubicBezTo>
                    <a:pt x="4191" y="7310"/>
                    <a:pt x="5987" y="5577"/>
                    <a:pt x="5987" y="3434"/>
                  </a:cubicBezTo>
                  <a:cubicBezTo>
                    <a:pt x="5955" y="1985"/>
                    <a:pt x="5105" y="630"/>
                    <a:pt x="3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85"/>
            <p:cNvSpPr/>
            <p:nvPr/>
          </p:nvSpPr>
          <p:spPr>
            <a:xfrm>
              <a:off x="-49397175" y="3291075"/>
              <a:ext cx="149675" cy="182750"/>
            </a:xfrm>
            <a:custGeom>
              <a:rect b="b" l="l" r="r" t="t"/>
              <a:pathLst>
                <a:path extrusionOk="0" h="7310" w="5987">
                  <a:moveTo>
                    <a:pt x="2143" y="0"/>
                  </a:moveTo>
                  <a:cubicBezTo>
                    <a:pt x="852" y="694"/>
                    <a:pt x="1" y="1985"/>
                    <a:pt x="1" y="3434"/>
                  </a:cubicBezTo>
                  <a:cubicBezTo>
                    <a:pt x="1" y="5577"/>
                    <a:pt x="1797" y="7310"/>
                    <a:pt x="3908" y="7310"/>
                  </a:cubicBezTo>
                  <a:cubicBezTo>
                    <a:pt x="4664" y="7310"/>
                    <a:pt x="5357" y="7057"/>
                    <a:pt x="5987" y="6679"/>
                  </a:cubicBezTo>
                  <a:cubicBezTo>
                    <a:pt x="4727" y="5734"/>
                    <a:pt x="4223" y="4537"/>
                    <a:pt x="4254" y="3371"/>
                  </a:cubicBezTo>
                  <a:cubicBezTo>
                    <a:pt x="3088" y="2773"/>
                    <a:pt x="2301" y="1670"/>
                    <a:pt x="2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5" name="Google Shape;2165;p85"/>
          <p:cNvGrpSpPr/>
          <p:nvPr/>
        </p:nvGrpSpPr>
        <p:grpSpPr>
          <a:xfrm>
            <a:off x="7859415" y="3899627"/>
            <a:ext cx="304000" cy="356205"/>
            <a:chOff x="-49375900" y="3550975"/>
            <a:chExt cx="256800" cy="300900"/>
          </a:xfrm>
        </p:grpSpPr>
        <p:sp>
          <p:nvSpPr>
            <p:cNvPr id="2166" name="Google Shape;2166;p85"/>
            <p:cNvSpPr/>
            <p:nvPr/>
          </p:nvSpPr>
          <p:spPr>
            <a:xfrm>
              <a:off x="-4923177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85"/>
            <p:cNvSpPr/>
            <p:nvPr/>
          </p:nvSpPr>
          <p:spPr>
            <a:xfrm>
              <a:off x="-49291625" y="3726625"/>
              <a:ext cx="87450" cy="123675"/>
            </a:xfrm>
            <a:custGeom>
              <a:rect b="b" l="l" r="r" t="t"/>
              <a:pathLst>
                <a:path extrusionOk="0" h="4947" w="3498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85"/>
            <p:cNvSpPr/>
            <p:nvPr/>
          </p:nvSpPr>
          <p:spPr>
            <a:xfrm>
              <a:off x="-49288475" y="3647075"/>
              <a:ext cx="81150" cy="61450"/>
            </a:xfrm>
            <a:custGeom>
              <a:rect b="b" l="l" r="r" t="t"/>
              <a:pathLst>
                <a:path extrusionOk="0" h="2458" w="3246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85"/>
            <p:cNvSpPr/>
            <p:nvPr/>
          </p:nvSpPr>
          <p:spPr>
            <a:xfrm>
              <a:off x="-49375900" y="3648650"/>
              <a:ext cx="59100" cy="59875"/>
            </a:xfrm>
            <a:custGeom>
              <a:rect b="b" l="l" r="r" t="t"/>
              <a:pathLst>
                <a:path extrusionOk="0" h="2395" w="2364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85"/>
            <p:cNvSpPr/>
            <p:nvPr/>
          </p:nvSpPr>
          <p:spPr>
            <a:xfrm>
              <a:off x="-49229400" y="3726625"/>
              <a:ext cx="109500" cy="125250"/>
            </a:xfrm>
            <a:custGeom>
              <a:rect b="b" l="l" r="r" t="t"/>
              <a:pathLst>
                <a:path extrusionOk="0" h="5010" w="438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85"/>
            <p:cNvSpPr/>
            <p:nvPr/>
          </p:nvSpPr>
          <p:spPr>
            <a:xfrm>
              <a:off x="-49179000" y="3648650"/>
              <a:ext cx="59900" cy="59875"/>
            </a:xfrm>
            <a:custGeom>
              <a:rect b="b" l="l" r="r" t="t"/>
              <a:pathLst>
                <a:path extrusionOk="0" h="2395" w="2396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85"/>
            <p:cNvSpPr/>
            <p:nvPr/>
          </p:nvSpPr>
          <p:spPr>
            <a:xfrm>
              <a:off x="-4932312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85"/>
            <p:cNvSpPr/>
            <p:nvPr/>
          </p:nvSpPr>
          <p:spPr>
            <a:xfrm>
              <a:off x="-49375100" y="3726625"/>
              <a:ext cx="108700" cy="125250"/>
            </a:xfrm>
            <a:custGeom>
              <a:rect b="b" l="l" r="r" t="t"/>
              <a:pathLst>
                <a:path extrusionOk="0" h="5010" w="4348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85"/>
            <p:cNvSpPr/>
            <p:nvPr/>
          </p:nvSpPr>
          <p:spPr>
            <a:xfrm>
              <a:off x="-49256975" y="3550975"/>
              <a:ext cx="17350" cy="53600"/>
            </a:xfrm>
            <a:custGeom>
              <a:rect b="b" l="l" r="r" t="t"/>
              <a:pathLst>
                <a:path extrusionOk="0" h="2144" w="694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85"/>
            <p:cNvSpPr/>
            <p:nvPr/>
          </p:nvSpPr>
          <p:spPr>
            <a:xfrm>
              <a:off x="-49323125" y="3575850"/>
              <a:ext cx="43350" cy="32650"/>
            </a:xfrm>
            <a:custGeom>
              <a:rect b="b" l="l" r="r" t="t"/>
              <a:pathLst>
                <a:path extrusionOk="0" h="1306" w="1734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85"/>
            <p:cNvSpPr/>
            <p:nvPr/>
          </p:nvSpPr>
          <p:spPr>
            <a:xfrm>
              <a:off x="-49217575" y="3575525"/>
              <a:ext cx="44900" cy="32975"/>
            </a:xfrm>
            <a:custGeom>
              <a:rect b="b" l="l" r="r" t="t"/>
              <a:pathLst>
                <a:path extrusionOk="0" h="1319" w="1796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7" name="Google Shape;2177;p85"/>
          <p:cNvGrpSpPr/>
          <p:nvPr/>
        </p:nvGrpSpPr>
        <p:grpSpPr>
          <a:xfrm>
            <a:off x="2206702" y="2947989"/>
            <a:ext cx="313293" cy="356205"/>
            <a:chOff x="-49378250" y="3920375"/>
            <a:chExt cx="264650" cy="300900"/>
          </a:xfrm>
        </p:grpSpPr>
        <p:sp>
          <p:nvSpPr>
            <p:cNvPr id="2178" name="Google Shape;2178;p85"/>
            <p:cNvSpPr/>
            <p:nvPr/>
          </p:nvSpPr>
          <p:spPr>
            <a:xfrm>
              <a:off x="-49272725" y="4185025"/>
              <a:ext cx="70925" cy="35475"/>
            </a:xfrm>
            <a:custGeom>
              <a:rect b="b" l="l" r="r" t="t"/>
              <a:pathLst>
                <a:path extrusionOk="0" h="1419" w="2837">
                  <a:moveTo>
                    <a:pt x="32" y="0"/>
                  </a:moveTo>
                  <a:lnTo>
                    <a:pt x="32" y="378"/>
                  </a:lnTo>
                  <a:lnTo>
                    <a:pt x="1" y="378"/>
                  </a:lnTo>
                  <a:cubicBezTo>
                    <a:pt x="1" y="945"/>
                    <a:pt x="473" y="1418"/>
                    <a:pt x="1040" y="1418"/>
                  </a:cubicBezTo>
                  <a:lnTo>
                    <a:pt x="1765" y="1418"/>
                  </a:lnTo>
                  <a:cubicBezTo>
                    <a:pt x="2364" y="1418"/>
                    <a:pt x="2836" y="945"/>
                    <a:pt x="2836" y="378"/>
                  </a:cubicBezTo>
                  <a:lnTo>
                    <a:pt x="28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85"/>
            <p:cNvSpPr/>
            <p:nvPr/>
          </p:nvSpPr>
          <p:spPr>
            <a:xfrm>
              <a:off x="-49378250" y="3920375"/>
              <a:ext cx="87425" cy="300900"/>
            </a:xfrm>
            <a:custGeom>
              <a:rect b="b" l="l" r="r" t="t"/>
              <a:pathLst>
                <a:path extrusionOk="0" h="12036" w="3497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1764" y="1418"/>
                  </a:lnTo>
                  <a:cubicBezTo>
                    <a:pt x="1953" y="1418"/>
                    <a:pt x="2111" y="1576"/>
                    <a:pt x="2111" y="1765"/>
                  </a:cubicBezTo>
                  <a:cubicBezTo>
                    <a:pt x="2111" y="1954"/>
                    <a:pt x="1953" y="2112"/>
                    <a:pt x="1764" y="2112"/>
                  </a:cubicBezTo>
                  <a:lnTo>
                    <a:pt x="0" y="2112"/>
                  </a:lnTo>
                  <a:lnTo>
                    <a:pt x="0" y="2836"/>
                  </a:lnTo>
                  <a:lnTo>
                    <a:pt x="1071" y="2836"/>
                  </a:lnTo>
                  <a:cubicBezTo>
                    <a:pt x="1260" y="2836"/>
                    <a:pt x="1418" y="2994"/>
                    <a:pt x="1418" y="3183"/>
                  </a:cubicBezTo>
                  <a:cubicBezTo>
                    <a:pt x="1418" y="3372"/>
                    <a:pt x="1260" y="3529"/>
                    <a:pt x="1071" y="3529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1764" y="4254"/>
                  </a:lnTo>
                  <a:cubicBezTo>
                    <a:pt x="1953" y="4254"/>
                    <a:pt x="2111" y="4411"/>
                    <a:pt x="2111" y="4600"/>
                  </a:cubicBezTo>
                  <a:cubicBezTo>
                    <a:pt x="2111" y="4789"/>
                    <a:pt x="1953" y="4947"/>
                    <a:pt x="1764" y="4947"/>
                  </a:cubicBezTo>
                  <a:lnTo>
                    <a:pt x="0" y="4947"/>
                  </a:lnTo>
                  <a:lnTo>
                    <a:pt x="0" y="5672"/>
                  </a:lnTo>
                  <a:lnTo>
                    <a:pt x="1071" y="5672"/>
                  </a:lnTo>
                  <a:cubicBezTo>
                    <a:pt x="1260" y="5672"/>
                    <a:pt x="1418" y="5829"/>
                    <a:pt x="1418" y="6018"/>
                  </a:cubicBezTo>
                  <a:cubicBezTo>
                    <a:pt x="1418" y="6207"/>
                    <a:pt x="1260" y="6365"/>
                    <a:pt x="1071" y="6365"/>
                  </a:cubicBezTo>
                  <a:lnTo>
                    <a:pt x="0" y="6365"/>
                  </a:lnTo>
                  <a:lnTo>
                    <a:pt x="0" y="7089"/>
                  </a:lnTo>
                  <a:lnTo>
                    <a:pt x="1764" y="7089"/>
                  </a:lnTo>
                  <a:cubicBezTo>
                    <a:pt x="1953" y="7089"/>
                    <a:pt x="2111" y="7247"/>
                    <a:pt x="2111" y="7436"/>
                  </a:cubicBezTo>
                  <a:cubicBezTo>
                    <a:pt x="2111" y="7625"/>
                    <a:pt x="1953" y="7782"/>
                    <a:pt x="1764" y="7782"/>
                  </a:cubicBezTo>
                  <a:lnTo>
                    <a:pt x="0" y="7782"/>
                  </a:lnTo>
                  <a:lnTo>
                    <a:pt x="0" y="8507"/>
                  </a:lnTo>
                  <a:lnTo>
                    <a:pt x="1071" y="8507"/>
                  </a:lnTo>
                  <a:cubicBezTo>
                    <a:pt x="1260" y="8507"/>
                    <a:pt x="1418" y="8665"/>
                    <a:pt x="1418" y="8854"/>
                  </a:cubicBezTo>
                  <a:cubicBezTo>
                    <a:pt x="1418" y="9043"/>
                    <a:pt x="1260" y="9200"/>
                    <a:pt x="1071" y="9200"/>
                  </a:cubicBezTo>
                  <a:lnTo>
                    <a:pt x="0" y="9200"/>
                  </a:lnTo>
                  <a:lnTo>
                    <a:pt x="0" y="9925"/>
                  </a:lnTo>
                  <a:lnTo>
                    <a:pt x="1764" y="9925"/>
                  </a:lnTo>
                  <a:cubicBezTo>
                    <a:pt x="1953" y="9925"/>
                    <a:pt x="2111" y="10082"/>
                    <a:pt x="2111" y="10271"/>
                  </a:cubicBezTo>
                  <a:cubicBezTo>
                    <a:pt x="2111" y="10460"/>
                    <a:pt x="1953" y="10618"/>
                    <a:pt x="1764" y="10618"/>
                  </a:cubicBezTo>
                  <a:lnTo>
                    <a:pt x="0" y="10618"/>
                  </a:lnTo>
                  <a:lnTo>
                    <a:pt x="0" y="11689"/>
                  </a:lnTo>
                  <a:cubicBezTo>
                    <a:pt x="0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7" y="11878"/>
                    <a:pt x="3497" y="11689"/>
                  </a:cubicBezTo>
                  <a:lnTo>
                    <a:pt x="3497" y="379"/>
                  </a:lnTo>
                  <a:cubicBezTo>
                    <a:pt x="3497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85"/>
            <p:cNvSpPr/>
            <p:nvPr/>
          </p:nvSpPr>
          <p:spPr>
            <a:xfrm>
              <a:off x="-49185300" y="3920375"/>
              <a:ext cx="71700" cy="87450"/>
            </a:xfrm>
            <a:custGeom>
              <a:rect b="b" l="l" r="r" t="t"/>
              <a:pathLst>
                <a:path extrusionOk="0" h="3498" w="2868">
                  <a:moveTo>
                    <a:pt x="2490" y="1"/>
                  </a:moveTo>
                  <a:cubicBezTo>
                    <a:pt x="1765" y="1"/>
                    <a:pt x="1229" y="32"/>
                    <a:pt x="631" y="631"/>
                  </a:cubicBezTo>
                  <a:cubicBezTo>
                    <a:pt x="253" y="1040"/>
                    <a:pt x="1" y="1576"/>
                    <a:pt x="1" y="2143"/>
                  </a:cubicBezTo>
                  <a:cubicBezTo>
                    <a:pt x="1" y="2868"/>
                    <a:pt x="631" y="3498"/>
                    <a:pt x="1418" y="3498"/>
                  </a:cubicBezTo>
                  <a:cubicBezTo>
                    <a:pt x="2017" y="3498"/>
                    <a:pt x="2553" y="3120"/>
                    <a:pt x="2742" y="2553"/>
                  </a:cubicBezTo>
                  <a:cubicBezTo>
                    <a:pt x="2868" y="2238"/>
                    <a:pt x="2805" y="1923"/>
                    <a:pt x="2616" y="1702"/>
                  </a:cubicBezTo>
                  <a:cubicBezTo>
                    <a:pt x="2395" y="1450"/>
                    <a:pt x="2269" y="1135"/>
                    <a:pt x="2742" y="568"/>
                  </a:cubicBezTo>
                  <a:cubicBezTo>
                    <a:pt x="2836" y="442"/>
                    <a:pt x="2868" y="316"/>
                    <a:pt x="2805" y="190"/>
                  </a:cubicBezTo>
                  <a:cubicBezTo>
                    <a:pt x="2742" y="95"/>
                    <a:pt x="261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85"/>
            <p:cNvSpPr/>
            <p:nvPr/>
          </p:nvSpPr>
          <p:spPr>
            <a:xfrm>
              <a:off x="-49182150" y="4019625"/>
              <a:ext cx="64625" cy="42550"/>
            </a:xfrm>
            <a:custGeom>
              <a:rect b="b" l="l" r="r" t="t"/>
              <a:pathLst>
                <a:path extrusionOk="0" h="1702" w="2585">
                  <a:moveTo>
                    <a:pt x="316" y="0"/>
                  </a:moveTo>
                  <a:cubicBezTo>
                    <a:pt x="158" y="473"/>
                    <a:pt x="32" y="1103"/>
                    <a:pt x="1" y="1702"/>
                  </a:cubicBezTo>
                  <a:lnTo>
                    <a:pt x="2584" y="1702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85"/>
            <p:cNvSpPr/>
            <p:nvPr/>
          </p:nvSpPr>
          <p:spPr>
            <a:xfrm>
              <a:off x="-49185300" y="4078700"/>
              <a:ext cx="70925" cy="141800"/>
            </a:xfrm>
            <a:custGeom>
              <a:rect b="b" l="l" r="r" t="t"/>
              <a:pathLst>
                <a:path extrusionOk="0" h="5672" w="2837">
                  <a:moveTo>
                    <a:pt x="32" y="0"/>
                  </a:moveTo>
                  <a:cubicBezTo>
                    <a:pt x="1" y="378"/>
                    <a:pt x="1" y="756"/>
                    <a:pt x="1" y="1071"/>
                  </a:cubicBezTo>
                  <a:cubicBezTo>
                    <a:pt x="1" y="2773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05" y="756"/>
                    <a:pt x="2805" y="410"/>
                    <a:pt x="27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85"/>
            <p:cNvSpPr/>
            <p:nvPr/>
          </p:nvSpPr>
          <p:spPr>
            <a:xfrm>
              <a:off x="-49271150" y="3920375"/>
              <a:ext cx="65400" cy="70125"/>
            </a:xfrm>
            <a:custGeom>
              <a:rect b="b" l="l" r="r" t="t"/>
              <a:pathLst>
                <a:path extrusionOk="0" h="2805" w="2616">
                  <a:moveTo>
                    <a:pt x="1324" y="1"/>
                  </a:moveTo>
                  <a:cubicBezTo>
                    <a:pt x="1182" y="1"/>
                    <a:pt x="1040" y="64"/>
                    <a:pt x="977" y="190"/>
                  </a:cubicBezTo>
                  <a:lnTo>
                    <a:pt x="1" y="2805"/>
                  </a:lnTo>
                  <a:lnTo>
                    <a:pt x="2616" y="2805"/>
                  </a:lnTo>
                  <a:lnTo>
                    <a:pt x="1670" y="190"/>
                  </a:lnTo>
                  <a:cubicBezTo>
                    <a:pt x="1607" y="64"/>
                    <a:pt x="1466" y="1"/>
                    <a:pt x="1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85"/>
            <p:cNvSpPr/>
            <p:nvPr/>
          </p:nvSpPr>
          <p:spPr>
            <a:xfrm>
              <a:off x="-49272725" y="4007800"/>
              <a:ext cx="70125" cy="159925"/>
            </a:xfrm>
            <a:custGeom>
              <a:rect b="b" l="l" r="r" t="t"/>
              <a:pathLst>
                <a:path extrusionOk="0" h="6397" w="2805">
                  <a:moveTo>
                    <a:pt x="1" y="1"/>
                  </a:moveTo>
                  <a:lnTo>
                    <a:pt x="1" y="6396"/>
                  </a:lnTo>
                  <a:lnTo>
                    <a:pt x="2805" y="6396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5" name="Google Shape;2185;p85"/>
          <p:cNvGrpSpPr/>
          <p:nvPr/>
        </p:nvGrpSpPr>
        <p:grpSpPr>
          <a:xfrm>
            <a:off x="667233" y="3438929"/>
            <a:ext cx="312375" cy="357123"/>
            <a:chOff x="-47505300" y="3200500"/>
            <a:chExt cx="263875" cy="301675"/>
          </a:xfrm>
        </p:grpSpPr>
        <p:sp>
          <p:nvSpPr>
            <p:cNvPr id="2186" name="Google Shape;2186;p85"/>
            <p:cNvSpPr/>
            <p:nvPr/>
          </p:nvSpPr>
          <p:spPr>
            <a:xfrm>
              <a:off x="-47382425" y="3306025"/>
              <a:ext cx="52800" cy="53600"/>
            </a:xfrm>
            <a:custGeom>
              <a:rect b="b" l="l" r="r" t="t"/>
              <a:pathLst>
                <a:path extrusionOk="0" h="2144" w="2112">
                  <a:moveTo>
                    <a:pt x="1387" y="1"/>
                  </a:moveTo>
                  <a:cubicBezTo>
                    <a:pt x="1198" y="726"/>
                    <a:pt x="694" y="1261"/>
                    <a:pt x="1" y="1387"/>
                  </a:cubicBezTo>
                  <a:lnTo>
                    <a:pt x="1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85"/>
            <p:cNvSpPr/>
            <p:nvPr/>
          </p:nvSpPr>
          <p:spPr>
            <a:xfrm>
              <a:off x="-47382425" y="3306025"/>
              <a:ext cx="15775" cy="15800"/>
            </a:xfrm>
            <a:custGeom>
              <a:rect b="b" l="l" r="r" t="t"/>
              <a:pathLst>
                <a:path extrusionOk="0" h="632" w="631">
                  <a:moveTo>
                    <a:pt x="1" y="1"/>
                  </a:moveTo>
                  <a:lnTo>
                    <a:pt x="1" y="631"/>
                  </a:lnTo>
                  <a:cubicBezTo>
                    <a:pt x="316" y="568"/>
                    <a:pt x="536" y="316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85"/>
            <p:cNvSpPr/>
            <p:nvPr/>
          </p:nvSpPr>
          <p:spPr>
            <a:xfrm>
              <a:off x="-47487975" y="3200500"/>
              <a:ext cx="210325" cy="301675"/>
            </a:xfrm>
            <a:custGeom>
              <a:rect b="b" l="l" r="r" t="t"/>
              <a:pathLst>
                <a:path extrusionOk="0" h="12067" w="8413">
                  <a:moveTo>
                    <a:pt x="3845" y="2111"/>
                  </a:moveTo>
                  <a:cubicBezTo>
                    <a:pt x="4727" y="2111"/>
                    <a:pt x="5420" y="2678"/>
                    <a:pt x="5577" y="3529"/>
                  </a:cubicBezTo>
                  <a:lnTo>
                    <a:pt x="6680" y="3529"/>
                  </a:lnTo>
                  <a:cubicBezTo>
                    <a:pt x="6901" y="3529"/>
                    <a:pt x="7058" y="3686"/>
                    <a:pt x="7058" y="3875"/>
                  </a:cubicBezTo>
                  <a:lnTo>
                    <a:pt x="7058" y="6711"/>
                  </a:lnTo>
                  <a:lnTo>
                    <a:pt x="6995" y="6711"/>
                  </a:lnTo>
                  <a:cubicBezTo>
                    <a:pt x="6995" y="6900"/>
                    <a:pt x="6838" y="7057"/>
                    <a:pt x="6648" y="7057"/>
                  </a:cubicBezTo>
                  <a:lnTo>
                    <a:pt x="3845" y="7057"/>
                  </a:lnTo>
                  <a:cubicBezTo>
                    <a:pt x="3656" y="7057"/>
                    <a:pt x="3498" y="6900"/>
                    <a:pt x="3498" y="6711"/>
                  </a:cubicBezTo>
                  <a:lnTo>
                    <a:pt x="3498" y="5608"/>
                  </a:lnTo>
                  <a:cubicBezTo>
                    <a:pt x="2710" y="5451"/>
                    <a:pt x="2080" y="4726"/>
                    <a:pt x="2080" y="3875"/>
                  </a:cubicBezTo>
                  <a:cubicBezTo>
                    <a:pt x="2080" y="2899"/>
                    <a:pt x="2868" y="2111"/>
                    <a:pt x="3845" y="2111"/>
                  </a:cubicBezTo>
                  <a:close/>
                  <a:moveTo>
                    <a:pt x="5262" y="8444"/>
                  </a:moveTo>
                  <a:cubicBezTo>
                    <a:pt x="5483" y="8444"/>
                    <a:pt x="5640" y="8601"/>
                    <a:pt x="5640" y="8790"/>
                  </a:cubicBezTo>
                  <a:cubicBezTo>
                    <a:pt x="5640" y="8979"/>
                    <a:pt x="5483" y="9137"/>
                    <a:pt x="5262" y="9137"/>
                  </a:cubicBezTo>
                  <a:lnTo>
                    <a:pt x="2490" y="9137"/>
                  </a:lnTo>
                  <a:cubicBezTo>
                    <a:pt x="2269" y="9137"/>
                    <a:pt x="2112" y="8979"/>
                    <a:pt x="2112" y="8790"/>
                  </a:cubicBezTo>
                  <a:cubicBezTo>
                    <a:pt x="2112" y="8601"/>
                    <a:pt x="2269" y="8444"/>
                    <a:pt x="2490" y="8444"/>
                  </a:cubicBezTo>
                  <a:close/>
                  <a:moveTo>
                    <a:pt x="6680" y="8444"/>
                  </a:moveTo>
                  <a:cubicBezTo>
                    <a:pt x="6901" y="8444"/>
                    <a:pt x="7058" y="8601"/>
                    <a:pt x="7058" y="8790"/>
                  </a:cubicBezTo>
                  <a:cubicBezTo>
                    <a:pt x="6995" y="8979"/>
                    <a:pt x="6838" y="9137"/>
                    <a:pt x="6680" y="9137"/>
                  </a:cubicBezTo>
                  <a:cubicBezTo>
                    <a:pt x="6491" y="9137"/>
                    <a:pt x="6333" y="8979"/>
                    <a:pt x="6333" y="8790"/>
                  </a:cubicBezTo>
                  <a:cubicBezTo>
                    <a:pt x="6333" y="8601"/>
                    <a:pt x="6491" y="8444"/>
                    <a:pt x="6680" y="8444"/>
                  </a:cubicBezTo>
                  <a:close/>
                  <a:moveTo>
                    <a:pt x="6680" y="9861"/>
                  </a:moveTo>
                  <a:cubicBezTo>
                    <a:pt x="6901" y="9861"/>
                    <a:pt x="7058" y="10019"/>
                    <a:pt x="7058" y="10208"/>
                  </a:cubicBezTo>
                  <a:cubicBezTo>
                    <a:pt x="7058" y="10397"/>
                    <a:pt x="6838" y="10554"/>
                    <a:pt x="6680" y="10554"/>
                  </a:cubicBezTo>
                  <a:lnTo>
                    <a:pt x="2490" y="10554"/>
                  </a:lnTo>
                  <a:cubicBezTo>
                    <a:pt x="2269" y="10554"/>
                    <a:pt x="2112" y="10397"/>
                    <a:pt x="2112" y="10208"/>
                  </a:cubicBezTo>
                  <a:cubicBezTo>
                    <a:pt x="2112" y="10019"/>
                    <a:pt x="2269" y="9861"/>
                    <a:pt x="2490" y="9861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418"/>
                  </a:lnTo>
                  <a:lnTo>
                    <a:pt x="1072" y="1418"/>
                  </a:lnTo>
                  <a:cubicBezTo>
                    <a:pt x="1261" y="1418"/>
                    <a:pt x="1419" y="1576"/>
                    <a:pt x="1419" y="1796"/>
                  </a:cubicBezTo>
                  <a:cubicBezTo>
                    <a:pt x="1419" y="1985"/>
                    <a:pt x="1261" y="2143"/>
                    <a:pt x="1072" y="2143"/>
                  </a:cubicBezTo>
                  <a:lnTo>
                    <a:pt x="1" y="2143"/>
                  </a:lnTo>
                  <a:lnTo>
                    <a:pt x="1" y="3560"/>
                  </a:lnTo>
                  <a:lnTo>
                    <a:pt x="1072" y="3560"/>
                  </a:lnTo>
                  <a:cubicBezTo>
                    <a:pt x="1261" y="3560"/>
                    <a:pt x="1419" y="3718"/>
                    <a:pt x="1419" y="3907"/>
                  </a:cubicBezTo>
                  <a:cubicBezTo>
                    <a:pt x="1419" y="4096"/>
                    <a:pt x="1261" y="4253"/>
                    <a:pt x="1072" y="4253"/>
                  </a:cubicBezTo>
                  <a:lnTo>
                    <a:pt x="1" y="4253"/>
                  </a:lnTo>
                  <a:lnTo>
                    <a:pt x="1" y="5671"/>
                  </a:lnTo>
                  <a:lnTo>
                    <a:pt x="1072" y="5671"/>
                  </a:lnTo>
                  <a:cubicBezTo>
                    <a:pt x="1261" y="5671"/>
                    <a:pt x="1419" y="5829"/>
                    <a:pt x="1419" y="6049"/>
                  </a:cubicBezTo>
                  <a:cubicBezTo>
                    <a:pt x="1419" y="6238"/>
                    <a:pt x="1261" y="6396"/>
                    <a:pt x="1072" y="6396"/>
                  </a:cubicBezTo>
                  <a:lnTo>
                    <a:pt x="1" y="6396"/>
                  </a:lnTo>
                  <a:lnTo>
                    <a:pt x="1" y="7814"/>
                  </a:lnTo>
                  <a:lnTo>
                    <a:pt x="1072" y="7814"/>
                  </a:lnTo>
                  <a:cubicBezTo>
                    <a:pt x="1261" y="7814"/>
                    <a:pt x="1419" y="7971"/>
                    <a:pt x="1419" y="8160"/>
                  </a:cubicBezTo>
                  <a:cubicBezTo>
                    <a:pt x="1419" y="8349"/>
                    <a:pt x="1261" y="8507"/>
                    <a:pt x="1072" y="8507"/>
                  </a:cubicBezTo>
                  <a:lnTo>
                    <a:pt x="1" y="8507"/>
                  </a:lnTo>
                  <a:lnTo>
                    <a:pt x="1" y="9924"/>
                  </a:lnTo>
                  <a:lnTo>
                    <a:pt x="1072" y="9924"/>
                  </a:lnTo>
                  <a:cubicBezTo>
                    <a:pt x="1261" y="9924"/>
                    <a:pt x="1419" y="10082"/>
                    <a:pt x="1419" y="10302"/>
                  </a:cubicBezTo>
                  <a:cubicBezTo>
                    <a:pt x="1419" y="10491"/>
                    <a:pt x="1261" y="10649"/>
                    <a:pt x="1072" y="10649"/>
                  </a:cubicBezTo>
                  <a:lnTo>
                    <a:pt x="1" y="10649"/>
                  </a:lnTo>
                  <a:lnTo>
                    <a:pt x="1" y="11689"/>
                  </a:lnTo>
                  <a:cubicBezTo>
                    <a:pt x="1" y="11909"/>
                    <a:pt x="158" y="12067"/>
                    <a:pt x="347" y="12067"/>
                  </a:cubicBezTo>
                  <a:lnTo>
                    <a:pt x="8066" y="12067"/>
                  </a:lnTo>
                  <a:cubicBezTo>
                    <a:pt x="8255" y="12067"/>
                    <a:pt x="8413" y="11909"/>
                    <a:pt x="8413" y="11689"/>
                  </a:cubicBezTo>
                  <a:lnTo>
                    <a:pt x="8413" y="410"/>
                  </a:lnTo>
                  <a:cubicBezTo>
                    <a:pt x="8413" y="158"/>
                    <a:pt x="8255" y="0"/>
                    <a:pt x="8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85"/>
            <p:cNvSpPr/>
            <p:nvPr/>
          </p:nvSpPr>
          <p:spPr>
            <a:xfrm>
              <a:off x="-47417875" y="32713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545"/>
                    <a:pt x="253" y="1891"/>
                    <a:pt x="694" y="2049"/>
                  </a:cubicBezTo>
                  <a:lnTo>
                    <a:pt x="694" y="1072"/>
                  </a:lnTo>
                  <a:cubicBezTo>
                    <a:pt x="694" y="883"/>
                    <a:pt x="852" y="725"/>
                    <a:pt x="1041" y="725"/>
                  </a:cubicBezTo>
                  <a:lnTo>
                    <a:pt x="2049" y="725"/>
                  </a:lnTo>
                  <a:cubicBezTo>
                    <a:pt x="1923" y="284"/>
                    <a:pt x="1513" y="1"/>
                    <a:pt x="10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85"/>
            <p:cNvSpPr/>
            <p:nvPr/>
          </p:nvSpPr>
          <p:spPr>
            <a:xfrm>
              <a:off x="-47505300" y="3235950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85"/>
            <p:cNvSpPr/>
            <p:nvPr/>
          </p:nvSpPr>
          <p:spPr>
            <a:xfrm>
              <a:off x="-47505300" y="344702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85"/>
            <p:cNvSpPr/>
            <p:nvPr/>
          </p:nvSpPr>
          <p:spPr>
            <a:xfrm>
              <a:off x="-47505300" y="3394250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lnTo>
                    <a:pt x="347" y="32"/>
                  </a:lnTo>
                  <a:cubicBezTo>
                    <a:pt x="127" y="32"/>
                    <a:pt x="1" y="190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85"/>
            <p:cNvSpPr/>
            <p:nvPr/>
          </p:nvSpPr>
          <p:spPr>
            <a:xfrm>
              <a:off x="-47505300" y="334147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27" y="1"/>
                    <a:pt x="1" y="158"/>
                    <a:pt x="1" y="347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694" y="725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85"/>
            <p:cNvSpPr/>
            <p:nvPr/>
          </p:nvSpPr>
          <p:spPr>
            <a:xfrm>
              <a:off x="-47505300" y="32895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27" y="0"/>
                    <a:pt x="1" y="158"/>
                    <a:pt x="1" y="347"/>
                  </a:cubicBezTo>
                  <a:cubicBezTo>
                    <a:pt x="1" y="536"/>
                    <a:pt x="127" y="693"/>
                    <a:pt x="347" y="693"/>
                  </a:cubicBezTo>
                  <a:lnTo>
                    <a:pt x="694" y="69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85"/>
            <p:cNvSpPr/>
            <p:nvPr/>
          </p:nvSpPr>
          <p:spPr>
            <a:xfrm>
              <a:off x="-47259550" y="3411575"/>
              <a:ext cx="18125" cy="51225"/>
            </a:xfrm>
            <a:custGeom>
              <a:rect b="b" l="l" r="r" t="t"/>
              <a:pathLst>
                <a:path extrusionOk="0" h="2049" w="725">
                  <a:moveTo>
                    <a:pt x="0" y="1"/>
                  </a:moveTo>
                  <a:lnTo>
                    <a:pt x="0" y="2048"/>
                  </a:lnTo>
                  <a:cubicBezTo>
                    <a:pt x="410" y="1891"/>
                    <a:pt x="725" y="1481"/>
                    <a:pt x="725" y="1072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85"/>
            <p:cNvSpPr/>
            <p:nvPr/>
          </p:nvSpPr>
          <p:spPr>
            <a:xfrm>
              <a:off x="-47259550" y="3306025"/>
              <a:ext cx="18125" cy="35475"/>
            </a:xfrm>
            <a:custGeom>
              <a:rect b="b" l="l" r="r" t="t"/>
              <a:pathLst>
                <a:path extrusionOk="0" h="1419" w="725">
                  <a:moveTo>
                    <a:pt x="0" y="1"/>
                  </a:moveTo>
                  <a:lnTo>
                    <a:pt x="0" y="1419"/>
                  </a:lnTo>
                  <a:lnTo>
                    <a:pt x="725" y="1419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85"/>
            <p:cNvSpPr/>
            <p:nvPr/>
          </p:nvSpPr>
          <p:spPr>
            <a:xfrm>
              <a:off x="-47259550" y="3359600"/>
              <a:ext cx="18125" cy="34675"/>
            </a:xfrm>
            <a:custGeom>
              <a:rect b="b" l="l" r="r" t="t"/>
              <a:pathLst>
                <a:path extrusionOk="0" h="1387" w="725">
                  <a:moveTo>
                    <a:pt x="0" y="0"/>
                  </a:moveTo>
                  <a:lnTo>
                    <a:pt x="0" y="1387"/>
                  </a:lnTo>
                  <a:lnTo>
                    <a:pt x="725" y="1387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85"/>
            <p:cNvSpPr/>
            <p:nvPr/>
          </p:nvSpPr>
          <p:spPr>
            <a:xfrm>
              <a:off x="-47259550" y="3238300"/>
              <a:ext cx="18125" cy="51225"/>
            </a:xfrm>
            <a:custGeom>
              <a:rect b="b" l="l" r="r" t="t"/>
              <a:pathLst>
                <a:path extrusionOk="0" h="2049" w="725">
                  <a:moveTo>
                    <a:pt x="0" y="1"/>
                  </a:moveTo>
                  <a:lnTo>
                    <a:pt x="0" y="2048"/>
                  </a:lnTo>
                  <a:lnTo>
                    <a:pt x="725" y="2048"/>
                  </a:lnTo>
                  <a:lnTo>
                    <a:pt x="725" y="977"/>
                  </a:lnTo>
                  <a:cubicBezTo>
                    <a:pt x="693" y="505"/>
                    <a:pt x="410" y="12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9" name="Google Shape;2199;p85"/>
          <p:cNvGrpSpPr/>
          <p:nvPr/>
        </p:nvGrpSpPr>
        <p:grpSpPr>
          <a:xfrm>
            <a:off x="645390" y="3900205"/>
            <a:ext cx="356176" cy="355051"/>
            <a:chOff x="-47524975" y="3569100"/>
            <a:chExt cx="300875" cy="299925"/>
          </a:xfrm>
        </p:grpSpPr>
        <p:sp>
          <p:nvSpPr>
            <p:cNvPr id="2200" name="Google Shape;2200;p85"/>
            <p:cNvSpPr/>
            <p:nvPr/>
          </p:nvSpPr>
          <p:spPr>
            <a:xfrm>
              <a:off x="-47524975" y="3755775"/>
              <a:ext cx="115000" cy="113250"/>
            </a:xfrm>
            <a:custGeom>
              <a:rect b="b" l="l" r="r" t="t"/>
              <a:pathLst>
                <a:path extrusionOk="0" h="4530" w="4600">
                  <a:moveTo>
                    <a:pt x="3088" y="0"/>
                  </a:moveTo>
                  <a:lnTo>
                    <a:pt x="378" y="2741"/>
                  </a:lnTo>
                  <a:cubicBezTo>
                    <a:pt x="0" y="3119"/>
                    <a:pt x="0" y="3781"/>
                    <a:pt x="378" y="4222"/>
                  </a:cubicBezTo>
                  <a:cubicBezTo>
                    <a:pt x="583" y="4427"/>
                    <a:pt x="851" y="4529"/>
                    <a:pt x="1123" y="4529"/>
                  </a:cubicBezTo>
                  <a:cubicBezTo>
                    <a:pt x="1394" y="4529"/>
                    <a:pt x="1670" y="4427"/>
                    <a:pt x="1890" y="4222"/>
                  </a:cubicBezTo>
                  <a:lnTo>
                    <a:pt x="4600" y="1512"/>
                  </a:lnTo>
                  <a:cubicBezTo>
                    <a:pt x="4001" y="1103"/>
                    <a:pt x="3497" y="599"/>
                    <a:pt x="3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85"/>
            <p:cNvSpPr/>
            <p:nvPr/>
          </p:nvSpPr>
          <p:spPr>
            <a:xfrm>
              <a:off x="-47346200" y="3674650"/>
              <a:ext cx="15775" cy="15775"/>
            </a:xfrm>
            <a:custGeom>
              <a:rect b="b" l="l" r="r" t="t"/>
              <a:pathLst>
                <a:path extrusionOk="0" h="631" w="631">
                  <a:moveTo>
                    <a:pt x="1" y="0"/>
                  </a:moveTo>
                  <a:lnTo>
                    <a:pt x="1" y="630"/>
                  </a:lnTo>
                  <a:cubicBezTo>
                    <a:pt x="284" y="536"/>
                    <a:pt x="505" y="315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85"/>
            <p:cNvSpPr/>
            <p:nvPr/>
          </p:nvSpPr>
          <p:spPr>
            <a:xfrm>
              <a:off x="-47382425" y="364000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12"/>
                    <a:pt x="253" y="1890"/>
                    <a:pt x="694" y="2048"/>
                  </a:cubicBezTo>
                  <a:lnTo>
                    <a:pt x="694" y="1071"/>
                  </a:lnTo>
                  <a:cubicBezTo>
                    <a:pt x="694" y="851"/>
                    <a:pt x="851" y="693"/>
                    <a:pt x="1040" y="693"/>
                  </a:cubicBezTo>
                  <a:lnTo>
                    <a:pt x="2048" y="693"/>
                  </a:lnTo>
                  <a:cubicBezTo>
                    <a:pt x="1922" y="284"/>
                    <a:pt x="1513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85"/>
            <p:cNvSpPr/>
            <p:nvPr/>
          </p:nvSpPr>
          <p:spPr>
            <a:xfrm>
              <a:off x="-47346975" y="3674650"/>
              <a:ext cx="52800" cy="52800"/>
            </a:xfrm>
            <a:custGeom>
              <a:rect b="b" l="l" r="r" t="t"/>
              <a:pathLst>
                <a:path extrusionOk="0" h="2112" w="2112">
                  <a:moveTo>
                    <a:pt x="1355" y="0"/>
                  </a:moveTo>
                  <a:cubicBezTo>
                    <a:pt x="1261" y="693"/>
                    <a:pt x="693" y="1260"/>
                    <a:pt x="0" y="1355"/>
                  </a:cubicBezTo>
                  <a:lnTo>
                    <a:pt x="0" y="2111"/>
                  </a:lnTo>
                  <a:lnTo>
                    <a:pt x="2111" y="2111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85"/>
            <p:cNvSpPr/>
            <p:nvPr/>
          </p:nvSpPr>
          <p:spPr>
            <a:xfrm>
              <a:off x="-47452525" y="3569100"/>
              <a:ext cx="228425" cy="228425"/>
            </a:xfrm>
            <a:custGeom>
              <a:rect b="b" l="l" r="r" t="t"/>
              <a:pathLst>
                <a:path extrusionOk="0" h="9137" w="9137">
                  <a:moveTo>
                    <a:pt x="3907" y="2080"/>
                  </a:moveTo>
                  <a:cubicBezTo>
                    <a:pt x="4758" y="2080"/>
                    <a:pt x="5483" y="2679"/>
                    <a:pt x="5640" y="3498"/>
                  </a:cubicBezTo>
                  <a:lnTo>
                    <a:pt x="6743" y="3498"/>
                  </a:lnTo>
                  <a:cubicBezTo>
                    <a:pt x="6932" y="3498"/>
                    <a:pt x="7089" y="3655"/>
                    <a:pt x="7089" y="3844"/>
                  </a:cubicBezTo>
                  <a:lnTo>
                    <a:pt x="7089" y="6680"/>
                  </a:lnTo>
                  <a:lnTo>
                    <a:pt x="7058" y="6680"/>
                  </a:lnTo>
                  <a:cubicBezTo>
                    <a:pt x="7058" y="6900"/>
                    <a:pt x="6900" y="7058"/>
                    <a:pt x="6680" y="7058"/>
                  </a:cubicBezTo>
                  <a:lnTo>
                    <a:pt x="3907" y="7058"/>
                  </a:lnTo>
                  <a:cubicBezTo>
                    <a:pt x="3687" y="7058"/>
                    <a:pt x="3529" y="6900"/>
                    <a:pt x="3529" y="6680"/>
                  </a:cubicBezTo>
                  <a:lnTo>
                    <a:pt x="3529" y="5577"/>
                  </a:lnTo>
                  <a:cubicBezTo>
                    <a:pt x="2742" y="5419"/>
                    <a:pt x="2111" y="4726"/>
                    <a:pt x="2111" y="3844"/>
                  </a:cubicBezTo>
                  <a:cubicBezTo>
                    <a:pt x="2111" y="2868"/>
                    <a:pt x="2899" y="2080"/>
                    <a:pt x="3907" y="2080"/>
                  </a:cubicBezTo>
                  <a:close/>
                  <a:moveTo>
                    <a:pt x="4569" y="1"/>
                  </a:moveTo>
                  <a:cubicBezTo>
                    <a:pt x="2048" y="1"/>
                    <a:pt x="1" y="2048"/>
                    <a:pt x="1" y="4569"/>
                  </a:cubicBezTo>
                  <a:cubicBezTo>
                    <a:pt x="1" y="7089"/>
                    <a:pt x="2048" y="9137"/>
                    <a:pt x="4569" y="9137"/>
                  </a:cubicBezTo>
                  <a:cubicBezTo>
                    <a:pt x="7089" y="9137"/>
                    <a:pt x="9137" y="7089"/>
                    <a:pt x="9137" y="4569"/>
                  </a:cubicBezTo>
                  <a:cubicBezTo>
                    <a:pt x="9137" y="2048"/>
                    <a:pt x="7089" y="1"/>
                    <a:pt x="4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5" name="Google Shape;2205;p85"/>
          <p:cNvGrpSpPr/>
          <p:nvPr/>
        </p:nvGrpSpPr>
        <p:grpSpPr>
          <a:xfrm>
            <a:off x="1151433" y="2447019"/>
            <a:ext cx="355258" cy="270410"/>
            <a:chOff x="-47523400" y="3973950"/>
            <a:chExt cx="300100" cy="228425"/>
          </a:xfrm>
        </p:grpSpPr>
        <p:sp>
          <p:nvSpPr>
            <p:cNvPr id="2206" name="Google Shape;2206;p85"/>
            <p:cNvSpPr/>
            <p:nvPr/>
          </p:nvSpPr>
          <p:spPr>
            <a:xfrm>
              <a:off x="-47417075" y="4061375"/>
              <a:ext cx="15775" cy="15775"/>
            </a:xfrm>
            <a:custGeom>
              <a:rect b="b" l="l" r="r" t="t"/>
              <a:pathLst>
                <a:path extrusionOk="0" h="631" w="631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85"/>
            <p:cNvSpPr/>
            <p:nvPr/>
          </p:nvSpPr>
          <p:spPr>
            <a:xfrm>
              <a:off x="-47417875" y="4061375"/>
              <a:ext cx="52800" cy="52775"/>
            </a:xfrm>
            <a:custGeom>
              <a:rect b="b" l="l" r="r" t="t"/>
              <a:pathLst>
                <a:path extrusionOk="0" h="2111" w="2112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85"/>
            <p:cNvSpPr/>
            <p:nvPr/>
          </p:nvSpPr>
          <p:spPr>
            <a:xfrm>
              <a:off x="-47453300" y="402670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85"/>
            <p:cNvSpPr/>
            <p:nvPr/>
          </p:nvSpPr>
          <p:spPr>
            <a:xfrm>
              <a:off x="-47506875" y="3973950"/>
              <a:ext cx="264675" cy="174875"/>
            </a:xfrm>
            <a:custGeom>
              <a:rect b="b" l="l" r="r" t="t"/>
              <a:pathLst>
                <a:path extrusionOk="0" h="6995" w="10587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85"/>
            <p:cNvSpPr/>
            <p:nvPr/>
          </p:nvSpPr>
          <p:spPr>
            <a:xfrm>
              <a:off x="-47523400" y="4166900"/>
              <a:ext cx="300100" cy="35475"/>
            </a:xfrm>
            <a:custGeom>
              <a:rect b="b" l="l" r="r" t="t"/>
              <a:pathLst>
                <a:path extrusionOk="0" h="1419" w="12004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1" name="Google Shape;2211;p85"/>
          <p:cNvGrpSpPr/>
          <p:nvPr/>
        </p:nvGrpSpPr>
        <p:grpSpPr>
          <a:xfrm>
            <a:off x="3222902" y="3438697"/>
            <a:ext cx="354341" cy="357596"/>
            <a:chOff x="-45673275" y="3199325"/>
            <a:chExt cx="299325" cy="302075"/>
          </a:xfrm>
        </p:grpSpPr>
        <p:sp>
          <p:nvSpPr>
            <p:cNvPr id="2212" name="Google Shape;2212;p85"/>
            <p:cNvSpPr/>
            <p:nvPr/>
          </p:nvSpPr>
          <p:spPr>
            <a:xfrm>
              <a:off x="-45672500" y="3199325"/>
              <a:ext cx="298550" cy="194175"/>
            </a:xfrm>
            <a:custGeom>
              <a:rect b="b" l="l" r="r" t="t"/>
              <a:pathLst>
                <a:path extrusionOk="0" h="7767" w="11942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85"/>
            <p:cNvSpPr/>
            <p:nvPr/>
          </p:nvSpPr>
          <p:spPr>
            <a:xfrm>
              <a:off x="-45673275" y="3387150"/>
              <a:ext cx="299325" cy="114250"/>
            </a:xfrm>
            <a:custGeom>
              <a:rect b="b" l="l" r="r" t="t"/>
              <a:pathLst>
                <a:path extrusionOk="0" h="4570" w="11973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85"/>
            <p:cNvSpPr/>
            <p:nvPr/>
          </p:nvSpPr>
          <p:spPr>
            <a:xfrm>
              <a:off x="-45673275" y="3334400"/>
              <a:ext cx="299325" cy="113425"/>
            </a:xfrm>
            <a:custGeom>
              <a:rect b="b" l="l" r="r" t="t"/>
              <a:pathLst>
                <a:path extrusionOk="0" h="4537" w="11973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5" name="Google Shape;2215;p85"/>
          <p:cNvGrpSpPr/>
          <p:nvPr/>
        </p:nvGrpSpPr>
        <p:grpSpPr>
          <a:xfrm>
            <a:off x="2689141" y="3920624"/>
            <a:ext cx="356205" cy="314240"/>
            <a:chOff x="-45674075" y="3586425"/>
            <a:chExt cx="300900" cy="265450"/>
          </a:xfrm>
        </p:grpSpPr>
        <p:sp>
          <p:nvSpPr>
            <p:cNvPr id="2216" name="Google Shape;2216;p85"/>
            <p:cNvSpPr/>
            <p:nvPr/>
          </p:nvSpPr>
          <p:spPr>
            <a:xfrm>
              <a:off x="-45674075" y="3586425"/>
              <a:ext cx="300125" cy="70925"/>
            </a:xfrm>
            <a:custGeom>
              <a:rect b="b" l="l" r="r" t="t"/>
              <a:pathLst>
                <a:path extrusionOk="0" h="2837" w="12005">
                  <a:moveTo>
                    <a:pt x="6018" y="1418"/>
                  </a:moveTo>
                  <a:cubicBezTo>
                    <a:pt x="6207" y="1418"/>
                    <a:pt x="6365" y="1576"/>
                    <a:pt x="6365" y="1765"/>
                  </a:cubicBezTo>
                  <a:cubicBezTo>
                    <a:pt x="6365" y="1986"/>
                    <a:pt x="6207" y="2143"/>
                    <a:pt x="6018" y="2143"/>
                  </a:cubicBezTo>
                  <a:lnTo>
                    <a:pt x="5294" y="2143"/>
                  </a:lnTo>
                  <a:cubicBezTo>
                    <a:pt x="5105" y="2143"/>
                    <a:pt x="4947" y="1986"/>
                    <a:pt x="4947" y="1765"/>
                  </a:cubicBezTo>
                  <a:cubicBezTo>
                    <a:pt x="4947" y="1576"/>
                    <a:pt x="5105" y="1418"/>
                    <a:pt x="5294" y="1418"/>
                  </a:cubicBezTo>
                  <a:close/>
                  <a:moveTo>
                    <a:pt x="8129" y="1418"/>
                  </a:moveTo>
                  <a:cubicBezTo>
                    <a:pt x="8318" y="1418"/>
                    <a:pt x="8476" y="1576"/>
                    <a:pt x="8476" y="1765"/>
                  </a:cubicBezTo>
                  <a:cubicBezTo>
                    <a:pt x="8476" y="1986"/>
                    <a:pt x="8318" y="2143"/>
                    <a:pt x="8129" y="2143"/>
                  </a:cubicBezTo>
                  <a:lnTo>
                    <a:pt x="7436" y="2143"/>
                  </a:lnTo>
                  <a:cubicBezTo>
                    <a:pt x="7215" y="2143"/>
                    <a:pt x="7089" y="1986"/>
                    <a:pt x="7089" y="1765"/>
                  </a:cubicBezTo>
                  <a:cubicBezTo>
                    <a:pt x="7089" y="1576"/>
                    <a:pt x="7215" y="1418"/>
                    <a:pt x="7436" y="1418"/>
                  </a:cubicBezTo>
                  <a:close/>
                  <a:moveTo>
                    <a:pt x="10240" y="1418"/>
                  </a:moveTo>
                  <a:cubicBezTo>
                    <a:pt x="10429" y="1418"/>
                    <a:pt x="10587" y="1576"/>
                    <a:pt x="10587" y="1765"/>
                  </a:cubicBezTo>
                  <a:cubicBezTo>
                    <a:pt x="10587" y="1986"/>
                    <a:pt x="10429" y="2143"/>
                    <a:pt x="10240" y="2143"/>
                  </a:cubicBezTo>
                  <a:lnTo>
                    <a:pt x="9515" y="2143"/>
                  </a:lnTo>
                  <a:cubicBezTo>
                    <a:pt x="9326" y="2143"/>
                    <a:pt x="9169" y="1986"/>
                    <a:pt x="9169" y="1765"/>
                  </a:cubicBezTo>
                  <a:cubicBezTo>
                    <a:pt x="9169" y="1576"/>
                    <a:pt x="9326" y="1418"/>
                    <a:pt x="9515" y="1418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lnTo>
                    <a:pt x="1" y="2836"/>
                  </a:lnTo>
                  <a:lnTo>
                    <a:pt x="12004" y="2836"/>
                  </a:lnTo>
                  <a:lnTo>
                    <a:pt x="12004" y="1072"/>
                  </a:lnTo>
                  <a:cubicBezTo>
                    <a:pt x="12004" y="473"/>
                    <a:pt x="11532" y="1"/>
                    <a:pt x="10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85"/>
            <p:cNvSpPr/>
            <p:nvPr/>
          </p:nvSpPr>
          <p:spPr>
            <a:xfrm>
              <a:off x="-45673275" y="3675425"/>
              <a:ext cx="300100" cy="176450"/>
            </a:xfrm>
            <a:custGeom>
              <a:rect b="b" l="l" r="r" t="t"/>
              <a:pathLst>
                <a:path extrusionOk="0" h="7058" w="12004">
                  <a:moveTo>
                    <a:pt x="3852" y="1387"/>
                  </a:moveTo>
                  <a:cubicBezTo>
                    <a:pt x="3946" y="1387"/>
                    <a:pt x="4049" y="1418"/>
                    <a:pt x="4128" y="1481"/>
                  </a:cubicBezTo>
                  <a:cubicBezTo>
                    <a:pt x="4254" y="1607"/>
                    <a:pt x="4254" y="1828"/>
                    <a:pt x="4128" y="2017"/>
                  </a:cubicBezTo>
                  <a:lnTo>
                    <a:pt x="2993" y="3151"/>
                  </a:lnTo>
                  <a:lnTo>
                    <a:pt x="4128" y="4317"/>
                  </a:lnTo>
                  <a:cubicBezTo>
                    <a:pt x="4254" y="4443"/>
                    <a:pt x="4254" y="4695"/>
                    <a:pt x="4128" y="4852"/>
                  </a:cubicBezTo>
                  <a:cubicBezTo>
                    <a:pt x="4064" y="4900"/>
                    <a:pt x="3978" y="4923"/>
                    <a:pt x="3887" y="4923"/>
                  </a:cubicBezTo>
                  <a:cubicBezTo>
                    <a:pt x="3797" y="4923"/>
                    <a:pt x="3702" y="4900"/>
                    <a:pt x="3623" y="4852"/>
                  </a:cubicBezTo>
                  <a:lnTo>
                    <a:pt x="2206" y="3435"/>
                  </a:lnTo>
                  <a:cubicBezTo>
                    <a:pt x="2080" y="3309"/>
                    <a:pt x="2080" y="3057"/>
                    <a:pt x="2206" y="2899"/>
                  </a:cubicBezTo>
                  <a:lnTo>
                    <a:pt x="3623" y="1481"/>
                  </a:lnTo>
                  <a:cubicBezTo>
                    <a:pt x="3671" y="1418"/>
                    <a:pt x="3757" y="1387"/>
                    <a:pt x="3852" y="1387"/>
                  </a:cubicBezTo>
                  <a:close/>
                  <a:moveTo>
                    <a:pt x="8070" y="1450"/>
                  </a:moveTo>
                  <a:cubicBezTo>
                    <a:pt x="8168" y="1450"/>
                    <a:pt x="8270" y="1481"/>
                    <a:pt x="8349" y="1544"/>
                  </a:cubicBezTo>
                  <a:lnTo>
                    <a:pt x="9767" y="2962"/>
                  </a:lnTo>
                  <a:cubicBezTo>
                    <a:pt x="9861" y="3025"/>
                    <a:pt x="9861" y="3246"/>
                    <a:pt x="9767" y="3435"/>
                  </a:cubicBezTo>
                  <a:lnTo>
                    <a:pt x="8349" y="4852"/>
                  </a:lnTo>
                  <a:cubicBezTo>
                    <a:pt x="8286" y="4900"/>
                    <a:pt x="8192" y="4923"/>
                    <a:pt x="8093" y="4923"/>
                  </a:cubicBezTo>
                  <a:cubicBezTo>
                    <a:pt x="7995" y="4923"/>
                    <a:pt x="7892" y="4900"/>
                    <a:pt x="7814" y="4852"/>
                  </a:cubicBezTo>
                  <a:cubicBezTo>
                    <a:pt x="7719" y="4726"/>
                    <a:pt x="7719" y="4474"/>
                    <a:pt x="7814" y="4317"/>
                  </a:cubicBezTo>
                  <a:lnTo>
                    <a:pt x="8979" y="3183"/>
                  </a:lnTo>
                  <a:lnTo>
                    <a:pt x="7814" y="2049"/>
                  </a:lnTo>
                  <a:cubicBezTo>
                    <a:pt x="7719" y="1923"/>
                    <a:pt x="7719" y="1702"/>
                    <a:pt x="7814" y="1544"/>
                  </a:cubicBezTo>
                  <a:cubicBezTo>
                    <a:pt x="7877" y="1481"/>
                    <a:pt x="7971" y="1450"/>
                    <a:pt x="8070" y="1450"/>
                  </a:cubicBezTo>
                  <a:close/>
                  <a:moveTo>
                    <a:pt x="6704" y="737"/>
                  </a:moveTo>
                  <a:cubicBezTo>
                    <a:pt x="6738" y="737"/>
                    <a:pt x="6773" y="744"/>
                    <a:pt x="6805" y="757"/>
                  </a:cubicBezTo>
                  <a:cubicBezTo>
                    <a:pt x="6994" y="788"/>
                    <a:pt x="7089" y="977"/>
                    <a:pt x="7057" y="1166"/>
                  </a:cubicBezTo>
                  <a:lnTo>
                    <a:pt x="5608" y="5388"/>
                  </a:lnTo>
                  <a:cubicBezTo>
                    <a:pt x="5553" y="5553"/>
                    <a:pt x="5402" y="5646"/>
                    <a:pt x="5260" y="5646"/>
                  </a:cubicBezTo>
                  <a:cubicBezTo>
                    <a:pt x="5239" y="5646"/>
                    <a:pt x="5219" y="5644"/>
                    <a:pt x="5199" y="5640"/>
                  </a:cubicBezTo>
                  <a:cubicBezTo>
                    <a:pt x="4978" y="5546"/>
                    <a:pt x="4915" y="5357"/>
                    <a:pt x="4947" y="5199"/>
                  </a:cubicBezTo>
                  <a:lnTo>
                    <a:pt x="6364" y="977"/>
                  </a:lnTo>
                  <a:cubicBezTo>
                    <a:pt x="6439" y="828"/>
                    <a:pt x="6573" y="737"/>
                    <a:pt x="6704" y="737"/>
                  </a:cubicBezTo>
                  <a:close/>
                  <a:moveTo>
                    <a:pt x="0" y="1"/>
                  </a:moveTo>
                  <a:lnTo>
                    <a:pt x="0" y="5987"/>
                  </a:lnTo>
                  <a:cubicBezTo>
                    <a:pt x="0" y="6585"/>
                    <a:pt x="473" y="7058"/>
                    <a:pt x="1040" y="7058"/>
                  </a:cubicBezTo>
                  <a:lnTo>
                    <a:pt x="10933" y="7058"/>
                  </a:lnTo>
                  <a:cubicBezTo>
                    <a:pt x="11531" y="7058"/>
                    <a:pt x="12004" y="6585"/>
                    <a:pt x="12004" y="5987"/>
                  </a:cubicBezTo>
                  <a:lnTo>
                    <a:pt x="1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8" name="Google Shape;2218;p85"/>
          <p:cNvGrpSpPr/>
          <p:nvPr/>
        </p:nvGrpSpPr>
        <p:grpSpPr>
          <a:xfrm>
            <a:off x="2186872" y="3899628"/>
            <a:ext cx="356205" cy="356205"/>
            <a:chOff x="-44512325" y="3176075"/>
            <a:chExt cx="300900" cy="300900"/>
          </a:xfrm>
        </p:grpSpPr>
        <p:sp>
          <p:nvSpPr>
            <p:cNvPr id="2219" name="Google Shape;2219;p85"/>
            <p:cNvSpPr/>
            <p:nvPr/>
          </p:nvSpPr>
          <p:spPr>
            <a:xfrm>
              <a:off x="-44512325" y="3176075"/>
              <a:ext cx="300900" cy="300900"/>
            </a:xfrm>
            <a:custGeom>
              <a:rect b="b" l="l" r="r" t="t"/>
              <a:pathLst>
                <a:path extrusionOk="0" h="12036" w="12036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85"/>
            <p:cNvSpPr/>
            <p:nvPr/>
          </p:nvSpPr>
          <p:spPr>
            <a:xfrm>
              <a:off x="-44369750" y="3317850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85"/>
            <p:cNvSpPr/>
            <p:nvPr/>
          </p:nvSpPr>
          <p:spPr>
            <a:xfrm>
              <a:off x="-44411500" y="3275325"/>
              <a:ext cx="100825" cy="102400"/>
            </a:xfrm>
            <a:custGeom>
              <a:rect b="b" l="l" r="r" t="t"/>
              <a:pathLst>
                <a:path extrusionOk="0" h="4096" w="4033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2" name="Google Shape;2222;p85"/>
          <p:cNvGrpSpPr/>
          <p:nvPr/>
        </p:nvGrpSpPr>
        <p:grpSpPr>
          <a:xfrm>
            <a:off x="2691702" y="1844193"/>
            <a:ext cx="354341" cy="354341"/>
            <a:chOff x="-49027775" y="3183175"/>
            <a:chExt cx="299325" cy="299325"/>
          </a:xfrm>
        </p:grpSpPr>
        <p:sp>
          <p:nvSpPr>
            <p:cNvPr id="2223" name="Google Shape;2223;p85"/>
            <p:cNvSpPr/>
            <p:nvPr/>
          </p:nvSpPr>
          <p:spPr>
            <a:xfrm>
              <a:off x="-48870250" y="3183175"/>
              <a:ext cx="141800" cy="185900"/>
            </a:xfrm>
            <a:custGeom>
              <a:rect b="b" l="l" r="r" t="t"/>
              <a:pathLst>
                <a:path extrusionOk="0" h="7436" w="5672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85"/>
            <p:cNvSpPr/>
            <p:nvPr/>
          </p:nvSpPr>
          <p:spPr>
            <a:xfrm>
              <a:off x="-49027775" y="3183175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85"/>
            <p:cNvSpPr/>
            <p:nvPr/>
          </p:nvSpPr>
          <p:spPr>
            <a:xfrm>
              <a:off x="-49027775" y="3295800"/>
              <a:ext cx="141800" cy="186700"/>
            </a:xfrm>
            <a:custGeom>
              <a:rect b="b" l="l" r="r" t="t"/>
              <a:pathLst>
                <a:path extrusionOk="0" h="7468" w="5672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85"/>
            <p:cNvSpPr/>
            <p:nvPr/>
          </p:nvSpPr>
          <p:spPr>
            <a:xfrm>
              <a:off x="-48914350" y="3340700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7" name="Google Shape;2227;p85"/>
          <p:cNvGrpSpPr/>
          <p:nvPr/>
        </p:nvGrpSpPr>
        <p:grpSpPr>
          <a:xfrm>
            <a:off x="2689554" y="2403651"/>
            <a:ext cx="355258" cy="357152"/>
            <a:chOff x="-49027775" y="3550975"/>
            <a:chExt cx="300100" cy="301700"/>
          </a:xfrm>
        </p:grpSpPr>
        <p:sp>
          <p:nvSpPr>
            <p:cNvPr id="2228" name="Google Shape;2228;p85"/>
            <p:cNvSpPr/>
            <p:nvPr/>
          </p:nvSpPr>
          <p:spPr>
            <a:xfrm>
              <a:off x="-48941125" y="3613200"/>
              <a:ext cx="74050" cy="26825"/>
            </a:xfrm>
            <a:custGeom>
              <a:rect b="b" l="l" r="r" t="t"/>
              <a:pathLst>
                <a:path extrusionOk="0" h="1073" w="2962">
                  <a:moveTo>
                    <a:pt x="1260" y="1"/>
                  </a:moveTo>
                  <a:lnTo>
                    <a:pt x="0" y="1072"/>
                  </a:lnTo>
                  <a:lnTo>
                    <a:pt x="1702" y="107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85"/>
            <p:cNvSpPr/>
            <p:nvPr/>
          </p:nvSpPr>
          <p:spPr>
            <a:xfrm>
              <a:off x="-48871025" y="3613200"/>
              <a:ext cx="73275" cy="26825"/>
            </a:xfrm>
            <a:custGeom>
              <a:rect b="b" l="l" r="r" t="t"/>
              <a:pathLst>
                <a:path extrusionOk="0" h="1073" w="2931">
                  <a:moveTo>
                    <a:pt x="1260" y="1"/>
                  </a:moveTo>
                  <a:lnTo>
                    <a:pt x="0" y="1072"/>
                  </a:lnTo>
                  <a:lnTo>
                    <a:pt x="1670" y="1072"/>
                  </a:lnTo>
                  <a:lnTo>
                    <a:pt x="29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85"/>
            <p:cNvSpPr/>
            <p:nvPr/>
          </p:nvSpPr>
          <p:spPr>
            <a:xfrm>
              <a:off x="-48893075" y="3552550"/>
              <a:ext cx="95325" cy="43350"/>
            </a:xfrm>
            <a:custGeom>
              <a:rect b="b" l="l" r="r" t="t"/>
              <a:pathLst>
                <a:path extrusionOk="0" h="1734" w="3813">
                  <a:moveTo>
                    <a:pt x="0" y="1"/>
                  </a:moveTo>
                  <a:lnTo>
                    <a:pt x="2142" y="1734"/>
                  </a:lnTo>
                  <a:lnTo>
                    <a:pt x="3812" y="1734"/>
                  </a:lnTo>
                  <a:lnTo>
                    <a:pt x="1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85"/>
            <p:cNvSpPr/>
            <p:nvPr/>
          </p:nvSpPr>
          <p:spPr>
            <a:xfrm>
              <a:off x="-49027775" y="3550975"/>
              <a:ext cx="100050" cy="87475"/>
            </a:xfrm>
            <a:custGeom>
              <a:rect b="b" l="l" r="r" t="t"/>
              <a:pathLst>
                <a:path extrusionOk="0" h="3499" w="4002">
                  <a:moveTo>
                    <a:pt x="2112" y="1797"/>
                  </a:moveTo>
                  <a:cubicBezTo>
                    <a:pt x="2332" y="1797"/>
                    <a:pt x="2490" y="1923"/>
                    <a:pt x="2490" y="2143"/>
                  </a:cubicBezTo>
                  <a:cubicBezTo>
                    <a:pt x="2490" y="2332"/>
                    <a:pt x="2332" y="2490"/>
                    <a:pt x="2112" y="2490"/>
                  </a:cubicBezTo>
                  <a:cubicBezTo>
                    <a:pt x="1923" y="2490"/>
                    <a:pt x="1765" y="2332"/>
                    <a:pt x="1765" y="2143"/>
                  </a:cubicBezTo>
                  <a:cubicBezTo>
                    <a:pt x="1765" y="1923"/>
                    <a:pt x="1923" y="1797"/>
                    <a:pt x="2112" y="1797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3498"/>
                  </a:lnTo>
                  <a:lnTo>
                    <a:pt x="2364" y="3498"/>
                  </a:lnTo>
                  <a:lnTo>
                    <a:pt x="4002" y="2143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85"/>
            <p:cNvSpPr/>
            <p:nvPr/>
          </p:nvSpPr>
          <p:spPr>
            <a:xfrm>
              <a:off x="-48962400" y="3552550"/>
              <a:ext cx="95325" cy="43350"/>
            </a:xfrm>
            <a:custGeom>
              <a:rect b="b" l="l" r="r" t="t"/>
              <a:pathLst>
                <a:path extrusionOk="0" h="1734" w="3813">
                  <a:moveTo>
                    <a:pt x="1" y="1"/>
                  </a:moveTo>
                  <a:lnTo>
                    <a:pt x="2111" y="1734"/>
                  </a:lnTo>
                  <a:lnTo>
                    <a:pt x="3813" y="1734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85"/>
            <p:cNvSpPr/>
            <p:nvPr/>
          </p:nvSpPr>
          <p:spPr>
            <a:xfrm>
              <a:off x="-49027775" y="3657325"/>
              <a:ext cx="300100" cy="195350"/>
            </a:xfrm>
            <a:custGeom>
              <a:rect b="b" l="l" r="r" t="t"/>
              <a:pathLst>
                <a:path extrusionOk="0" h="7814" w="12004">
                  <a:moveTo>
                    <a:pt x="5987" y="410"/>
                  </a:moveTo>
                  <a:cubicBezTo>
                    <a:pt x="7719" y="410"/>
                    <a:pt x="9137" y="1827"/>
                    <a:pt x="9137" y="3560"/>
                  </a:cubicBezTo>
                  <a:cubicBezTo>
                    <a:pt x="9137" y="5293"/>
                    <a:pt x="7719" y="6711"/>
                    <a:pt x="5987" y="6711"/>
                  </a:cubicBezTo>
                  <a:cubicBezTo>
                    <a:pt x="4254" y="6711"/>
                    <a:pt x="2836" y="5293"/>
                    <a:pt x="2836" y="3560"/>
                  </a:cubicBezTo>
                  <a:cubicBezTo>
                    <a:pt x="2836" y="1827"/>
                    <a:pt x="4254" y="410"/>
                    <a:pt x="5987" y="410"/>
                  </a:cubicBezTo>
                  <a:close/>
                  <a:moveTo>
                    <a:pt x="1" y="0"/>
                  </a:moveTo>
                  <a:lnTo>
                    <a:pt x="1" y="6742"/>
                  </a:lnTo>
                  <a:cubicBezTo>
                    <a:pt x="1" y="7341"/>
                    <a:pt x="473" y="7813"/>
                    <a:pt x="1072" y="7813"/>
                  </a:cubicBezTo>
                  <a:lnTo>
                    <a:pt x="10933" y="7813"/>
                  </a:lnTo>
                  <a:cubicBezTo>
                    <a:pt x="11532" y="7813"/>
                    <a:pt x="12004" y="7341"/>
                    <a:pt x="12004" y="6742"/>
                  </a:cubicBezTo>
                  <a:lnTo>
                    <a:pt x="12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85"/>
            <p:cNvSpPr/>
            <p:nvPr/>
          </p:nvSpPr>
          <p:spPr>
            <a:xfrm>
              <a:off x="-48886775" y="3726625"/>
              <a:ext cx="28375" cy="37050"/>
            </a:xfrm>
            <a:custGeom>
              <a:rect b="b" l="l" r="r" t="t"/>
              <a:pathLst>
                <a:path extrusionOk="0" h="1482" w="1135">
                  <a:moveTo>
                    <a:pt x="0" y="1"/>
                  </a:moveTo>
                  <a:lnTo>
                    <a:pt x="0" y="1481"/>
                  </a:lnTo>
                  <a:lnTo>
                    <a:pt x="1134" y="7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85"/>
            <p:cNvSpPr/>
            <p:nvPr/>
          </p:nvSpPr>
          <p:spPr>
            <a:xfrm>
              <a:off x="-48822975" y="3550975"/>
              <a:ext cx="94525" cy="44925"/>
            </a:xfrm>
            <a:custGeom>
              <a:rect b="b" l="l" r="r" t="t"/>
              <a:pathLst>
                <a:path extrusionOk="0" h="1797" w="3781">
                  <a:moveTo>
                    <a:pt x="0" y="1"/>
                  </a:moveTo>
                  <a:lnTo>
                    <a:pt x="2111" y="1797"/>
                  </a:lnTo>
                  <a:lnTo>
                    <a:pt x="3781" y="1797"/>
                  </a:lnTo>
                  <a:lnTo>
                    <a:pt x="3781" y="1072"/>
                  </a:lnTo>
                  <a:cubicBezTo>
                    <a:pt x="3781" y="474"/>
                    <a:pt x="3308" y="1"/>
                    <a:pt x="2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85"/>
            <p:cNvSpPr/>
            <p:nvPr/>
          </p:nvSpPr>
          <p:spPr>
            <a:xfrm>
              <a:off x="-48939550" y="3684100"/>
              <a:ext cx="122100" cy="122100"/>
            </a:xfrm>
            <a:custGeom>
              <a:rect b="b" l="l" r="r" t="t"/>
              <a:pathLst>
                <a:path extrusionOk="0" h="4884" w="4884">
                  <a:moveTo>
                    <a:pt x="1741" y="757"/>
                  </a:moveTo>
                  <a:cubicBezTo>
                    <a:pt x="1812" y="757"/>
                    <a:pt x="1885" y="777"/>
                    <a:pt x="1954" y="819"/>
                  </a:cubicBezTo>
                  <a:lnTo>
                    <a:pt x="4064" y="2237"/>
                  </a:lnTo>
                  <a:cubicBezTo>
                    <a:pt x="4253" y="2300"/>
                    <a:pt x="4253" y="2615"/>
                    <a:pt x="4064" y="2773"/>
                  </a:cubicBezTo>
                  <a:lnTo>
                    <a:pt x="1954" y="4190"/>
                  </a:lnTo>
                  <a:cubicBezTo>
                    <a:pt x="1885" y="4233"/>
                    <a:pt x="1812" y="4253"/>
                    <a:pt x="1741" y="4253"/>
                  </a:cubicBezTo>
                  <a:cubicBezTo>
                    <a:pt x="1553" y="4253"/>
                    <a:pt x="1387" y="4113"/>
                    <a:pt x="1387" y="3907"/>
                  </a:cubicBezTo>
                  <a:lnTo>
                    <a:pt x="1387" y="1103"/>
                  </a:lnTo>
                  <a:cubicBezTo>
                    <a:pt x="1387" y="897"/>
                    <a:pt x="1553" y="757"/>
                    <a:pt x="1741" y="757"/>
                  </a:cubicBezTo>
                  <a:close/>
                  <a:moveTo>
                    <a:pt x="2458" y="0"/>
                  </a:moveTo>
                  <a:cubicBezTo>
                    <a:pt x="1103" y="0"/>
                    <a:pt x="0" y="1103"/>
                    <a:pt x="0" y="2458"/>
                  </a:cubicBezTo>
                  <a:cubicBezTo>
                    <a:pt x="0" y="3781"/>
                    <a:pt x="1103" y="4884"/>
                    <a:pt x="2458" y="4884"/>
                  </a:cubicBezTo>
                  <a:cubicBezTo>
                    <a:pt x="3781" y="4884"/>
                    <a:pt x="4884" y="3781"/>
                    <a:pt x="4884" y="2458"/>
                  </a:cubicBezTo>
                  <a:cubicBezTo>
                    <a:pt x="4884" y="1103"/>
                    <a:pt x="3812" y="0"/>
                    <a:pt x="2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85"/>
            <p:cNvSpPr/>
            <p:nvPr/>
          </p:nvSpPr>
          <p:spPr>
            <a:xfrm>
              <a:off x="-48801725" y="3613200"/>
              <a:ext cx="73275" cy="26825"/>
            </a:xfrm>
            <a:custGeom>
              <a:rect b="b" l="l" r="r" t="t"/>
              <a:pathLst>
                <a:path extrusionOk="0" h="1073" w="2931">
                  <a:moveTo>
                    <a:pt x="1261" y="1"/>
                  </a:moveTo>
                  <a:lnTo>
                    <a:pt x="1" y="1072"/>
                  </a:lnTo>
                  <a:lnTo>
                    <a:pt x="2931" y="1072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8" name="Google Shape;2238;p85"/>
          <p:cNvGrpSpPr/>
          <p:nvPr/>
        </p:nvGrpSpPr>
        <p:grpSpPr>
          <a:xfrm>
            <a:off x="7311215" y="2404460"/>
            <a:ext cx="359106" cy="355525"/>
            <a:chOff x="-49031025" y="3920175"/>
            <a:chExt cx="303350" cy="300325"/>
          </a:xfrm>
        </p:grpSpPr>
        <p:sp>
          <p:nvSpPr>
            <p:cNvPr id="2239" name="Google Shape;2239;p85"/>
            <p:cNvSpPr/>
            <p:nvPr/>
          </p:nvSpPr>
          <p:spPr>
            <a:xfrm>
              <a:off x="-49031025" y="4131875"/>
              <a:ext cx="109600" cy="88625"/>
            </a:xfrm>
            <a:custGeom>
              <a:rect b="b" l="l" r="r" t="t"/>
              <a:pathLst>
                <a:path extrusionOk="0" h="3545" w="4384">
                  <a:moveTo>
                    <a:pt x="472" y="1"/>
                  </a:moveTo>
                  <a:cubicBezTo>
                    <a:pt x="202" y="1"/>
                    <a:pt x="0" y="326"/>
                    <a:pt x="225" y="551"/>
                  </a:cubicBezTo>
                  <a:lnTo>
                    <a:pt x="2336" y="3387"/>
                  </a:lnTo>
                  <a:cubicBezTo>
                    <a:pt x="2399" y="3481"/>
                    <a:pt x="2494" y="3544"/>
                    <a:pt x="2620" y="3544"/>
                  </a:cubicBezTo>
                  <a:lnTo>
                    <a:pt x="4384" y="3544"/>
                  </a:lnTo>
                  <a:lnTo>
                    <a:pt x="2620" y="583"/>
                  </a:lnTo>
                  <a:lnTo>
                    <a:pt x="572" y="16"/>
                  </a:lnTo>
                  <a:cubicBezTo>
                    <a:pt x="538" y="5"/>
                    <a:pt x="505" y="1"/>
                    <a:pt x="4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85"/>
            <p:cNvSpPr/>
            <p:nvPr/>
          </p:nvSpPr>
          <p:spPr>
            <a:xfrm>
              <a:off x="-48921450" y="3920175"/>
              <a:ext cx="79575" cy="130975"/>
            </a:xfrm>
            <a:custGeom>
              <a:rect b="b" l="l" r="r" t="t"/>
              <a:pathLst>
                <a:path extrusionOk="0" h="5239" w="3183">
                  <a:moveTo>
                    <a:pt x="302" y="1"/>
                  </a:moveTo>
                  <a:cubicBezTo>
                    <a:pt x="275" y="1"/>
                    <a:pt x="248" y="3"/>
                    <a:pt x="221" y="9"/>
                  </a:cubicBezTo>
                  <a:cubicBezTo>
                    <a:pt x="64" y="40"/>
                    <a:pt x="1" y="198"/>
                    <a:pt x="1" y="355"/>
                  </a:cubicBezTo>
                  <a:lnTo>
                    <a:pt x="64" y="1269"/>
                  </a:lnTo>
                  <a:lnTo>
                    <a:pt x="2584" y="5239"/>
                  </a:lnTo>
                  <a:lnTo>
                    <a:pt x="3183" y="4199"/>
                  </a:lnTo>
                  <a:lnTo>
                    <a:pt x="631" y="166"/>
                  </a:lnTo>
                  <a:cubicBezTo>
                    <a:pt x="553" y="62"/>
                    <a:pt x="431" y="1"/>
                    <a:pt x="3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85"/>
            <p:cNvSpPr/>
            <p:nvPr/>
          </p:nvSpPr>
          <p:spPr>
            <a:xfrm>
              <a:off x="-48842675" y="4008100"/>
              <a:ext cx="115000" cy="53300"/>
            </a:xfrm>
            <a:custGeom>
              <a:rect b="b" l="l" r="r" t="t"/>
              <a:pathLst>
                <a:path extrusionOk="0" h="2132" w="4600">
                  <a:moveTo>
                    <a:pt x="1359" y="0"/>
                  </a:moveTo>
                  <a:cubicBezTo>
                    <a:pt x="1245" y="0"/>
                    <a:pt x="1132" y="57"/>
                    <a:pt x="1072" y="178"/>
                  </a:cubicBezTo>
                  <a:lnTo>
                    <a:pt x="0" y="2131"/>
                  </a:lnTo>
                  <a:lnTo>
                    <a:pt x="4191" y="2131"/>
                  </a:lnTo>
                  <a:cubicBezTo>
                    <a:pt x="4317" y="2131"/>
                    <a:pt x="4506" y="2005"/>
                    <a:pt x="4537" y="1848"/>
                  </a:cubicBezTo>
                  <a:cubicBezTo>
                    <a:pt x="4600" y="1690"/>
                    <a:pt x="4537" y="1533"/>
                    <a:pt x="4380" y="1469"/>
                  </a:cubicBezTo>
                  <a:lnTo>
                    <a:pt x="1544" y="52"/>
                  </a:lnTo>
                  <a:cubicBezTo>
                    <a:pt x="1488" y="18"/>
                    <a:pt x="1423" y="0"/>
                    <a:pt x="13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85"/>
            <p:cNvSpPr/>
            <p:nvPr/>
          </p:nvSpPr>
          <p:spPr>
            <a:xfrm>
              <a:off x="-48838750" y="4078700"/>
              <a:ext cx="51225" cy="66975"/>
            </a:xfrm>
            <a:custGeom>
              <a:rect b="b" l="l" r="r" t="t"/>
              <a:pathLst>
                <a:path extrusionOk="0" h="2679" w="2049">
                  <a:moveTo>
                    <a:pt x="1" y="0"/>
                  </a:moveTo>
                  <a:lnTo>
                    <a:pt x="1734" y="2678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85"/>
            <p:cNvSpPr/>
            <p:nvPr/>
          </p:nvSpPr>
          <p:spPr>
            <a:xfrm>
              <a:off x="-48975000" y="3920575"/>
              <a:ext cx="173300" cy="248725"/>
            </a:xfrm>
            <a:custGeom>
              <a:rect b="b" l="l" r="r" t="t"/>
              <a:pathLst>
                <a:path extrusionOk="0" h="9949" w="6932">
                  <a:moveTo>
                    <a:pt x="374" y="0"/>
                  </a:moveTo>
                  <a:cubicBezTo>
                    <a:pt x="334" y="0"/>
                    <a:pt x="293" y="8"/>
                    <a:pt x="253" y="24"/>
                  </a:cubicBezTo>
                  <a:cubicBezTo>
                    <a:pt x="95" y="87"/>
                    <a:pt x="1" y="245"/>
                    <a:pt x="1" y="402"/>
                  </a:cubicBezTo>
                  <a:lnTo>
                    <a:pt x="694" y="7585"/>
                  </a:lnTo>
                  <a:lnTo>
                    <a:pt x="6932" y="9948"/>
                  </a:lnTo>
                  <a:lnTo>
                    <a:pt x="694" y="182"/>
                  </a:lnTo>
                  <a:cubicBezTo>
                    <a:pt x="600" y="65"/>
                    <a:pt x="489" y="0"/>
                    <a:pt x="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85"/>
            <p:cNvSpPr/>
            <p:nvPr/>
          </p:nvSpPr>
          <p:spPr>
            <a:xfrm>
              <a:off x="-48955300" y="4129900"/>
              <a:ext cx="151250" cy="89800"/>
            </a:xfrm>
            <a:custGeom>
              <a:rect b="b" l="l" r="r" t="t"/>
              <a:pathLst>
                <a:path extrusionOk="0" h="3592" w="6050">
                  <a:moveTo>
                    <a:pt x="0" y="0"/>
                  </a:moveTo>
                  <a:lnTo>
                    <a:pt x="2174" y="3592"/>
                  </a:lnTo>
                  <a:lnTo>
                    <a:pt x="5167" y="3592"/>
                  </a:lnTo>
                  <a:cubicBezTo>
                    <a:pt x="5293" y="3592"/>
                    <a:pt x="5419" y="3529"/>
                    <a:pt x="5482" y="3403"/>
                  </a:cubicBezTo>
                  <a:lnTo>
                    <a:pt x="6049" y="2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5" name="Google Shape;2245;p85"/>
          <p:cNvGrpSpPr/>
          <p:nvPr/>
        </p:nvGrpSpPr>
        <p:grpSpPr>
          <a:xfrm>
            <a:off x="1150912" y="3440316"/>
            <a:ext cx="356176" cy="354341"/>
            <a:chOff x="-47155575" y="3200500"/>
            <a:chExt cx="300875" cy="299325"/>
          </a:xfrm>
        </p:grpSpPr>
        <p:sp>
          <p:nvSpPr>
            <p:cNvPr id="2246" name="Google Shape;2246;p85"/>
            <p:cNvSpPr/>
            <p:nvPr/>
          </p:nvSpPr>
          <p:spPr>
            <a:xfrm>
              <a:off x="-46943725" y="3206000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85"/>
            <p:cNvSpPr/>
            <p:nvPr/>
          </p:nvSpPr>
          <p:spPr>
            <a:xfrm>
              <a:off x="-47118575" y="3200500"/>
              <a:ext cx="228450" cy="89025"/>
            </a:xfrm>
            <a:custGeom>
              <a:rect b="b" l="l" r="r" t="t"/>
              <a:pathLst>
                <a:path extrusionOk="0" h="3561" w="9138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2143"/>
                  </a:lnTo>
                  <a:lnTo>
                    <a:pt x="2017" y="2143"/>
                  </a:lnTo>
                  <a:cubicBezTo>
                    <a:pt x="2679" y="2143"/>
                    <a:pt x="3246" y="2489"/>
                    <a:pt x="3561" y="3119"/>
                  </a:cubicBezTo>
                  <a:lnTo>
                    <a:pt x="3813" y="3560"/>
                  </a:lnTo>
                  <a:lnTo>
                    <a:pt x="9137" y="3560"/>
                  </a:lnTo>
                  <a:lnTo>
                    <a:pt x="9137" y="2836"/>
                  </a:lnTo>
                  <a:lnTo>
                    <a:pt x="6680" y="2836"/>
                  </a:lnTo>
                  <a:cubicBezTo>
                    <a:pt x="6491" y="2836"/>
                    <a:pt x="6333" y="2678"/>
                    <a:pt x="6333" y="2489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85"/>
            <p:cNvSpPr/>
            <p:nvPr/>
          </p:nvSpPr>
          <p:spPr>
            <a:xfrm>
              <a:off x="-47013825" y="3395050"/>
              <a:ext cx="15775" cy="15775"/>
            </a:xfrm>
            <a:custGeom>
              <a:rect b="b" l="l" r="r" t="t"/>
              <a:pathLst>
                <a:path extrusionOk="0" h="631" w="631">
                  <a:moveTo>
                    <a:pt x="1" y="0"/>
                  </a:moveTo>
                  <a:lnTo>
                    <a:pt x="1" y="630"/>
                  </a:lnTo>
                  <a:cubicBezTo>
                    <a:pt x="284" y="504"/>
                    <a:pt x="536" y="252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85"/>
            <p:cNvSpPr/>
            <p:nvPr/>
          </p:nvSpPr>
          <p:spPr>
            <a:xfrm>
              <a:off x="-47049250" y="335960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13"/>
                    <a:pt x="284" y="1891"/>
                    <a:pt x="725" y="2048"/>
                  </a:cubicBezTo>
                  <a:lnTo>
                    <a:pt x="725" y="1040"/>
                  </a:lnTo>
                  <a:cubicBezTo>
                    <a:pt x="725" y="851"/>
                    <a:pt x="882" y="693"/>
                    <a:pt x="1071" y="693"/>
                  </a:cubicBezTo>
                  <a:lnTo>
                    <a:pt x="2048" y="693"/>
                  </a:lnTo>
                  <a:cubicBezTo>
                    <a:pt x="1890" y="252"/>
                    <a:pt x="151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85"/>
            <p:cNvSpPr/>
            <p:nvPr/>
          </p:nvSpPr>
          <p:spPr>
            <a:xfrm>
              <a:off x="-47013025" y="3393475"/>
              <a:ext cx="52800" cy="53575"/>
            </a:xfrm>
            <a:custGeom>
              <a:rect b="b" l="l" r="r" t="t"/>
              <a:pathLst>
                <a:path extrusionOk="0" h="2143" w="2112">
                  <a:moveTo>
                    <a:pt x="1355" y="0"/>
                  </a:moveTo>
                  <a:cubicBezTo>
                    <a:pt x="1198" y="725"/>
                    <a:pt x="662" y="1260"/>
                    <a:pt x="0" y="1386"/>
                  </a:cubicBezTo>
                  <a:lnTo>
                    <a:pt x="0" y="2142"/>
                  </a:lnTo>
                  <a:lnTo>
                    <a:pt x="2111" y="2142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85"/>
            <p:cNvSpPr/>
            <p:nvPr/>
          </p:nvSpPr>
          <p:spPr>
            <a:xfrm>
              <a:off x="-47155575" y="3270600"/>
              <a:ext cx="300875" cy="229225"/>
            </a:xfrm>
            <a:custGeom>
              <a:rect b="b" l="l" r="r" t="t"/>
              <a:pathLst>
                <a:path extrusionOk="0" h="9169" w="12035">
                  <a:moveTo>
                    <a:pt x="5324" y="2804"/>
                  </a:moveTo>
                  <a:cubicBezTo>
                    <a:pt x="6206" y="2804"/>
                    <a:pt x="6900" y="3403"/>
                    <a:pt x="7057" y="4222"/>
                  </a:cubicBezTo>
                  <a:lnTo>
                    <a:pt x="8160" y="4222"/>
                  </a:lnTo>
                  <a:cubicBezTo>
                    <a:pt x="8349" y="4222"/>
                    <a:pt x="8506" y="4379"/>
                    <a:pt x="8506" y="4568"/>
                  </a:cubicBezTo>
                  <a:lnTo>
                    <a:pt x="8506" y="7404"/>
                  </a:lnTo>
                  <a:lnTo>
                    <a:pt x="8475" y="7404"/>
                  </a:lnTo>
                  <a:cubicBezTo>
                    <a:pt x="8475" y="7593"/>
                    <a:pt x="8317" y="7750"/>
                    <a:pt x="8128" y="7750"/>
                  </a:cubicBezTo>
                  <a:lnTo>
                    <a:pt x="5324" y="7750"/>
                  </a:lnTo>
                  <a:cubicBezTo>
                    <a:pt x="5135" y="7750"/>
                    <a:pt x="4978" y="7593"/>
                    <a:pt x="4978" y="7404"/>
                  </a:cubicBezTo>
                  <a:lnTo>
                    <a:pt x="4978" y="6301"/>
                  </a:lnTo>
                  <a:cubicBezTo>
                    <a:pt x="4190" y="6144"/>
                    <a:pt x="3560" y="5451"/>
                    <a:pt x="3560" y="4568"/>
                  </a:cubicBezTo>
                  <a:cubicBezTo>
                    <a:pt x="3560" y="3592"/>
                    <a:pt x="4348" y="2804"/>
                    <a:pt x="5324" y="2804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8097"/>
                  </a:lnTo>
                  <a:cubicBezTo>
                    <a:pt x="0" y="8696"/>
                    <a:pt x="473" y="9168"/>
                    <a:pt x="1071" y="9168"/>
                  </a:cubicBezTo>
                  <a:lnTo>
                    <a:pt x="10964" y="9168"/>
                  </a:lnTo>
                  <a:cubicBezTo>
                    <a:pt x="11562" y="9168"/>
                    <a:pt x="12035" y="8696"/>
                    <a:pt x="12035" y="8097"/>
                  </a:cubicBezTo>
                  <a:lnTo>
                    <a:pt x="12035" y="2489"/>
                  </a:lnTo>
                  <a:cubicBezTo>
                    <a:pt x="12035" y="1891"/>
                    <a:pt x="11562" y="1418"/>
                    <a:pt x="10964" y="1418"/>
                  </a:cubicBezTo>
                  <a:lnTo>
                    <a:pt x="4820" y="1418"/>
                  </a:lnTo>
                  <a:lnTo>
                    <a:pt x="4411" y="599"/>
                  </a:lnTo>
                  <a:cubicBezTo>
                    <a:pt x="4222" y="252"/>
                    <a:pt x="3875" y="0"/>
                    <a:pt x="3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2" name="Google Shape;2252;p85"/>
          <p:cNvGrpSpPr/>
          <p:nvPr/>
        </p:nvGrpSpPr>
        <p:grpSpPr>
          <a:xfrm>
            <a:off x="1151432" y="3900106"/>
            <a:ext cx="355258" cy="355258"/>
            <a:chOff x="-47154800" y="3569100"/>
            <a:chExt cx="300100" cy="300100"/>
          </a:xfrm>
        </p:grpSpPr>
        <p:sp>
          <p:nvSpPr>
            <p:cNvPr id="2253" name="Google Shape;2253;p85"/>
            <p:cNvSpPr/>
            <p:nvPr/>
          </p:nvSpPr>
          <p:spPr>
            <a:xfrm>
              <a:off x="-46994900" y="3728200"/>
              <a:ext cx="140200" cy="141000"/>
            </a:xfrm>
            <a:custGeom>
              <a:rect b="b" l="l" r="r" t="t"/>
              <a:pathLst>
                <a:path extrusionOk="0" h="5640" w="5608">
                  <a:moveTo>
                    <a:pt x="2772" y="1733"/>
                  </a:moveTo>
                  <a:cubicBezTo>
                    <a:pt x="2961" y="1733"/>
                    <a:pt x="3119" y="1891"/>
                    <a:pt x="3119" y="2111"/>
                  </a:cubicBezTo>
                  <a:lnTo>
                    <a:pt x="3119" y="2458"/>
                  </a:lnTo>
                  <a:lnTo>
                    <a:pt x="3466" y="2458"/>
                  </a:lnTo>
                  <a:cubicBezTo>
                    <a:pt x="3655" y="2458"/>
                    <a:pt x="3812" y="2615"/>
                    <a:pt x="3812" y="2804"/>
                  </a:cubicBezTo>
                  <a:cubicBezTo>
                    <a:pt x="3812" y="2994"/>
                    <a:pt x="3655" y="3151"/>
                    <a:pt x="3466" y="3151"/>
                  </a:cubicBezTo>
                  <a:lnTo>
                    <a:pt x="2772" y="3151"/>
                  </a:lnTo>
                  <a:cubicBezTo>
                    <a:pt x="2552" y="3151"/>
                    <a:pt x="2426" y="2994"/>
                    <a:pt x="2426" y="2804"/>
                  </a:cubicBezTo>
                  <a:lnTo>
                    <a:pt x="2426" y="2111"/>
                  </a:lnTo>
                  <a:cubicBezTo>
                    <a:pt x="2426" y="1891"/>
                    <a:pt x="2552" y="1733"/>
                    <a:pt x="2772" y="1733"/>
                  </a:cubicBezTo>
                  <a:close/>
                  <a:moveTo>
                    <a:pt x="2457" y="1"/>
                  </a:moveTo>
                  <a:cubicBezTo>
                    <a:pt x="1197" y="158"/>
                    <a:pt x="221" y="1166"/>
                    <a:pt x="0" y="2458"/>
                  </a:cubicBezTo>
                  <a:lnTo>
                    <a:pt x="693" y="2458"/>
                  </a:lnTo>
                  <a:cubicBezTo>
                    <a:pt x="882" y="2458"/>
                    <a:pt x="1040" y="2615"/>
                    <a:pt x="1040" y="2804"/>
                  </a:cubicBezTo>
                  <a:cubicBezTo>
                    <a:pt x="1040" y="2994"/>
                    <a:pt x="882" y="3151"/>
                    <a:pt x="693" y="3151"/>
                  </a:cubicBezTo>
                  <a:lnTo>
                    <a:pt x="0" y="3151"/>
                  </a:lnTo>
                  <a:cubicBezTo>
                    <a:pt x="158" y="4411"/>
                    <a:pt x="1166" y="5451"/>
                    <a:pt x="2457" y="5608"/>
                  </a:cubicBezTo>
                  <a:lnTo>
                    <a:pt x="2457" y="4947"/>
                  </a:lnTo>
                  <a:cubicBezTo>
                    <a:pt x="2457" y="4726"/>
                    <a:pt x="2615" y="4569"/>
                    <a:pt x="2804" y="4569"/>
                  </a:cubicBezTo>
                  <a:cubicBezTo>
                    <a:pt x="2993" y="4569"/>
                    <a:pt x="3151" y="4726"/>
                    <a:pt x="3151" y="4947"/>
                  </a:cubicBezTo>
                  <a:lnTo>
                    <a:pt x="3151" y="5640"/>
                  </a:lnTo>
                  <a:cubicBezTo>
                    <a:pt x="4411" y="5482"/>
                    <a:pt x="5450" y="4474"/>
                    <a:pt x="5608" y="3214"/>
                  </a:cubicBezTo>
                  <a:lnTo>
                    <a:pt x="4883" y="3214"/>
                  </a:lnTo>
                  <a:cubicBezTo>
                    <a:pt x="4694" y="3151"/>
                    <a:pt x="4537" y="2994"/>
                    <a:pt x="4537" y="2804"/>
                  </a:cubicBezTo>
                  <a:cubicBezTo>
                    <a:pt x="4537" y="2615"/>
                    <a:pt x="4694" y="2458"/>
                    <a:pt x="4883" y="2458"/>
                  </a:cubicBezTo>
                  <a:lnTo>
                    <a:pt x="5608" y="2458"/>
                  </a:lnTo>
                  <a:cubicBezTo>
                    <a:pt x="5450" y="1198"/>
                    <a:pt x="4411" y="221"/>
                    <a:pt x="3151" y="1"/>
                  </a:cubicBezTo>
                  <a:lnTo>
                    <a:pt x="3151" y="694"/>
                  </a:lnTo>
                  <a:cubicBezTo>
                    <a:pt x="3151" y="883"/>
                    <a:pt x="2993" y="1040"/>
                    <a:pt x="2804" y="1040"/>
                  </a:cubicBezTo>
                  <a:cubicBezTo>
                    <a:pt x="2615" y="1040"/>
                    <a:pt x="2457" y="883"/>
                    <a:pt x="2457" y="694"/>
                  </a:cubicBezTo>
                  <a:lnTo>
                    <a:pt x="2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85"/>
            <p:cNvSpPr/>
            <p:nvPr/>
          </p:nvSpPr>
          <p:spPr>
            <a:xfrm>
              <a:off x="-46978375" y="3574625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0"/>
                  </a:lnTo>
                  <a:lnTo>
                    <a:pt x="1891" y="18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85"/>
            <p:cNvSpPr/>
            <p:nvPr/>
          </p:nvSpPr>
          <p:spPr>
            <a:xfrm>
              <a:off x="-47075250" y="3665200"/>
              <a:ext cx="15775" cy="15775"/>
            </a:xfrm>
            <a:custGeom>
              <a:rect b="b" l="l" r="r" t="t"/>
              <a:pathLst>
                <a:path extrusionOk="0" h="631" w="631">
                  <a:moveTo>
                    <a:pt x="1" y="0"/>
                  </a:moveTo>
                  <a:lnTo>
                    <a:pt x="1" y="630"/>
                  </a:lnTo>
                  <a:cubicBezTo>
                    <a:pt x="316" y="536"/>
                    <a:pt x="505" y="284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85"/>
            <p:cNvSpPr/>
            <p:nvPr/>
          </p:nvSpPr>
          <p:spPr>
            <a:xfrm>
              <a:off x="-47110700" y="363132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40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481"/>
                    <a:pt x="253" y="1859"/>
                    <a:pt x="694" y="2048"/>
                  </a:cubicBezTo>
                  <a:lnTo>
                    <a:pt x="694" y="1040"/>
                  </a:lnTo>
                  <a:cubicBezTo>
                    <a:pt x="694" y="851"/>
                    <a:pt x="851" y="694"/>
                    <a:pt x="1040" y="694"/>
                  </a:cubicBezTo>
                  <a:lnTo>
                    <a:pt x="2049" y="694"/>
                  </a:lnTo>
                  <a:cubicBezTo>
                    <a:pt x="1891" y="316"/>
                    <a:pt x="1482" y="0"/>
                    <a:pt x="10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85"/>
            <p:cNvSpPr/>
            <p:nvPr/>
          </p:nvSpPr>
          <p:spPr>
            <a:xfrm>
              <a:off x="-47075250" y="3665200"/>
              <a:ext cx="53575" cy="54350"/>
            </a:xfrm>
            <a:custGeom>
              <a:rect b="b" l="l" r="r" t="t"/>
              <a:pathLst>
                <a:path extrusionOk="0" h="2174" w="2143">
                  <a:moveTo>
                    <a:pt x="1355" y="0"/>
                  </a:moveTo>
                  <a:cubicBezTo>
                    <a:pt x="1229" y="693"/>
                    <a:pt x="694" y="1229"/>
                    <a:pt x="1" y="1386"/>
                  </a:cubicBezTo>
                  <a:lnTo>
                    <a:pt x="1" y="2174"/>
                  </a:lnTo>
                  <a:lnTo>
                    <a:pt x="2143" y="2174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85"/>
            <p:cNvSpPr/>
            <p:nvPr/>
          </p:nvSpPr>
          <p:spPr>
            <a:xfrm>
              <a:off x="-47154800" y="3569100"/>
              <a:ext cx="229225" cy="300100"/>
            </a:xfrm>
            <a:custGeom>
              <a:rect b="b" l="l" r="r" t="t"/>
              <a:pathLst>
                <a:path extrusionOk="0" h="12004" w="9169">
                  <a:moveTo>
                    <a:pt x="2804" y="1765"/>
                  </a:moveTo>
                  <a:cubicBezTo>
                    <a:pt x="3687" y="1765"/>
                    <a:pt x="4380" y="2363"/>
                    <a:pt x="4537" y="3183"/>
                  </a:cubicBezTo>
                  <a:lnTo>
                    <a:pt x="5703" y="3183"/>
                  </a:lnTo>
                  <a:cubicBezTo>
                    <a:pt x="5892" y="3183"/>
                    <a:pt x="6049" y="3340"/>
                    <a:pt x="6049" y="3529"/>
                  </a:cubicBezTo>
                  <a:lnTo>
                    <a:pt x="6049" y="6428"/>
                  </a:lnTo>
                  <a:cubicBezTo>
                    <a:pt x="6049" y="6617"/>
                    <a:pt x="5892" y="6774"/>
                    <a:pt x="5703" y="6774"/>
                  </a:cubicBezTo>
                  <a:lnTo>
                    <a:pt x="2804" y="6774"/>
                  </a:lnTo>
                  <a:cubicBezTo>
                    <a:pt x="2615" y="6774"/>
                    <a:pt x="2458" y="6617"/>
                    <a:pt x="2458" y="6428"/>
                  </a:cubicBezTo>
                  <a:lnTo>
                    <a:pt x="2458" y="5262"/>
                  </a:lnTo>
                  <a:cubicBezTo>
                    <a:pt x="1670" y="5104"/>
                    <a:pt x="1040" y="4411"/>
                    <a:pt x="1040" y="3529"/>
                  </a:cubicBezTo>
                  <a:cubicBezTo>
                    <a:pt x="1040" y="2552"/>
                    <a:pt x="1828" y="1765"/>
                    <a:pt x="2804" y="1765"/>
                  </a:cubicBezTo>
                  <a:close/>
                  <a:moveTo>
                    <a:pt x="4191" y="8160"/>
                  </a:moveTo>
                  <a:cubicBezTo>
                    <a:pt x="4380" y="8160"/>
                    <a:pt x="4537" y="8318"/>
                    <a:pt x="4537" y="8507"/>
                  </a:cubicBezTo>
                  <a:cubicBezTo>
                    <a:pt x="4537" y="8696"/>
                    <a:pt x="4380" y="8853"/>
                    <a:pt x="4191" y="8853"/>
                  </a:cubicBezTo>
                  <a:lnTo>
                    <a:pt x="1387" y="8853"/>
                  </a:lnTo>
                  <a:cubicBezTo>
                    <a:pt x="1198" y="8853"/>
                    <a:pt x="1040" y="8696"/>
                    <a:pt x="1040" y="8507"/>
                  </a:cubicBezTo>
                  <a:cubicBezTo>
                    <a:pt x="1040" y="8318"/>
                    <a:pt x="1198" y="8160"/>
                    <a:pt x="1387" y="8160"/>
                  </a:cubicBezTo>
                  <a:close/>
                  <a:moveTo>
                    <a:pt x="4191" y="9515"/>
                  </a:moveTo>
                  <a:cubicBezTo>
                    <a:pt x="4380" y="9515"/>
                    <a:pt x="4537" y="9673"/>
                    <a:pt x="4537" y="9893"/>
                  </a:cubicBezTo>
                  <a:cubicBezTo>
                    <a:pt x="4537" y="10082"/>
                    <a:pt x="4380" y="10240"/>
                    <a:pt x="4191" y="10240"/>
                  </a:cubicBezTo>
                  <a:lnTo>
                    <a:pt x="1387" y="10240"/>
                  </a:lnTo>
                  <a:cubicBezTo>
                    <a:pt x="1198" y="10240"/>
                    <a:pt x="1040" y="10082"/>
                    <a:pt x="1040" y="9893"/>
                  </a:cubicBezTo>
                  <a:cubicBezTo>
                    <a:pt x="1040" y="9673"/>
                    <a:pt x="1198" y="9515"/>
                    <a:pt x="1387" y="9515"/>
                  </a:cubicBez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7089" y="12004"/>
                  </a:lnTo>
                  <a:cubicBezTo>
                    <a:pt x="6239" y="11342"/>
                    <a:pt x="5671" y="10366"/>
                    <a:pt x="5671" y="9168"/>
                  </a:cubicBezTo>
                  <a:cubicBezTo>
                    <a:pt x="5671" y="7247"/>
                    <a:pt x="7247" y="5671"/>
                    <a:pt x="9168" y="5671"/>
                  </a:cubicBezTo>
                  <a:lnTo>
                    <a:pt x="9168" y="2805"/>
                  </a:lnTo>
                  <a:lnTo>
                    <a:pt x="6711" y="2805"/>
                  </a:lnTo>
                  <a:cubicBezTo>
                    <a:pt x="6522" y="2805"/>
                    <a:pt x="6365" y="2647"/>
                    <a:pt x="6365" y="2426"/>
                  </a:cubicBezTo>
                  <a:lnTo>
                    <a:pt x="63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9" name="Google Shape;2259;p85"/>
          <p:cNvGrpSpPr/>
          <p:nvPr/>
        </p:nvGrpSpPr>
        <p:grpSpPr>
          <a:xfrm>
            <a:off x="3758149" y="2949395"/>
            <a:ext cx="354311" cy="353423"/>
            <a:chOff x="-47154000" y="3939275"/>
            <a:chExt cx="299300" cy="298550"/>
          </a:xfrm>
        </p:grpSpPr>
        <p:sp>
          <p:nvSpPr>
            <p:cNvPr id="2260" name="Google Shape;2260;p85"/>
            <p:cNvSpPr/>
            <p:nvPr/>
          </p:nvSpPr>
          <p:spPr>
            <a:xfrm>
              <a:off x="-47084700" y="4131475"/>
              <a:ext cx="159125" cy="106350"/>
            </a:xfrm>
            <a:custGeom>
              <a:rect b="b" l="l" r="r" t="t"/>
              <a:pathLst>
                <a:path extrusionOk="0" h="4254" w="6365">
                  <a:moveTo>
                    <a:pt x="4569" y="693"/>
                  </a:moveTo>
                  <a:cubicBezTo>
                    <a:pt x="4789" y="693"/>
                    <a:pt x="4947" y="851"/>
                    <a:pt x="4947" y="1040"/>
                  </a:cubicBezTo>
                  <a:cubicBezTo>
                    <a:pt x="4947" y="1260"/>
                    <a:pt x="4789" y="1418"/>
                    <a:pt x="4569" y="1418"/>
                  </a:cubicBezTo>
                  <a:lnTo>
                    <a:pt x="1796" y="1418"/>
                  </a:lnTo>
                  <a:cubicBezTo>
                    <a:pt x="1576" y="1418"/>
                    <a:pt x="1418" y="1260"/>
                    <a:pt x="1418" y="1040"/>
                  </a:cubicBezTo>
                  <a:cubicBezTo>
                    <a:pt x="1418" y="851"/>
                    <a:pt x="1576" y="693"/>
                    <a:pt x="1796" y="693"/>
                  </a:cubicBezTo>
                  <a:close/>
                  <a:moveTo>
                    <a:pt x="4569" y="2111"/>
                  </a:moveTo>
                  <a:cubicBezTo>
                    <a:pt x="4789" y="2111"/>
                    <a:pt x="4947" y="2268"/>
                    <a:pt x="4947" y="2457"/>
                  </a:cubicBezTo>
                  <a:cubicBezTo>
                    <a:pt x="4947" y="2678"/>
                    <a:pt x="4789" y="2835"/>
                    <a:pt x="4569" y="2835"/>
                  </a:cubicBezTo>
                  <a:lnTo>
                    <a:pt x="1796" y="2835"/>
                  </a:lnTo>
                  <a:cubicBezTo>
                    <a:pt x="1576" y="2835"/>
                    <a:pt x="1418" y="2678"/>
                    <a:pt x="1418" y="2457"/>
                  </a:cubicBezTo>
                  <a:cubicBezTo>
                    <a:pt x="1418" y="2268"/>
                    <a:pt x="1576" y="2111"/>
                    <a:pt x="1796" y="2111"/>
                  </a:cubicBezTo>
                  <a:close/>
                  <a:moveTo>
                    <a:pt x="0" y="0"/>
                  </a:moveTo>
                  <a:lnTo>
                    <a:pt x="0" y="1418"/>
                  </a:lnTo>
                  <a:lnTo>
                    <a:pt x="0" y="3875"/>
                  </a:lnTo>
                  <a:cubicBezTo>
                    <a:pt x="0" y="4096"/>
                    <a:pt x="158" y="4253"/>
                    <a:pt x="379" y="4253"/>
                  </a:cubicBezTo>
                  <a:lnTo>
                    <a:pt x="5986" y="4253"/>
                  </a:lnTo>
                  <a:cubicBezTo>
                    <a:pt x="6207" y="4253"/>
                    <a:pt x="6364" y="4096"/>
                    <a:pt x="6364" y="3875"/>
                  </a:cubicBezTo>
                  <a:lnTo>
                    <a:pt x="6364" y="1418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85"/>
            <p:cNvSpPr/>
            <p:nvPr/>
          </p:nvSpPr>
          <p:spPr>
            <a:xfrm>
              <a:off x="-46979150" y="3943225"/>
              <a:ext cx="48050" cy="47275"/>
            </a:xfrm>
            <a:custGeom>
              <a:rect b="b" l="l" r="r" t="t"/>
              <a:pathLst>
                <a:path extrusionOk="0" h="1891" w="1922">
                  <a:moveTo>
                    <a:pt x="0" y="0"/>
                  </a:moveTo>
                  <a:lnTo>
                    <a:pt x="0" y="1891"/>
                  </a:lnTo>
                  <a:lnTo>
                    <a:pt x="1922" y="1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85"/>
            <p:cNvSpPr/>
            <p:nvPr/>
          </p:nvSpPr>
          <p:spPr>
            <a:xfrm>
              <a:off x="-47154000" y="4026700"/>
              <a:ext cx="299300" cy="141025"/>
            </a:xfrm>
            <a:custGeom>
              <a:rect b="b" l="l" r="r" t="t"/>
              <a:pathLst>
                <a:path extrusionOk="0" h="5641" w="11972">
                  <a:moveTo>
                    <a:pt x="3151" y="2080"/>
                  </a:moveTo>
                  <a:cubicBezTo>
                    <a:pt x="3340" y="2080"/>
                    <a:pt x="3497" y="2238"/>
                    <a:pt x="3497" y="2458"/>
                  </a:cubicBezTo>
                  <a:cubicBezTo>
                    <a:pt x="3497" y="2647"/>
                    <a:pt x="3340" y="2805"/>
                    <a:pt x="3151" y="2805"/>
                  </a:cubicBezTo>
                  <a:cubicBezTo>
                    <a:pt x="2930" y="2805"/>
                    <a:pt x="2804" y="2647"/>
                    <a:pt x="2804" y="2458"/>
                  </a:cubicBezTo>
                  <a:cubicBezTo>
                    <a:pt x="2804" y="2238"/>
                    <a:pt x="2930" y="2080"/>
                    <a:pt x="3151" y="2080"/>
                  </a:cubicBezTo>
                  <a:close/>
                  <a:moveTo>
                    <a:pt x="4568" y="2080"/>
                  </a:moveTo>
                  <a:cubicBezTo>
                    <a:pt x="4757" y="2080"/>
                    <a:pt x="4915" y="2238"/>
                    <a:pt x="4915" y="2458"/>
                  </a:cubicBezTo>
                  <a:cubicBezTo>
                    <a:pt x="4915" y="2647"/>
                    <a:pt x="4757" y="2805"/>
                    <a:pt x="4568" y="2805"/>
                  </a:cubicBezTo>
                  <a:cubicBezTo>
                    <a:pt x="4348" y="2805"/>
                    <a:pt x="4190" y="2647"/>
                    <a:pt x="4190" y="2458"/>
                  </a:cubicBezTo>
                  <a:cubicBezTo>
                    <a:pt x="4190" y="2238"/>
                    <a:pt x="4348" y="2080"/>
                    <a:pt x="4568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8"/>
                    <a:pt x="6994" y="2458"/>
                  </a:cubicBezTo>
                  <a:cubicBezTo>
                    <a:pt x="6994" y="2647"/>
                    <a:pt x="6837" y="2805"/>
                    <a:pt x="6648" y="2805"/>
                  </a:cubicBezTo>
                  <a:lnTo>
                    <a:pt x="5923" y="2805"/>
                  </a:lnTo>
                  <a:cubicBezTo>
                    <a:pt x="5734" y="2805"/>
                    <a:pt x="5576" y="2647"/>
                    <a:pt x="5576" y="2458"/>
                  </a:cubicBezTo>
                  <a:cubicBezTo>
                    <a:pt x="5576" y="2238"/>
                    <a:pt x="5734" y="2080"/>
                    <a:pt x="5923" y="2080"/>
                  </a:cubicBezTo>
                  <a:close/>
                  <a:moveTo>
                    <a:pt x="8790" y="2080"/>
                  </a:moveTo>
                  <a:cubicBezTo>
                    <a:pt x="8979" y="2080"/>
                    <a:pt x="9136" y="2238"/>
                    <a:pt x="9136" y="2458"/>
                  </a:cubicBezTo>
                  <a:cubicBezTo>
                    <a:pt x="9136" y="2647"/>
                    <a:pt x="8979" y="2805"/>
                    <a:pt x="8790" y="2805"/>
                  </a:cubicBezTo>
                  <a:lnTo>
                    <a:pt x="8065" y="2805"/>
                  </a:lnTo>
                  <a:cubicBezTo>
                    <a:pt x="7876" y="2805"/>
                    <a:pt x="7719" y="2647"/>
                    <a:pt x="7719" y="2458"/>
                  </a:cubicBezTo>
                  <a:cubicBezTo>
                    <a:pt x="7719" y="2238"/>
                    <a:pt x="7876" y="2080"/>
                    <a:pt x="8065" y="2080"/>
                  </a:cubicBezTo>
                  <a:close/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lnTo>
                    <a:pt x="0" y="4569"/>
                  </a:lnTo>
                  <a:cubicBezTo>
                    <a:pt x="0" y="5168"/>
                    <a:pt x="473" y="5640"/>
                    <a:pt x="1071" y="5640"/>
                  </a:cubicBezTo>
                  <a:lnTo>
                    <a:pt x="2111" y="5640"/>
                  </a:lnTo>
                  <a:lnTo>
                    <a:pt x="2111" y="4223"/>
                  </a:lnTo>
                  <a:lnTo>
                    <a:pt x="1764" y="4223"/>
                  </a:lnTo>
                  <a:cubicBezTo>
                    <a:pt x="1575" y="4223"/>
                    <a:pt x="1418" y="4065"/>
                    <a:pt x="1418" y="3876"/>
                  </a:cubicBezTo>
                  <a:cubicBezTo>
                    <a:pt x="1418" y="3655"/>
                    <a:pt x="1575" y="3498"/>
                    <a:pt x="1764" y="3498"/>
                  </a:cubicBezTo>
                  <a:lnTo>
                    <a:pt x="10208" y="3498"/>
                  </a:lnTo>
                  <a:cubicBezTo>
                    <a:pt x="10397" y="3498"/>
                    <a:pt x="10554" y="3655"/>
                    <a:pt x="10554" y="3876"/>
                  </a:cubicBezTo>
                  <a:cubicBezTo>
                    <a:pt x="10554" y="4065"/>
                    <a:pt x="10397" y="4223"/>
                    <a:pt x="10208" y="4223"/>
                  </a:cubicBezTo>
                  <a:lnTo>
                    <a:pt x="9830" y="4223"/>
                  </a:lnTo>
                  <a:lnTo>
                    <a:pt x="9830" y="5640"/>
                  </a:lnTo>
                  <a:lnTo>
                    <a:pt x="10901" y="5640"/>
                  </a:lnTo>
                  <a:cubicBezTo>
                    <a:pt x="11499" y="5640"/>
                    <a:pt x="11972" y="5168"/>
                    <a:pt x="11972" y="4569"/>
                  </a:cubicBezTo>
                  <a:lnTo>
                    <a:pt x="11972" y="1072"/>
                  </a:lnTo>
                  <a:cubicBezTo>
                    <a:pt x="11972" y="473"/>
                    <a:pt x="11499" y="1"/>
                    <a:pt x="10901" y="1"/>
                  </a:cubicBezTo>
                  <a:lnTo>
                    <a:pt x="9830" y="1"/>
                  </a:lnTo>
                  <a:lnTo>
                    <a:pt x="9830" y="1072"/>
                  </a:lnTo>
                  <a:cubicBezTo>
                    <a:pt x="9830" y="1261"/>
                    <a:pt x="9672" y="1419"/>
                    <a:pt x="9483" y="1419"/>
                  </a:cubicBezTo>
                  <a:lnTo>
                    <a:pt x="2489" y="1419"/>
                  </a:lnTo>
                  <a:cubicBezTo>
                    <a:pt x="2268" y="1419"/>
                    <a:pt x="2111" y="1261"/>
                    <a:pt x="2111" y="1072"/>
                  </a:cubicBezTo>
                  <a:lnTo>
                    <a:pt x="21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85"/>
            <p:cNvSpPr/>
            <p:nvPr/>
          </p:nvSpPr>
          <p:spPr>
            <a:xfrm>
              <a:off x="-47083125" y="3939275"/>
              <a:ext cx="158325" cy="106350"/>
            </a:xfrm>
            <a:custGeom>
              <a:rect b="b" l="l" r="r" t="t"/>
              <a:pathLst>
                <a:path extrusionOk="0" h="4254" w="6333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3529"/>
                  </a:lnTo>
                  <a:lnTo>
                    <a:pt x="0" y="4254"/>
                  </a:lnTo>
                  <a:lnTo>
                    <a:pt x="6333" y="4254"/>
                  </a:lnTo>
                  <a:lnTo>
                    <a:pt x="6333" y="3498"/>
                  </a:lnTo>
                  <a:lnTo>
                    <a:pt x="6301" y="3498"/>
                  </a:lnTo>
                  <a:lnTo>
                    <a:pt x="6301" y="2805"/>
                  </a:lnTo>
                  <a:lnTo>
                    <a:pt x="3844" y="2805"/>
                  </a:lnTo>
                  <a:cubicBezTo>
                    <a:pt x="3655" y="2805"/>
                    <a:pt x="3498" y="2647"/>
                    <a:pt x="3498" y="2427"/>
                  </a:cubicBezTo>
                  <a:lnTo>
                    <a:pt x="34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4" name="Google Shape;2264;p85"/>
          <p:cNvGrpSpPr/>
          <p:nvPr/>
        </p:nvGrpSpPr>
        <p:grpSpPr>
          <a:xfrm>
            <a:off x="3779069" y="3900584"/>
            <a:ext cx="312375" cy="354311"/>
            <a:chOff x="-45286550" y="3569900"/>
            <a:chExt cx="263875" cy="299300"/>
          </a:xfrm>
        </p:grpSpPr>
        <p:sp>
          <p:nvSpPr>
            <p:cNvPr id="2265" name="Google Shape;2265;p85"/>
            <p:cNvSpPr/>
            <p:nvPr/>
          </p:nvSpPr>
          <p:spPr>
            <a:xfrm>
              <a:off x="-45234575" y="3728200"/>
              <a:ext cx="18150" cy="18150"/>
            </a:xfrm>
            <a:custGeom>
              <a:rect b="b" l="l" r="r" t="t"/>
              <a:pathLst>
                <a:path extrusionOk="0" h="726" w="726">
                  <a:moveTo>
                    <a:pt x="1" y="1"/>
                  </a:moveTo>
                  <a:lnTo>
                    <a:pt x="1" y="725"/>
                  </a:lnTo>
                  <a:lnTo>
                    <a:pt x="347" y="725"/>
                  </a:lnTo>
                  <a:cubicBezTo>
                    <a:pt x="568" y="725"/>
                    <a:pt x="725" y="568"/>
                    <a:pt x="725" y="379"/>
                  </a:cubicBezTo>
                  <a:cubicBezTo>
                    <a:pt x="725" y="127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85"/>
            <p:cNvSpPr/>
            <p:nvPr/>
          </p:nvSpPr>
          <p:spPr>
            <a:xfrm>
              <a:off x="-45286550" y="3692750"/>
              <a:ext cx="263875" cy="122900"/>
            </a:xfrm>
            <a:custGeom>
              <a:rect b="b" l="l" r="r" t="t"/>
              <a:pathLst>
                <a:path extrusionOk="0" h="4916" w="10555">
                  <a:moveTo>
                    <a:pt x="2458" y="725"/>
                  </a:moveTo>
                  <a:cubicBezTo>
                    <a:pt x="3025" y="725"/>
                    <a:pt x="3497" y="1198"/>
                    <a:pt x="3497" y="1765"/>
                  </a:cubicBezTo>
                  <a:cubicBezTo>
                    <a:pt x="3497" y="2364"/>
                    <a:pt x="3025" y="2805"/>
                    <a:pt x="2426" y="2805"/>
                  </a:cubicBezTo>
                  <a:lnTo>
                    <a:pt x="2080" y="2805"/>
                  </a:lnTo>
                  <a:lnTo>
                    <a:pt x="2080" y="3876"/>
                  </a:lnTo>
                  <a:cubicBezTo>
                    <a:pt x="2080" y="4065"/>
                    <a:pt x="1922" y="4222"/>
                    <a:pt x="1733" y="4222"/>
                  </a:cubicBezTo>
                  <a:cubicBezTo>
                    <a:pt x="1544" y="4222"/>
                    <a:pt x="1387" y="4065"/>
                    <a:pt x="1387" y="3876"/>
                  </a:cubicBezTo>
                  <a:lnTo>
                    <a:pt x="1387" y="1072"/>
                  </a:lnTo>
                  <a:cubicBezTo>
                    <a:pt x="1387" y="883"/>
                    <a:pt x="1544" y="725"/>
                    <a:pt x="1733" y="725"/>
                  </a:cubicBezTo>
                  <a:close/>
                  <a:moveTo>
                    <a:pt x="5262" y="694"/>
                  </a:moveTo>
                  <a:cubicBezTo>
                    <a:pt x="5860" y="694"/>
                    <a:pt x="6333" y="1167"/>
                    <a:pt x="6333" y="1734"/>
                  </a:cubicBezTo>
                  <a:cubicBezTo>
                    <a:pt x="6333" y="1954"/>
                    <a:pt x="6175" y="2112"/>
                    <a:pt x="5986" y="2112"/>
                  </a:cubicBezTo>
                  <a:cubicBezTo>
                    <a:pt x="5797" y="2112"/>
                    <a:pt x="5640" y="1954"/>
                    <a:pt x="5640" y="1734"/>
                  </a:cubicBezTo>
                  <a:cubicBezTo>
                    <a:pt x="5640" y="1545"/>
                    <a:pt x="5482" y="1387"/>
                    <a:pt x="5262" y="1387"/>
                  </a:cubicBezTo>
                  <a:cubicBezTo>
                    <a:pt x="5073" y="1387"/>
                    <a:pt x="4915" y="1545"/>
                    <a:pt x="4915" y="1734"/>
                  </a:cubicBezTo>
                  <a:cubicBezTo>
                    <a:pt x="4915" y="1954"/>
                    <a:pt x="5073" y="2112"/>
                    <a:pt x="5262" y="2112"/>
                  </a:cubicBezTo>
                  <a:cubicBezTo>
                    <a:pt x="5860" y="2112"/>
                    <a:pt x="6333" y="2553"/>
                    <a:pt x="6333" y="3151"/>
                  </a:cubicBezTo>
                  <a:cubicBezTo>
                    <a:pt x="6333" y="3750"/>
                    <a:pt x="5860" y="4222"/>
                    <a:pt x="5262" y="4222"/>
                  </a:cubicBezTo>
                  <a:cubicBezTo>
                    <a:pt x="4695" y="4222"/>
                    <a:pt x="4222" y="3750"/>
                    <a:pt x="4222" y="3151"/>
                  </a:cubicBezTo>
                  <a:cubicBezTo>
                    <a:pt x="4222" y="2962"/>
                    <a:pt x="4379" y="2805"/>
                    <a:pt x="4569" y="2805"/>
                  </a:cubicBezTo>
                  <a:cubicBezTo>
                    <a:pt x="4758" y="2805"/>
                    <a:pt x="4915" y="2962"/>
                    <a:pt x="4915" y="3151"/>
                  </a:cubicBezTo>
                  <a:cubicBezTo>
                    <a:pt x="4915" y="3340"/>
                    <a:pt x="5073" y="3498"/>
                    <a:pt x="5262" y="3498"/>
                  </a:cubicBezTo>
                  <a:cubicBezTo>
                    <a:pt x="5482" y="3498"/>
                    <a:pt x="5640" y="3340"/>
                    <a:pt x="5640" y="3151"/>
                  </a:cubicBezTo>
                  <a:cubicBezTo>
                    <a:pt x="5640" y="2962"/>
                    <a:pt x="5482" y="2805"/>
                    <a:pt x="5262" y="2805"/>
                  </a:cubicBezTo>
                  <a:cubicBezTo>
                    <a:pt x="4695" y="2805"/>
                    <a:pt x="4222" y="2332"/>
                    <a:pt x="4222" y="1734"/>
                  </a:cubicBezTo>
                  <a:cubicBezTo>
                    <a:pt x="4222" y="1167"/>
                    <a:pt x="4695" y="694"/>
                    <a:pt x="5262" y="694"/>
                  </a:cubicBezTo>
                  <a:close/>
                  <a:moveTo>
                    <a:pt x="8066" y="725"/>
                  </a:moveTo>
                  <a:cubicBezTo>
                    <a:pt x="8664" y="725"/>
                    <a:pt x="9137" y="1198"/>
                    <a:pt x="9137" y="1765"/>
                  </a:cubicBezTo>
                  <a:lnTo>
                    <a:pt x="9137" y="3151"/>
                  </a:lnTo>
                  <a:cubicBezTo>
                    <a:pt x="9137" y="3750"/>
                    <a:pt x="8664" y="4222"/>
                    <a:pt x="8066" y="4222"/>
                  </a:cubicBezTo>
                  <a:lnTo>
                    <a:pt x="7372" y="4222"/>
                  </a:lnTo>
                  <a:cubicBezTo>
                    <a:pt x="7152" y="4222"/>
                    <a:pt x="6994" y="4065"/>
                    <a:pt x="6994" y="3876"/>
                  </a:cubicBezTo>
                  <a:lnTo>
                    <a:pt x="6994" y="1072"/>
                  </a:lnTo>
                  <a:cubicBezTo>
                    <a:pt x="6994" y="883"/>
                    <a:pt x="7152" y="725"/>
                    <a:pt x="7372" y="725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0208" y="4916"/>
                  </a:lnTo>
                  <a:cubicBezTo>
                    <a:pt x="10397" y="4916"/>
                    <a:pt x="10554" y="4758"/>
                    <a:pt x="10554" y="4569"/>
                  </a:cubicBezTo>
                  <a:lnTo>
                    <a:pt x="10554" y="347"/>
                  </a:lnTo>
                  <a:cubicBezTo>
                    <a:pt x="10554" y="158"/>
                    <a:pt x="10397" y="1"/>
                    <a:pt x="10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85"/>
            <p:cNvSpPr/>
            <p:nvPr/>
          </p:nvSpPr>
          <p:spPr>
            <a:xfrm>
              <a:off x="-45093575" y="3728200"/>
              <a:ext cx="17325" cy="53575"/>
            </a:xfrm>
            <a:custGeom>
              <a:rect b="b" l="l" r="r" t="t"/>
              <a:pathLst>
                <a:path extrusionOk="0" h="2143" w="693">
                  <a:moveTo>
                    <a:pt x="0" y="1"/>
                  </a:moveTo>
                  <a:lnTo>
                    <a:pt x="0" y="2143"/>
                  </a:lnTo>
                  <a:lnTo>
                    <a:pt x="347" y="2143"/>
                  </a:lnTo>
                  <a:cubicBezTo>
                    <a:pt x="536" y="2143"/>
                    <a:pt x="693" y="1985"/>
                    <a:pt x="693" y="1796"/>
                  </a:cubicBezTo>
                  <a:lnTo>
                    <a:pt x="693" y="347"/>
                  </a:lnTo>
                  <a:cubicBezTo>
                    <a:pt x="693" y="127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85"/>
            <p:cNvSpPr/>
            <p:nvPr/>
          </p:nvSpPr>
          <p:spPr>
            <a:xfrm>
              <a:off x="-45268450" y="3569900"/>
              <a:ext cx="228450" cy="106350"/>
            </a:xfrm>
            <a:custGeom>
              <a:rect b="b" l="l" r="r" t="t"/>
              <a:pathLst>
                <a:path extrusionOk="0" h="4254" w="9138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53"/>
                  </a:lnTo>
                  <a:lnTo>
                    <a:pt x="9137" y="4253"/>
                  </a:lnTo>
                  <a:lnTo>
                    <a:pt x="9137" y="2804"/>
                  </a:lnTo>
                  <a:lnTo>
                    <a:pt x="6680" y="2804"/>
                  </a:lnTo>
                  <a:cubicBezTo>
                    <a:pt x="6491" y="2804"/>
                    <a:pt x="6333" y="2647"/>
                    <a:pt x="6333" y="2457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85"/>
            <p:cNvSpPr/>
            <p:nvPr/>
          </p:nvSpPr>
          <p:spPr>
            <a:xfrm>
              <a:off x="-45093575" y="3574625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0" y="0"/>
                  </a:moveTo>
                  <a:lnTo>
                    <a:pt x="0" y="1890"/>
                  </a:lnTo>
                  <a:lnTo>
                    <a:pt x="1890" y="1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85"/>
            <p:cNvSpPr/>
            <p:nvPr/>
          </p:nvSpPr>
          <p:spPr>
            <a:xfrm>
              <a:off x="-45269225" y="3833750"/>
              <a:ext cx="228425" cy="35450"/>
            </a:xfrm>
            <a:custGeom>
              <a:rect b="b" l="l" r="r" t="t"/>
              <a:pathLst>
                <a:path extrusionOk="0" h="1418" w="9137">
                  <a:moveTo>
                    <a:pt x="0" y="0"/>
                  </a:move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8790" y="1418"/>
                  </a:lnTo>
                  <a:cubicBezTo>
                    <a:pt x="8979" y="1418"/>
                    <a:pt x="9137" y="1260"/>
                    <a:pt x="9137" y="1071"/>
                  </a:cubicBezTo>
                  <a:lnTo>
                    <a:pt x="91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1" name="Google Shape;2271;p85"/>
          <p:cNvGrpSpPr/>
          <p:nvPr/>
        </p:nvGrpSpPr>
        <p:grpSpPr>
          <a:xfrm>
            <a:off x="3255103" y="3900106"/>
            <a:ext cx="290001" cy="355258"/>
            <a:chOff x="-45277900" y="3938500"/>
            <a:chExt cx="244975" cy="300100"/>
          </a:xfrm>
        </p:grpSpPr>
        <p:sp>
          <p:nvSpPr>
            <p:cNvPr id="2272" name="Google Shape;2272;p85"/>
            <p:cNvSpPr/>
            <p:nvPr/>
          </p:nvSpPr>
          <p:spPr>
            <a:xfrm>
              <a:off x="-45210950" y="4107825"/>
              <a:ext cx="23650" cy="24450"/>
            </a:xfrm>
            <a:custGeom>
              <a:rect b="b" l="l" r="r" t="t"/>
              <a:pathLst>
                <a:path extrusionOk="0" h="978" w="946">
                  <a:moveTo>
                    <a:pt x="473" y="1"/>
                  </a:moveTo>
                  <a:lnTo>
                    <a:pt x="1" y="978"/>
                  </a:lnTo>
                  <a:lnTo>
                    <a:pt x="946" y="978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85"/>
            <p:cNvSpPr/>
            <p:nvPr/>
          </p:nvSpPr>
          <p:spPr>
            <a:xfrm>
              <a:off x="-45084925" y="3943225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85"/>
            <p:cNvSpPr/>
            <p:nvPr/>
          </p:nvSpPr>
          <p:spPr>
            <a:xfrm>
              <a:off x="-45260575" y="3938500"/>
              <a:ext cx="227650" cy="300100"/>
            </a:xfrm>
            <a:custGeom>
              <a:rect b="b" l="l" r="r" t="t"/>
              <a:pathLst>
                <a:path extrusionOk="0" h="12004" w="9106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222"/>
                  </a:lnTo>
                  <a:lnTo>
                    <a:pt x="7342" y="4222"/>
                  </a:lnTo>
                  <a:cubicBezTo>
                    <a:pt x="7562" y="4222"/>
                    <a:pt x="7720" y="4380"/>
                    <a:pt x="7720" y="4600"/>
                  </a:cubicBezTo>
                  <a:lnTo>
                    <a:pt x="7720" y="10208"/>
                  </a:lnTo>
                  <a:cubicBezTo>
                    <a:pt x="7720" y="10428"/>
                    <a:pt x="7562" y="10586"/>
                    <a:pt x="7342" y="10586"/>
                  </a:cubicBezTo>
                  <a:lnTo>
                    <a:pt x="1" y="10586"/>
                  </a:lnTo>
                  <a:lnTo>
                    <a:pt x="1" y="11626"/>
                  </a:lnTo>
                  <a:cubicBezTo>
                    <a:pt x="1" y="11846"/>
                    <a:pt x="158" y="12004"/>
                    <a:pt x="348" y="12004"/>
                  </a:cubicBezTo>
                  <a:lnTo>
                    <a:pt x="8759" y="12004"/>
                  </a:lnTo>
                  <a:cubicBezTo>
                    <a:pt x="8980" y="12004"/>
                    <a:pt x="9106" y="11846"/>
                    <a:pt x="9106" y="11626"/>
                  </a:cubicBezTo>
                  <a:lnTo>
                    <a:pt x="9106" y="2804"/>
                  </a:lnTo>
                  <a:lnTo>
                    <a:pt x="6680" y="2804"/>
                  </a:lnTo>
                  <a:lnTo>
                    <a:pt x="6680" y="2773"/>
                  </a:lnTo>
                  <a:cubicBezTo>
                    <a:pt x="6491" y="2773"/>
                    <a:pt x="6333" y="2615"/>
                    <a:pt x="6333" y="2426"/>
                  </a:cubicBezTo>
                  <a:lnTo>
                    <a:pt x="6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85"/>
            <p:cNvSpPr/>
            <p:nvPr/>
          </p:nvSpPr>
          <p:spPr>
            <a:xfrm>
              <a:off x="-45277900" y="4061375"/>
              <a:ext cx="193000" cy="122875"/>
            </a:xfrm>
            <a:custGeom>
              <a:rect b="b" l="l" r="r" t="t"/>
              <a:pathLst>
                <a:path extrusionOk="0" h="4915" w="7720">
                  <a:moveTo>
                    <a:pt x="5987" y="693"/>
                  </a:moveTo>
                  <a:cubicBezTo>
                    <a:pt x="6207" y="693"/>
                    <a:pt x="6333" y="851"/>
                    <a:pt x="6333" y="1071"/>
                  </a:cubicBezTo>
                  <a:cubicBezTo>
                    <a:pt x="6302" y="1260"/>
                    <a:pt x="6144" y="1418"/>
                    <a:pt x="5987" y="1418"/>
                  </a:cubicBezTo>
                  <a:cubicBezTo>
                    <a:pt x="5798" y="1418"/>
                    <a:pt x="5640" y="1260"/>
                    <a:pt x="5640" y="1071"/>
                  </a:cubicBezTo>
                  <a:cubicBezTo>
                    <a:pt x="5640" y="851"/>
                    <a:pt x="5798" y="693"/>
                    <a:pt x="5987" y="693"/>
                  </a:cubicBezTo>
                  <a:close/>
                  <a:moveTo>
                    <a:pt x="3246" y="701"/>
                  </a:moveTo>
                  <a:cubicBezTo>
                    <a:pt x="3372" y="701"/>
                    <a:pt x="3498" y="772"/>
                    <a:pt x="3561" y="914"/>
                  </a:cubicBezTo>
                  <a:lnTo>
                    <a:pt x="4979" y="3686"/>
                  </a:lnTo>
                  <a:cubicBezTo>
                    <a:pt x="4979" y="3907"/>
                    <a:pt x="4884" y="4096"/>
                    <a:pt x="4727" y="4159"/>
                  </a:cubicBezTo>
                  <a:cubicBezTo>
                    <a:pt x="4695" y="4222"/>
                    <a:pt x="4601" y="4222"/>
                    <a:pt x="4569" y="4222"/>
                  </a:cubicBezTo>
                  <a:cubicBezTo>
                    <a:pt x="4443" y="4222"/>
                    <a:pt x="4349" y="4127"/>
                    <a:pt x="4254" y="4001"/>
                  </a:cubicBezTo>
                  <a:lnTo>
                    <a:pt x="4033" y="3497"/>
                  </a:lnTo>
                  <a:lnTo>
                    <a:pt x="2364" y="3497"/>
                  </a:lnTo>
                  <a:lnTo>
                    <a:pt x="2143" y="4001"/>
                  </a:lnTo>
                  <a:cubicBezTo>
                    <a:pt x="2075" y="4115"/>
                    <a:pt x="1940" y="4196"/>
                    <a:pt x="1811" y="4196"/>
                  </a:cubicBezTo>
                  <a:cubicBezTo>
                    <a:pt x="1762" y="4196"/>
                    <a:pt x="1714" y="4185"/>
                    <a:pt x="1671" y="4159"/>
                  </a:cubicBezTo>
                  <a:cubicBezTo>
                    <a:pt x="1513" y="4096"/>
                    <a:pt x="1419" y="3844"/>
                    <a:pt x="1513" y="3686"/>
                  </a:cubicBezTo>
                  <a:lnTo>
                    <a:pt x="2931" y="914"/>
                  </a:lnTo>
                  <a:cubicBezTo>
                    <a:pt x="2994" y="772"/>
                    <a:pt x="3120" y="701"/>
                    <a:pt x="3246" y="701"/>
                  </a:cubicBezTo>
                  <a:close/>
                  <a:moveTo>
                    <a:pt x="5955" y="2079"/>
                  </a:moveTo>
                  <a:cubicBezTo>
                    <a:pt x="6144" y="2079"/>
                    <a:pt x="6302" y="2237"/>
                    <a:pt x="6302" y="2426"/>
                  </a:cubicBezTo>
                  <a:lnTo>
                    <a:pt x="6302" y="3844"/>
                  </a:lnTo>
                  <a:cubicBezTo>
                    <a:pt x="6302" y="4064"/>
                    <a:pt x="6144" y="4222"/>
                    <a:pt x="5955" y="4222"/>
                  </a:cubicBezTo>
                  <a:cubicBezTo>
                    <a:pt x="5766" y="4222"/>
                    <a:pt x="5609" y="4064"/>
                    <a:pt x="5609" y="3844"/>
                  </a:cubicBezTo>
                  <a:lnTo>
                    <a:pt x="5609" y="2426"/>
                  </a:lnTo>
                  <a:cubicBezTo>
                    <a:pt x="5609" y="2237"/>
                    <a:pt x="5766" y="2079"/>
                    <a:pt x="5955" y="2079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68"/>
                  </a:lnTo>
                  <a:cubicBezTo>
                    <a:pt x="1" y="4757"/>
                    <a:pt x="158" y="4915"/>
                    <a:pt x="347" y="4915"/>
                  </a:cubicBezTo>
                  <a:lnTo>
                    <a:pt x="7720" y="4915"/>
                  </a:lnTo>
                  <a:lnTo>
                    <a:pt x="77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6" name="Google Shape;2276;p85"/>
          <p:cNvGrpSpPr/>
          <p:nvPr/>
        </p:nvGrpSpPr>
        <p:grpSpPr>
          <a:xfrm>
            <a:off x="1654661" y="2948468"/>
            <a:ext cx="355258" cy="355258"/>
            <a:chOff x="-44502875" y="3576975"/>
            <a:chExt cx="300100" cy="300100"/>
          </a:xfrm>
        </p:grpSpPr>
        <p:sp>
          <p:nvSpPr>
            <p:cNvPr id="2277" name="Google Shape;2277;p85"/>
            <p:cNvSpPr/>
            <p:nvPr/>
          </p:nvSpPr>
          <p:spPr>
            <a:xfrm>
              <a:off x="-44466650" y="3576975"/>
              <a:ext cx="53600" cy="18925"/>
            </a:xfrm>
            <a:custGeom>
              <a:rect b="b" l="l" r="r" t="t"/>
              <a:pathLst>
                <a:path extrusionOk="0" h="757" w="2144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757"/>
                  </a:lnTo>
                  <a:lnTo>
                    <a:pt x="2143" y="757"/>
                  </a:lnTo>
                  <a:lnTo>
                    <a:pt x="2143" y="347"/>
                  </a:lnTo>
                  <a:cubicBezTo>
                    <a:pt x="2143" y="158"/>
                    <a:pt x="1986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85"/>
            <p:cNvSpPr/>
            <p:nvPr/>
          </p:nvSpPr>
          <p:spPr>
            <a:xfrm>
              <a:off x="-44502875" y="3595100"/>
              <a:ext cx="283575" cy="281975"/>
            </a:xfrm>
            <a:custGeom>
              <a:rect b="b" l="l" r="r" t="t"/>
              <a:pathLst>
                <a:path extrusionOk="0" h="11279" w="11343">
                  <a:moveTo>
                    <a:pt x="10945" y="0"/>
                  </a:moveTo>
                  <a:cubicBezTo>
                    <a:pt x="10854" y="0"/>
                    <a:pt x="10760" y="32"/>
                    <a:pt x="10681" y="95"/>
                  </a:cubicBezTo>
                  <a:lnTo>
                    <a:pt x="10082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40"/>
                  </a:cubicBezTo>
                  <a:lnTo>
                    <a:pt x="1" y="2458"/>
                  </a:lnTo>
                  <a:cubicBezTo>
                    <a:pt x="1" y="2647"/>
                    <a:pt x="158" y="2804"/>
                    <a:pt x="347" y="2804"/>
                  </a:cubicBezTo>
                  <a:lnTo>
                    <a:pt x="7940" y="2804"/>
                  </a:lnTo>
                  <a:lnTo>
                    <a:pt x="3561" y="7215"/>
                  </a:lnTo>
                  <a:lnTo>
                    <a:pt x="3561" y="3529"/>
                  </a:lnTo>
                  <a:lnTo>
                    <a:pt x="1418" y="3529"/>
                  </a:lnTo>
                  <a:lnTo>
                    <a:pt x="1418" y="9357"/>
                  </a:lnTo>
                  <a:lnTo>
                    <a:pt x="820" y="9956"/>
                  </a:lnTo>
                  <a:cubicBezTo>
                    <a:pt x="725" y="10050"/>
                    <a:pt x="725" y="10302"/>
                    <a:pt x="820" y="10460"/>
                  </a:cubicBezTo>
                  <a:cubicBezTo>
                    <a:pt x="914" y="10523"/>
                    <a:pt x="977" y="10586"/>
                    <a:pt x="1072" y="10586"/>
                  </a:cubicBezTo>
                  <a:cubicBezTo>
                    <a:pt x="1135" y="10586"/>
                    <a:pt x="1261" y="10523"/>
                    <a:pt x="1292" y="10460"/>
                  </a:cubicBezTo>
                  <a:lnTo>
                    <a:pt x="1891" y="9861"/>
                  </a:lnTo>
                  <a:lnTo>
                    <a:pt x="7719" y="9861"/>
                  </a:lnTo>
                  <a:lnTo>
                    <a:pt x="7719" y="7750"/>
                  </a:lnTo>
                  <a:lnTo>
                    <a:pt x="4033" y="7750"/>
                  </a:lnTo>
                  <a:lnTo>
                    <a:pt x="8444" y="3340"/>
                  </a:lnTo>
                  <a:lnTo>
                    <a:pt x="8444" y="10932"/>
                  </a:lnTo>
                  <a:cubicBezTo>
                    <a:pt x="8444" y="11121"/>
                    <a:pt x="8602" y="11279"/>
                    <a:pt x="8791" y="11279"/>
                  </a:cubicBezTo>
                  <a:lnTo>
                    <a:pt x="10208" y="11279"/>
                  </a:lnTo>
                  <a:cubicBezTo>
                    <a:pt x="10397" y="11279"/>
                    <a:pt x="10555" y="11121"/>
                    <a:pt x="10555" y="10932"/>
                  </a:cubicBezTo>
                  <a:lnTo>
                    <a:pt x="10555" y="1197"/>
                  </a:lnTo>
                  <a:lnTo>
                    <a:pt x="11153" y="599"/>
                  </a:lnTo>
                  <a:cubicBezTo>
                    <a:pt x="11343" y="441"/>
                    <a:pt x="11343" y="252"/>
                    <a:pt x="11185" y="95"/>
                  </a:cubicBezTo>
                  <a:cubicBezTo>
                    <a:pt x="11122" y="32"/>
                    <a:pt x="11035" y="0"/>
                    <a:pt x="109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85"/>
            <p:cNvSpPr/>
            <p:nvPr/>
          </p:nvSpPr>
          <p:spPr>
            <a:xfrm>
              <a:off x="-44221675" y="3788850"/>
              <a:ext cx="18900" cy="52800"/>
            </a:xfrm>
            <a:custGeom>
              <a:rect b="b" l="l" r="r" t="t"/>
              <a:pathLst>
                <a:path extrusionOk="0" h="2112" w="756">
                  <a:moveTo>
                    <a:pt x="0" y="0"/>
                  </a:moveTo>
                  <a:lnTo>
                    <a:pt x="0" y="2111"/>
                  </a:lnTo>
                  <a:lnTo>
                    <a:pt x="410" y="2111"/>
                  </a:lnTo>
                  <a:cubicBezTo>
                    <a:pt x="599" y="2111"/>
                    <a:pt x="756" y="1954"/>
                    <a:pt x="756" y="1765"/>
                  </a:cubicBezTo>
                  <a:lnTo>
                    <a:pt x="756" y="347"/>
                  </a:ln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0" name="Google Shape;2280;p85"/>
          <p:cNvGrpSpPr/>
          <p:nvPr/>
        </p:nvGrpSpPr>
        <p:grpSpPr>
          <a:xfrm>
            <a:off x="7317772" y="3440012"/>
            <a:ext cx="356221" cy="354973"/>
            <a:chOff x="-13947000" y="3212800"/>
            <a:chExt cx="353675" cy="352400"/>
          </a:xfrm>
        </p:grpSpPr>
        <p:sp>
          <p:nvSpPr>
            <p:cNvPr id="2281" name="Google Shape;2281;p85"/>
            <p:cNvSpPr/>
            <p:nvPr/>
          </p:nvSpPr>
          <p:spPr>
            <a:xfrm>
              <a:off x="-13947000" y="3212800"/>
              <a:ext cx="229225" cy="268125"/>
            </a:xfrm>
            <a:custGeom>
              <a:rect b="b" l="l" r="r" t="t"/>
              <a:pathLst>
                <a:path extrusionOk="0" h="10725" w="9169">
                  <a:moveTo>
                    <a:pt x="2959" y="2501"/>
                  </a:moveTo>
                  <a:cubicBezTo>
                    <a:pt x="3099" y="2501"/>
                    <a:pt x="3225" y="2585"/>
                    <a:pt x="3309" y="2753"/>
                  </a:cubicBezTo>
                  <a:cubicBezTo>
                    <a:pt x="3435" y="2942"/>
                    <a:pt x="3309" y="3194"/>
                    <a:pt x="3120" y="3289"/>
                  </a:cubicBezTo>
                  <a:lnTo>
                    <a:pt x="1450" y="4140"/>
                  </a:lnTo>
                  <a:cubicBezTo>
                    <a:pt x="1404" y="4155"/>
                    <a:pt x="1354" y="4163"/>
                    <a:pt x="1304" y="4163"/>
                  </a:cubicBezTo>
                  <a:cubicBezTo>
                    <a:pt x="1148" y="4163"/>
                    <a:pt x="986" y="4086"/>
                    <a:pt x="914" y="3919"/>
                  </a:cubicBezTo>
                  <a:cubicBezTo>
                    <a:pt x="788" y="3730"/>
                    <a:pt x="914" y="3509"/>
                    <a:pt x="1103" y="3383"/>
                  </a:cubicBezTo>
                  <a:lnTo>
                    <a:pt x="2742" y="2564"/>
                  </a:lnTo>
                  <a:cubicBezTo>
                    <a:pt x="2815" y="2522"/>
                    <a:pt x="2889" y="2501"/>
                    <a:pt x="2959" y="2501"/>
                  </a:cubicBezTo>
                  <a:close/>
                  <a:moveTo>
                    <a:pt x="416" y="0"/>
                  </a:moveTo>
                  <a:cubicBezTo>
                    <a:pt x="338" y="0"/>
                    <a:pt x="259" y="23"/>
                    <a:pt x="190" y="75"/>
                  </a:cubicBezTo>
                  <a:cubicBezTo>
                    <a:pt x="64" y="138"/>
                    <a:pt x="1" y="264"/>
                    <a:pt x="1" y="422"/>
                  </a:cubicBezTo>
                  <a:lnTo>
                    <a:pt x="1" y="5337"/>
                  </a:lnTo>
                  <a:cubicBezTo>
                    <a:pt x="32" y="7952"/>
                    <a:pt x="1922" y="10220"/>
                    <a:pt x="4537" y="10724"/>
                  </a:cubicBezTo>
                  <a:lnTo>
                    <a:pt x="4569" y="10724"/>
                  </a:lnTo>
                  <a:cubicBezTo>
                    <a:pt x="4317" y="10062"/>
                    <a:pt x="4159" y="9369"/>
                    <a:pt x="4159" y="8613"/>
                  </a:cubicBezTo>
                  <a:lnTo>
                    <a:pt x="4159" y="7511"/>
                  </a:lnTo>
                  <a:cubicBezTo>
                    <a:pt x="3813" y="7574"/>
                    <a:pt x="3498" y="7763"/>
                    <a:pt x="3214" y="8015"/>
                  </a:cubicBezTo>
                  <a:cubicBezTo>
                    <a:pt x="3135" y="8093"/>
                    <a:pt x="3033" y="8133"/>
                    <a:pt x="2931" y="8133"/>
                  </a:cubicBezTo>
                  <a:cubicBezTo>
                    <a:pt x="2828" y="8133"/>
                    <a:pt x="2726" y="8093"/>
                    <a:pt x="2647" y="8015"/>
                  </a:cubicBezTo>
                  <a:cubicBezTo>
                    <a:pt x="2490" y="7857"/>
                    <a:pt x="2490" y="7574"/>
                    <a:pt x="2647" y="7448"/>
                  </a:cubicBezTo>
                  <a:cubicBezTo>
                    <a:pt x="3057" y="7006"/>
                    <a:pt x="3592" y="6754"/>
                    <a:pt x="4159" y="6691"/>
                  </a:cubicBezTo>
                  <a:lnTo>
                    <a:pt x="4159" y="3761"/>
                  </a:lnTo>
                  <a:cubicBezTo>
                    <a:pt x="4159" y="3068"/>
                    <a:pt x="4726" y="2564"/>
                    <a:pt x="5420" y="2564"/>
                  </a:cubicBezTo>
                  <a:cubicBezTo>
                    <a:pt x="5577" y="2564"/>
                    <a:pt x="5735" y="2596"/>
                    <a:pt x="5892" y="2627"/>
                  </a:cubicBezTo>
                  <a:cubicBezTo>
                    <a:pt x="6932" y="3068"/>
                    <a:pt x="8066" y="3257"/>
                    <a:pt x="9169" y="3289"/>
                  </a:cubicBezTo>
                  <a:lnTo>
                    <a:pt x="9169" y="422"/>
                  </a:lnTo>
                  <a:cubicBezTo>
                    <a:pt x="9169" y="296"/>
                    <a:pt x="9106" y="138"/>
                    <a:pt x="8980" y="75"/>
                  </a:cubicBezTo>
                  <a:cubicBezTo>
                    <a:pt x="8910" y="23"/>
                    <a:pt x="8831" y="0"/>
                    <a:pt x="8753" y="0"/>
                  </a:cubicBezTo>
                  <a:cubicBezTo>
                    <a:pt x="8690" y="0"/>
                    <a:pt x="8627" y="16"/>
                    <a:pt x="8570" y="44"/>
                  </a:cubicBezTo>
                  <a:cubicBezTo>
                    <a:pt x="7294" y="548"/>
                    <a:pt x="5939" y="800"/>
                    <a:pt x="4585" y="800"/>
                  </a:cubicBezTo>
                  <a:cubicBezTo>
                    <a:pt x="3230" y="800"/>
                    <a:pt x="1875" y="548"/>
                    <a:pt x="599" y="44"/>
                  </a:cubicBezTo>
                  <a:cubicBezTo>
                    <a:pt x="543" y="16"/>
                    <a:pt x="480" y="0"/>
                    <a:pt x="4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85"/>
            <p:cNvSpPr/>
            <p:nvPr/>
          </p:nvSpPr>
          <p:spPr>
            <a:xfrm>
              <a:off x="-13821775" y="3295600"/>
              <a:ext cx="228450" cy="269600"/>
            </a:xfrm>
            <a:custGeom>
              <a:rect b="b" l="l" r="r" t="t"/>
              <a:pathLst>
                <a:path extrusionOk="0" h="10784" w="9138">
                  <a:moveTo>
                    <a:pt x="2108" y="3311"/>
                  </a:moveTo>
                  <a:cubicBezTo>
                    <a:pt x="2163" y="3311"/>
                    <a:pt x="2219" y="3323"/>
                    <a:pt x="2269" y="3348"/>
                  </a:cubicBezTo>
                  <a:lnTo>
                    <a:pt x="3939" y="4167"/>
                  </a:lnTo>
                  <a:cubicBezTo>
                    <a:pt x="4128" y="4293"/>
                    <a:pt x="4191" y="4514"/>
                    <a:pt x="4128" y="4703"/>
                  </a:cubicBezTo>
                  <a:cubicBezTo>
                    <a:pt x="4033" y="4870"/>
                    <a:pt x="3883" y="4946"/>
                    <a:pt x="3720" y="4946"/>
                  </a:cubicBezTo>
                  <a:cubicBezTo>
                    <a:pt x="3668" y="4946"/>
                    <a:pt x="3615" y="4938"/>
                    <a:pt x="3561" y="4923"/>
                  </a:cubicBezTo>
                  <a:lnTo>
                    <a:pt x="1923" y="4073"/>
                  </a:lnTo>
                  <a:cubicBezTo>
                    <a:pt x="1734" y="4010"/>
                    <a:pt x="1639" y="3726"/>
                    <a:pt x="1734" y="3537"/>
                  </a:cubicBezTo>
                  <a:cubicBezTo>
                    <a:pt x="1803" y="3399"/>
                    <a:pt x="1957" y="3311"/>
                    <a:pt x="2108" y="3311"/>
                  </a:cubicBezTo>
                  <a:close/>
                  <a:moveTo>
                    <a:pt x="7086" y="3316"/>
                  </a:moveTo>
                  <a:cubicBezTo>
                    <a:pt x="7226" y="3316"/>
                    <a:pt x="7352" y="3400"/>
                    <a:pt x="7436" y="3568"/>
                  </a:cubicBezTo>
                  <a:cubicBezTo>
                    <a:pt x="7562" y="3758"/>
                    <a:pt x="7436" y="4010"/>
                    <a:pt x="7247" y="4104"/>
                  </a:cubicBezTo>
                  <a:lnTo>
                    <a:pt x="5577" y="4955"/>
                  </a:lnTo>
                  <a:cubicBezTo>
                    <a:pt x="5528" y="4979"/>
                    <a:pt x="5472" y="4991"/>
                    <a:pt x="5415" y="4991"/>
                  </a:cubicBezTo>
                  <a:cubicBezTo>
                    <a:pt x="5255" y="4991"/>
                    <a:pt x="5088" y="4897"/>
                    <a:pt x="5042" y="4734"/>
                  </a:cubicBezTo>
                  <a:cubicBezTo>
                    <a:pt x="4947" y="4514"/>
                    <a:pt x="5042" y="4262"/>
                    <a:pt x="5231" y="4199"/>
                  </a:cubicBezTo>
                  <a:lnTo>
                    <a:pt x="6869" y="3379"/>
                  </a:lnTo>
                  <a:cubicBezTo>
                    <a:pt x="6943" y="3337"/>
                    <a:pt x="7016" y="3316"/>
                    <a:pt x="7086" y="3316"/>
                  </a:cubicBezTo>
                  <a:close/>
                  <a:moveTo>
                    <a:pt x="6223" y="6632"/>
                  </a:moveTo>
                  <a:cubicBezTo>
                    <a:pt x="6333" y="6632"/>
                    <a:pt x="6444" y="6672"/>
                    <a:pt x="6522" y="6750"/>
                  </a:cubicBezTo>
                  <a:cubicBezTo>
                    <a:pt x="6680" y="6908"/>
                    <a:pt x="6680" y="7192"/>
                    <a:pt x="6522" y="7349"/>
                  </a:cubicBezTo>
                  <a:cubicBezTo>
                    <a:pt x="5987" y="7885"/>
                    <a:pt x="5262" y="8137"/>
                    <a:pt x="4601" y="8137"/>
                  </a:cubicBezTo>
                  <a:cubicBezTo>
                    <a:pt x="3939" y="8137"/>
                    <a:pt x="3183" y="7853"/>
                    <a:pt x="2679" y="7349"/>
                  </a:cubicBezTo>
                  <a:cubicBezTo>
                    <a:pt x="2521" y="7192"/>
                    <a:pt x="2521" y="6908"/>
                    <a:pt x="2679" y="6750"/>
                  </a:cubicBezTo>
                  <a:cubicBezTo>
                    <a:pt x="2758" y="6672"/>
                    <a:pt x="2860" y="6632"/>
                    <a:pt x="2962" y="6632"/>
                  </a:cubicBezTo>
                  <a:cubicBezTo>
                    <a:pt x="3065" y="6632"/>
                    <a:pt x="3167" y="6672"/>
                    <a:pt x="3246" y="6750"/>
                  </a:cubicBezTo>
                  <a:cubicBezTo>
                    <a:pt x="3608" y="7129"/>
                    <a:pt x="4097" y="7318"/>
                    <a:pt x="4585" y="7318"/>
                  </a:cubicBezTo>
                  <a:cubicBezTo>
                    <a:pt x="5073" y="7318"/>
                    <a:pt x="5562" y="7129"/>
                    <a:pt x="5924" y="6750"/>
                  </a:cubicBezTo>
                  <a:cubicBezTo>
                    <a:pt x="6003" y="6672"/>
                    <a:pt x="6113" y="6632"/>
                    <a:pt x="6223" y="6632"/>
                  </a:cubicBezTo>
                  <a:close/>
                  <a:moveTo>
                    <a:pt x="8737" y="0"/>
                  </a:moveTo>
                  <a:cubicBezTo>
                    <a:pt x="8681" y="0"/>
                    <a:pt x="8624" y="13"/>
                    <a:pt x="8570" y="40"/>
                  </a:cubicBezTo>
                  <a:cubicBezTo>
                    <a:pt x="7294" y="544"/>
                    <a:pt x="5932" y="796"/>
                    <a:pt x="4565" y="796"/>
                  </a:cubicBezTo>
                  <a:cubicBezTo>
                    <a:pt x="3199" y="796"/>
                    <a:pt x="1828" y="544"/>
                    <a:pt x="537" y="40"/>
                  </a:cubicBezTo>
                  <a:cubicBezTo>
                    <a:pt x="494" y="22"/>
                    <a:pt x="447" y="13"/>
                    <a:pt x="400" y="13"/>
                  </a:cubicBezTo>
                  <a:cubicBezTo>
                    <a:pt x="205" y="13"/>
                    <a:pt x="1" y="164"/>
                    <a:pt x="1" y="418"/>
                  </a:cubicBezTo>
                  <a:lnTo>
                    <a:pt x="1" y="5301"/>
                  </a:lnTo>
                  <a:cubicBezTo>
                    <a:pt x="1" y="7948"/>
                    <a:pt x="1891" y="10279"/>
                    <a:pt x="4475" y="10783"/>
                  </a:cubicBezTo>
                  <a:lnTo>
                    <a:pt x="4632" y="10783"/>
                  </a:lnTo>
                  <a:cubicBezTo>
                    <a:pt x="7247" y="10247"/>
                    <a:pt x="9137" y="7948"/>
                    <a:pt x="9137" y="5301"/>
                  </a:cubicBezTo>
                  <a:lnTo>
                    <a:pt x="9137" y="418"/>
                  </a:lnTo>
                  <a:cubicBezTo>
                    <a:pt x="9137" y="170"/>
                    <a:pt x="8943" y="0"/>
                    <a:pt x="8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3" name="Google Shape;2283;p85"/>
          <p:cNvGrpSpPr/>
          <p:nvPr/>
        </p:nvGrpSpPr>
        <p:grpSpPr>
          <a:xfrm>
            <a:off x="5696774" y="1844028"/>
            <a:ext cx="356196" cy="354670"/>
            <a:chOff x="-13946200" y="3647075"/>
            <a:chExt cx="353650" cy="352100"/>
          </a:xfrm>
        </p:grpSpPr>
        <p:sp>
          <p:nvSpPr>
            <p:cNvPr id="2284" name="Google Shape;2284;p85"/>
            <p:cNvSpPr/>
            <p:nvPr/>
          </p:nvSpPr>
          <p:spPr>
            <a:xfrm>
              <a:off x="-13717000" y="3647075"/>
              <a:ext cx="124450" cy="144150"/>
            </a:xfrm>
            <a:custGeom>
              <a:rect b="b" l="l" r="r" t="t"/>
              <a:pathLst>
                <a:path extrusionOk="0" h="5766" w="4978">
                  <a:moveTo>
                    <a:pt x="0" y="1"/>
                  </a:moveTo>
                  <a:lnTo>
                    <a:pt x="0" y="2868"/>
                  </a:lnTo>
                  <a:cubicBezTo>
                    <a:pt x="0" y="4317"/>
                    <a:pt x="1103" y="5514"/>
                    <a:pt x="2489" y="5703"/>
                  </a:cubicBezTo>
                  <a:cubicBezTo>
                    <a:pt x="1985" y="5167"/>
                    <a:pt x="1670" y="4474"/>
                    <a:pt x="1670" y="3687"/>
                  </a:cubicBezTo>
                  <a:lnTo>
                    <a:pt x="1670" y="2017"/>
                  </a:lnTo>
                  <a:cubicBezTo>
                    <a:pt x="1670" y="1796"/>
                    <a:pt x="1859" y="1607"/>
                    <a:pt x="2079" y="1607"/>
                  </a:cubicBezTo>
                  <a:cubicBezTo>
                    <a:pt x="2268" y="1607"/>
                    <a:pt x="2489" y="1796"/>
                    <a:pt x="2489" y="2017"/>
                  </a:cubicBezTo>
                  <a:lnTo>
                    <a:pt x="2489" y="3687"/>
                  </a:lnTo>
                  <a:cubicBezTo>
                    <a:pt x="2489" y="4821"/>
                    <a:pt x="3434" y="5766"/>
                    <a:pt x="4568" y="5766"/>
                  </a:cubicBezTo>
                  <a:lnTo>
                    <a:pt x="4978" y="5766"/>
                  </a:lnTo>
                  <a:lnTo>
                    <a:pt x="4978" y="379"/>
                  </a:lnTo>
                  <a:cubicBezTo>
                    <a:pt x="4978" y="127"/>
                    <a:pt x="4789" y="1"/>
                    <a:pt x="4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85"/>
            <p:cNvSpPr/>
            <p:nvPr/>
          </p:nvSpPr>
          <p:spPr>
            <a:xfrm>
              <a:off x="-13801275" y="3647075"/>
              <a:ext cx="63025" cy="61075"/>
            </a:xfrm>
            <a:custGeom>
              <a:rect b="b" l="l" r="r" t="t"/>
              <a:pathLst>
                <a:path extrusionOk="0" h="2443" w="2521">
                  <a:moveTo>
                    <a:pt x="0" y="1"/>
                  </a:moveTo>
                  <a:lnTo>
                    <a:pt x="0" y="2017"/>
                  </a:lnTo>
                  <a:cubicBezTo>
                    <a:pt x="347" y="2300"/>
                    <a:pt x="796" y="2442"/>
                    <a:pt x="1248" y="2442"/>
                  </a:cubicBezTo>
                  <a:cubicBezTo>
                    <a:pt x="1701" y="2442"/>
                    <a:pt x="2158" y="2300"/>
                    <a:pt x="2520" y="2017"/>
                  </a:cubicBezTo>
                  <a:lnTo>
                    <a:pt x="25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85"/>
            <p:cNvSpPr/>
            <p:nvPr/>
          </p:nvSpPr>
          <p:spPr>
            <a:xfrm>
              <a:off x="-13946200" y="3647075"/>
              <a:ext cx="124450" cy="143400"/>
            </a:xfrm>
            <a:custGeom>
              <a:rect b="b" l="l" r="r" t="t"/>
              <a:pathLst>
                <a:path extrusionOk="0" h="5736" w="4978">
                  <a:moveTo>
                    <a:pt x="441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5734"/>
                  </a:lnTo>
                  <a:lnTo>
                    <a:pt x="441" y="5734"/>
                  </a:lnTo>
                  <a:cubicBezTo>
                    <a:pt x="460" y="5735"/>
                    <a:pt x="478" y="5735"/>
                    <a:pt x="496" y="5735"/>
                  </a:cubicBezTo>
                  <a:cubicBezTo>
                    <a:pt x="1605" y="5735"/>
                    <a:pt x="2489" y="4802"/>
                    <a:pt x="2489" y="3687"/>
                  </a:cubicBezTo>
                  <a:lnTo>
                    <a:pt x="2489" y="2048"/>
                  </a:lnTo>
                  <a:cubicBezTo>
                    <a:pt x="2489" y="1796"/>
                    <a:pt x="2678" y="1607"/>
                    <a:pt x="2867" y="1607"/>
                  </a:cubicBezTo>
                  <a:cubicBezTo>
                    <a:pt x="3119" y="1607"/>
                    <a:pt x="3308" y="1796"/>
                    <a:pt x="3308" y="2048"/>
                  </a:cubicBezTo>
                  <a:lnTo>
                    <a:pt x="3308" y="3687"/>
                  </a:lnTo>
                  <a:cubicBezTo>
                    <a:pt x="3308" y="4474"/>
                    <a:pt x="2993" y="5199"/>
                    <a:pt x="2489" y="5703"/>
                  </a:cubicBezTo>
                  <a:cubicBezTo>
                    <a:pt x="3907" y="5514"/>
                    <a:pt x="4978" y="4317"/>
                    <a:pt x="4978" y="2868"/>
                  </a:cubicBezTo>
                  <a:lnTo>
                    <a:pt x="49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85"/>
            <p:cNvSpPr/>
            <p:nvPr/>
          </p:nvSpPr>
          <p:spPr>
            <a:xfrm>
              <a:off x="-13946200" y="3873900"/>
              <a:ext cx="352875" cy="125275"/>
            </a:xfrm>
            <a:custGeom>
              <a:rect b="b" l="l" r="r" t="t"/>
              <a:pathLst>
                <a:path extrusionOk="0" h="5011" w="14115">
                  <a:moveTo>
                    <a:pt x="4915" y="1"/>
                  </a:moveTo>
                  <a:lnTo>
                    <a:pt x="5766" y="1639"/>
                  </a:lnTo>
                  <a:cubicBezTo>
                    <a:pt x="5829" y="1797"/>
                    <a:pt x="5797" y="1986"/>
                    <a:pt x="5671" y="2112"/>
                  </a:cubicBezTo>
                  <a:cubicBezTo>
                    <a:pt x="5388" y="2332"/>
                    <a:pt x="5072" y="2458"/>
                    <a:pt x="4726" y="2458"/>
                  </a:cubicBezTo>
                  <a:cubicBezTo>
                    <a:pt x="4253" y="2458"/>
                    <a:pt x="3812" y="2206"/>
                    <a:pt x="3560" y="1828"/>
                  </a:cubicBezTo>
                  <a:cubicBezTo>
                    <a:pt x="3434" y="1671"/>
                    <a:pt x="3245" y="1592"/>
                    <a:pt x="3056" y="1592"/>
                  </a:cubicBezTo>
                  <a:cubicBezTo>
                    <a:pt x="2867" y="1592"/>
                    <a:pt x="2678" y="1671"/>
                    <a:pt x="2552" y="1828"/>
                  </a:cubicBezTo>
                  <a:cubicBezTo>
                    <a:pt x="2289" y="2214"/>
                    <a:pt x="1845" y="2411"/>
                    <a:pt x="1397" y="2411"/>
                  </a:cubicBezTo>
                  <a:cubicBezTo>
                    <a:pt x="931" y="2411"/>
                    <a:pt x="462" y="2199"/>
                    <a:pt x="189" y="1765"/>
                  </a:cubicBezTo>
                  <a:cubicBezTo>
                    <a:pt x="158" y="1702"/>
                    <a:pt x="95" y="1671"/>
                    <a:pt x="0" y="1608"/>
                  </a:cubicBezTo>
                  <a:lnTo>
                    <a:pt x="0" y="4569"/>
                  </a:lnTo>
                  <a:cubicBezTo>
                    <a:pt x="0" y="4821"/>
                    <a:pt x="189" y="5010"/>
                    <a:pt x="441" y="5010"/>
                  </a:cubicBezTo>
                  <a:lnTo>
                    <a:pt x="13705" y="5010"/>
                  </a:lnTo>
                  <a:cubicBezTo>
                    <a:pt x="13957" y="5010"/>
                    <a:pt x="14114" y="4821"/>
                    <a:pt x="14114" y="4569"/>
                  </a:cubicBezTo>
                  <a:lnTo>
                    <a:pt x="14114" y="1608"/>
                  </a:lnTo>
                  <a:cubicBezTo>
                    <a:pt x="14020" y="1671"/>
                    <a:pt x="13957" y="1702"/>
                    <a:pt x="13894" y="1765"/>
                  </a:cubicBezTo>
                  <a:cubicBezTo>
                    <a:pt x="13637" y="2199"/>
                    <a:pt x="13176" y="2411"/>
                    <a:pt x="12710" y="2411"/>
                  </a:cubicBezTo>
                  <a:cubicBezTo>
                    <a:pt x="12261" y="2411"/>
                    <a:pt x="11809" y="2214"/>
                    <a:pt x="11531" y="1828"/>
                  </a:cubicBezTo>
                  <a:cubicBezTo>
                    <a:pt x="11421" y="1671"/>
                    <a:pt x="11240" y="1592"/>
                    <a:pt x="11054" y="1592"/>
                  </a:cubicBezTo>
                  <a:cubicBezTo>
                    <a:pt x="10869" y="1592"/>
                    <a:pt x="10680" y="1671"/>
                    <a:pt x="10554" y="1828"/>
                  </a:cubicBezTo>
                  <a:cubicBezTo>
                    <a:pt x="10271" y="2206"/>
                    <a:pt x="9861" y="2458"/>
                    <a:pt x="9389" y="2458"/>
                  </a:cubicBezTo>
                  <a:cubicBezTo>
                    <a:pt x="9011" y="2458"/>
                    <a:pt x="8664" y="2332"/>
                    <a:pt x="8444" y="2112"/>
                  </a:cubicBezTo>
                  <a:cubicBezTo>
                    <a:pt x="8317" y="1986"/>
                    <a:pt x="8286" y="1797"/>
                    <a:pt x="8349" y="1639"/>
                  </a:cubicBezTo>
                  <a:lnTo>
                    <a:pt x="9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85"/>
            <p:cNvSpPr/>
            <p:nvPr/>
          </p:nvSpPr>
          <p:spPr>
            <a:xfrm>
              <a:off x="-13713850" y="3810125"/>
              <a:ext cx="120525" cy="105075"/>
            </a:xfrm>
            <a:custGeom>
              <a:rect b="b" l="l" r="r" t="t"/>
              <a:pathLst>
                <a:path extrusionOk="0" h="4203" w="4821">
                  <a:moveTo>
                    <a:pt x="2079" y="0"/>
                  </a:moveTo>
                  <a:lnTo>
                    <a:pt x="0" y="4190"/>
                  </a:lnTo>
                  <a:lnTo>
                    <a:pt x="189" y="4190"/>
                  </a:lnTo>
                  <a:cubicBezTo>
                    <a:pt x="378" y="4127"/>
                    <a:pt x="504" y="4064"/>
                    <a:pt x="599" y="3938"/>
                  </a:cubicBezTo>
                  <a:cubicBezTo>
                    <a:pt x="882" y="3529"/>
                    <a:pt x="1323" y="3324"/>
                    <a:pt x="1764" y="3324"/>
                  </a:cubicBezTo>
                  <a:cubicBezTo>
                    <a:pt x="2205" y="3324"/>
                    <a:pt x="2647" y="3529"/>
                    <a:pt x="2930" y="3938"/>
                  </a:cubicBezTo>
                  <a:cubicBezTo>
                    <a:pt x="3027" y="4099"/>
                    <a:pt x="3197" y="4202"/>
                    <a:pt x="3386" y="4202"/>
                  </a:cubicBezTo>
                  <a:cubicBezTo>
                    <a:pt x="3568" y="4202"/>
                    <a:pt x="3768" y="4107"/>
                    <a:pt x="3938" y="3875"/>
                  </a:cubicBezTo>
                  <a:cubicBezTo>
                    <a:pt x="4190" y="3560"/>
                    <a:pt x="4505" y="3403"/>
                    <a:pt x="4820" y="3308"/>
                  </a:cubicBezTo>
                  <a:lnTo>
                    <a:pt x="4820" y="95"/>
                  </a:lnTo>
                  <a:lnTo>
                    <a:pt x="2741" y="95"/>
                  </a:lnTo>
                  <a:cubicBezTo>
                    <a:pt x="2521" y="95"/>
                    <a:pt x="2332" y="32"/>
                    <a:pt x="2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85"/>
            <p:cNvSpPr/>
            <p:nvPr/>
          </p:nvSpPr>
          <p:spPr>
            <a:xfrm>
              <a:off x="-13946200" y="3810125"/>
              <a:ext cx="121300" cy="105175"/>
            </a:xfrm>
            <a:custGeom>
              <a:rect b="b" l="l" r="r" t="t"/>
              <a:pathLst>
                <a:path extrusionOk="0" h="4207" w="4852">
                  <a:moveTo>
                    <a:pt x="2773" y="0"/>
                  </a:moveTo>
                  <a:cubicBezTo>
                    <a:pt x="2521" y="32"/>
                    <a:pt x="2332" y="95"/>
                    <a:pt x="2080" y="95"/>
                  </a:cubicBezTo>
                  <a:lnTo>
                    <a:pt x="0" y="95"/>
                  </a:lnTo>
                  <a:lnTo>
                    <a:pt x="0" y="3340"/>
                  </a:lnTo>
                  <a:cubicBezTo>
                    <a:pt x="315" y="3434"/>
                    <a:pt x="630" y="3592"/>
                    <a:pt x="882" y="3907"/>
                  </a:cubicBezTo>
                  <a:cubicBezTo>
                    <a:pt x="1048" y="4118"/>
                    <a:pt x="1244" y="4206"/>
                    <a:pt x="1422" y="4206"/>
                  </a:cubicBezTo>
                  <a:cubicBezTo>
                    <a:pt x="1617" y="4206"/>
                    <a:pt x="1792" y="4102"/>
                    <a:pt x="1890" y="3938"/>
                  </a:cubicBezTo>
                  <a:cubicBezTo>
                    <a:pt x="2174" y="3529"/>
                    <a:pt x="2615" y="3324"/>
                    <a:pt x="3056" y="3324"/>
                  </a:cubicBezTo>
                  <a:cubicBezTo>
                    <a:pt x="3497" y="3324"/>
                    <a:pt x="3938" y="3529"/>
                    <a:pt x="4222" y="3938"/>
                  </a:cubicBezTo>
                  <a:cubicBezTo>
                    <a:pt x="4285" y="4096"/>
                    <a:pt x="4442" y="4190"/>
                    <a:pt x="4663" y="4190"/>
                  </a:cubicBezTo>
                  <a:lnTo>
                    <a:pt x="4852" y="419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0" name="Google Shape;2290;p85"/>
          <p:cNvSpPr/>
          <p:nvPr/>
        </p:nvSpPr>
        <p:spPr>
          <a:xfrm>
            <a:off x="7875779" y="2949169"/>
            <a:ext cx="271340" cy="353864"/>
          </a:xfrm>
          <a:custGeom>
            <a:rect b="b" l="l" r="r" t="t"/>
            <a:pathLst>
              <a:path extrusionOk="0" h="14052" w="10776">
                <a:moveTo>
                  <a:pt x="5388" y="0"/>
                </a:moveTo>
                <a:cubicBezTo>
                  <a:pt x="3939" y="0"/>
                  <a:pt x="2741" y="1071"/>
                  <a:pt x="2552" y="2489"/>
                </a:cubicBezTo>
                <a:lnTo>
                  <a:pt x="4569" y="2489"/>
                </a:lnTo>
                <a:cubicBezTo>
                  <a:pt x="4789" y="2489"/>
                  <a:pt x="5010" y="2678"/>
                  <a:pt x="5010" y="2867"/>
                </a:cubicBezTo>
                <a:cubicBezTo>
                  <a:pt x="5010" y="3056"/>
                  <a:pt x="4789" y="3277"/>
                  <a:pt x="4569" y="3277"/>
                </a:cubicBezTo>
                <a:lnTo>
                  <a:pt x="2489" y="3277"/>
                </a:lnTo>
                <a:lnTo>
                  <a:pt x="2489" y="4096"/>
                </a:lnTo>
                <a:lnTo>
                  <a:pt x="4569" y="4096"/>
                </a:lnTo>
                <a:cubicBezTo>
                  <a:pt x="4789" y="4096"/>
                  <a:pt x="5010" y="4285"/>
                  <a:pt x="5010" y="4537"/>
                </a:cubicBezTo>
                <a:cubicBezTo>
                  <a:pt x="5010" y="4757"/>
                  <a:pt x="4789" y="4915"/>
                  <a:pt x="4569" y="4915"/>
                </a:cubicBezTo>
                <a:lnTo>
                  <a:pt x="2489" y="4915"/>
                </a:lnTo>
                <a:lnTo>
                  <a:pt x="2489" y="5734"/>
                </a:lnTo>
                <a:lnTo>
                  <a:pt x="4569" y="5734"/>
                </a:lnTo>
                <a:cubicBezTo>
                  <a:pt x="4789" y="5734"/>
                  <a:pt x="5010" y="5955"/>
                  <a:pt x="5010" y="6144"/>
                </a:cubicBezTo>
                <a:cubicBezTo>
                  <a:pt x="5010" y="6396"/>
                  <a:pt x="4789" y="6585"/>
                  <a:pt x="4569" y="6585"/>
                </a:cubicBezTo>
                <a:lnTo>
                  <a:pt x="2552" y="6585"/>
                </a:lnTo>
                <a:cubicBezTo>
                  <a:pt x="2741" y="7845"/>
                  <a:pt x="3750" y="8822"/>
                  <a:pt x="5010" y="9011"/>
                </a:cubicBezTo>
                <a:lnTo>
                  <a:pt x="5010" y="9861"/>
                </a:lnTo>
                <a:cubicBezTo>
                  <a:pt x="2804" y="9641"/>
                  <a:pt x="1072" y="7876"/>
                  <a:pt x="851" y="5671"/>
                </a:cubicBezTo>
                <a:lnTo>
                  <a:pt x="851" y="5671"/>
                </a:lnTo>
                <a:cubicBezTo>
                  <a:pt x="977" y="5703"/>
                  <a:pt x="1135" y="5734"/>
                  <a:pt x="1261" y="5734"/>
                </a:cubicBezTo>
                <a:cubicBezTo>
                  <a:pt x="1418" y="5734"/>
                  <a:pt x="1544" y="5703"/>
                  <a:pt x="1702" y="5671"/>
                </a:cubicBezTo>
                <a:lnTo>
                  <a:pt x="1702" y="3340"/>
                </a:lnTo>
                <a:cubicBezTo>
                  <a:pt x="1576" y="3308"/>
                  <a:pt x="1418" y="3277"/>
                  <a:pt x="1261" y="3277"/>
                </a:cubicBezTo>
                <a:cubicBezTo>
                  <a:pt x="599" y="3277"/>
                  <a:pt x="0" y="3812"/>
                  <a:pt x="0" y="4537"/>
                </a:cubicBezTo>
                <a:lnTo>
                  <a:pt x="0" y="5356"/>
                </a:lnTo>
                <a:cubicBezTo>
                  <a:pt x="0" y="8191"/>
                  <a:pt x="2206" y="10523"/>
                  <a:pt x="4947" y="10712"/>
                </a:cubicBezTo>
                <a:lnTo>
                  <a:pt x="4947" y="11657"/>
                </a:lnTo>
                <a:cubicBezTo>
                  <a:pt x="4002" y="11846"/>
                  <a:pt x="3308" y="12697"/>
                  <a:pt x="3308" y="13673"/>
                </a:cubicBezTo>
                <a:cubicBezTo>
                  <a:pt x="3308" y="13894"/>
                  <a:pt x="3497" y="14051"/>
                  <a:pt x="3750" y="14051"/>
                </a:cubicBezTo>
                <a:lnTo>
                  <a:pt x="7058" y="14051"/>
                </a:lnTo>
                <a:cubicBezTo>
                  <a:pt x="7278" y="14051"/>
                  <a:pt x="7436" y="13862"/>
                  <a:pt x="7436" y="13673"/>
                </a:cubicBezTo>
                <a:cubicBezTo>
                  <a:pt x="7436" y="12697"/>
                  <a:pt x="6743" y="11815"/>
                  <a:pt x="5797" y="11657"/>
                </a:cubicBezTo>
                <a:lnTo>
                  <a:pt x="5797" y="10712"/>
                </a:lnTo>
                <a:cubicBezTo>
                  <a:pt x="8570" y="10523"/>
                  <a:pt x="10775" y="8191"/>
                  <a:pt x="10775" y="5356"/>
                </a:cubicBezTo>
                <a:lnTo>
                  <a:pt x="10775" y="4537"/>
                </a:lnTo>
                <a:cubicBezTo>
                  <a:pt x="10775" y="3875"/>
                  <a:pt x="10240" y="3277"/>
                  <a:pt x="9515" y="3277"/>
                </a:cubicBezTo>
                <a:cubicBezTo>
                  <a:pt x="9357" y="3277"/>
                  <a:pt x="9263" y="3308"/>
                  <a:pt x="9137" y="3340"/>
                </a:cubicBezTo>
                <a:lnTo>
                  <a:pt x="9137" y="5671"/>
                </a:lnTo>
                <a:cubicBezTo>
                  <a:pt x="9263" y="5703"/>
                  <a:pt x="9420" y="5734"/>
                  <a:pt x="9515" y="5734"/>
                </a:cubicBezTo>
                <a:cubicBezTo>
                  <a:pt x="9672" y="5734"/>
                  <a:pt x="9798" y="5703"/>
                  <a:pt x="9925" y="5671"/>
                </a:cubicBezTo>
                <a:lnTo>
                  <a:pt x="9925" y="5671"/>
                </a:lnTo>
                <a:cubicBezTo>
                  <a:pt x="9767" y="7876"/>
                  <a:pt x="8003" y="9641"/>
                  <a:pt x="5797" y="9861"/>
                </a:cubicBezTo>
                <a:lnTo>
                  <a:pt x="5797" y="9011"/>
                </a:lnTo>
                <a:cubicBezTo>
                  <a:pt x="7058" y="8822"/>
                  <a:pt x="8034" y="7845"/>
                  <a:pt x="8223" y="6585"/>
                </a:cubicBezTo>
                <a:lnTo>
                  <a:pt x="6207" y="6585"/>
                </a:lnTo>
                <a:cubicBezTo>
                  <a:pt x="5986" y="6585"/>
                  <a:pt x="5829" y="6396"/>
                  <a:pt x="5829" y="6144"/>
                </a:cubicBezTo>
                <a:cubicBezTo>
                  <a:pt x="5829" y="5892"/>
                  <a:pt x="6018" y="5734"/>
                  <a:pt x="6207" y="5734"/>
                </a:cubicBezTo>
                <a:lnTo>
                  <a:pt x="8318" y="5734"/>
                </a:lnTo>
                <a:lnTo>
                  <a:pt x="8318" y="4915"/>
                </a:lnTo>
                <a:lnTo>
                  <a:pt x="6207" y="4915"/>
                </a:lnTo>
                <a:cubicBezTo>
                  <a:pt x="5986" y="4915"/>
                  <a:pt x="5829" y="4726"/>
                  <a:pt x="5829" y="4537"/>
                </a:cubicBezTo>
                <a:cubicBezTo>
                  <a:pt x="5829" y="4285"/>
                  <a:pt x="6018" y="4096"/>
                  <a:pt x="6207" y="4096"/>
                </a:cubicBezTo>
                <a:lnTo>
                  <a:pt x="8318" y="4096"/>
                </a:lnTo>
                <a:lnTo>
                  <a:pt x="8318" y="3277"/>
                </a:lnTo>
                <a:lnTo>
                  <a:pt x="6207" y="3277"/>
                </a:lnTo>
                <a:cubicBezTo>
                  <a:pt x="5986" y="3277"/>
                  <a:pt x="5829" y="3056"/>
                  <a:pt x="5829" y="2867"/>
                </a:cubicBezTo>
                <a:cubicBezTo>
                  <a:pt x="5829" y="2678"/>
                  <a:pt x="6018" y="2489"/>
                  <a:pt x="6207" y="2489"/>
                </a:cubicBezTo>
                <a:lnTo>
                  <a:pt x="8223" y="2489"/>
                </a:lnTo>
                <a:cubicBezTo>
                  <a:pt x="8034" y="1071"/>
                  <a:pt x="6806" y="0"/>
                  <a:pt x="53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1" name="Google Shape;2291;p85"/>
          <p:cNvGrpSpPr/>
          <p:nvPr/>
        </p:nvGrpSpPr>
        <p:grpSpPr>
          <a:xfrm>
            <a:off x="5151847" y="1844240"/>
            <a:ext cx="357002" cy="354267"/>
            <a:chOff x="-12163025" y="3214275"/>
            <a:chExt cx="354450" cy="351700"/>
          </a:xfrm>
        </p:grpSpPr>
        <p:sp>
          <p:nvSpPr>
            <p:cNvPr id="2292" name="Google Shape;2292;p85"/>
            <p:cNvSpPr/>
            <p:nvPr/>
          </p:nvSpPr>
          <p:spPr>
            <a:xfrm>
              <a:off x="-12163025" y="3214275"/>
              <a:ext cx="354450" cy="165025"/>
            </a:xfrm>
            <a:custGeom>
              <a:rect b="b" l="l" r="r" t="t"/>
              <a:pathLst>
                <a:path extrusionOk="0" h="6601" w="14178">
                  <a:moveTo>
                    <a:pt x="10271" y="1812"/>
                  </a:moveTo>
                  <a:cubicBezTo>
                    <a:pt x="10649" y="1812"/>
                    <a:pt x="10996" y="1844"/>
                    <a:pt x="11342" y="1970"/>
                  </a:cubicBezTo>
                  <a:cubicBezTo>
                    <a:pt x="11626" y="2064"/>
                    <a:pt x="11846" y="2096"/>
                    <a:pt x="12130" y="2096"/>
                  </a:cubicBezTo>
                  <a:cubicBezTo>
                    <a:pt x="12350" y="2096"/>
                    <a:pt x="12508" y="2285"/>
                    <a:pt x="12508" y="2505"/>
                  </a:cubicBezTo>
                  <a:lnTo>
                    <a:pt x="12508" y="2820"/>
                  </a:lnTo>
                  <a:cubicBezTo>
                    <a:pt x="12508" y="3955"/>
                    <a:pt x="11563" y="4900"/>
                    <a:pt x="10429" y="4900"/>
                  </a:cubicBezTo>
                  <a:lnTo>
                    <a:pt x="9767" y="4900"/>
                  </a:lnTo>
                  <a:cubicBezTo>
                    <a:pt x="9105" y="4900"/>
                    <a:pt x="8507" y="4553"/>
                    <a:pt x="8192" y="3923"/>
                  </a:cubicBezTo>
                  <a:lnTo>
                    <a:pt x="7908" y="3324"/>
                  </a:lnTo>
                  <a:cubicBezTo>
                    <a:pt x="7877" y="3198"/>
                    <a:pt x="7908" y="3041"/>
                    <a:pt x="8034" y="2883"/>
                  </a:cubicBezTo>
                  <a:lnTo>
                    <a:pt x="8349" y="2568"/>
                  </a:lnTo>
                  <a:cubicBezTo>
                    <a:pt x="8979" y="1938"/>
                    <a:pt x="9735" y="1812"/>
                    <a:pt x="10271" y="1812"/>
                  </a:cubicBezTo>
                  <a:close/>
                  <a:moveTo>
                    <a:pt x="3939" y="1844"/>
                  </a:moveTo>
                  <a:cubicBezTo>
                    <a:pt x="4474" y="1844"/>
                    <a:pt x="5262" y="1970"/>
                    <a:pt x="5892" y="2600"/>
                  </a:cubicBezTo>
                  <a:lnTo>
                    <a:pt x="6207" y="2915"/>
                  </a:lnTo>
                  <a:cubicBezTo>
                    <a:pt x="6333" y="3041"/>
                    <a:pt x="6364" y="3230"/>
                    <a:pt x="6301" y="3387"/>
                  </a:cubicBezTo>
                  <a:lnTo>
                    <a:pt x="6018" y="3986"/>
                  </a:lnTo>
                  <a:cubicBezTo>
                    <a:pt x="5703" y="4585"/>
                    <a:pt x="5104" y="4963"/>
                    <a:pt x="4443" y="4963"/>
                  </a:cubicBezTo>
                  <a:lnTo>
                    <a:pt x="3781" y="4963"/>
                  </a:lnTo>
                  <a:cubicBezTo>
                    <a:pt x="2647" y="4963"/>
                    <a:pt x="1702" y="4018"/>
                    <a:pt x="1702" y="2883"/>
                  </a:cubicBezTo>
                  <a:lnTo>
                    <a:pt x="1702" y="2537"/>
                  </a:lnTo>
                  <a:lnTo>
                    <a:pt x="1733" y="2537"/>
                  </a:lnTo>
                  <a:cubicBezTo>
                    <a:pt x="1733" y="2285"/>
                    <a:pt x="1891" y="2127"/>
                    <a:pt x="2111" y="2127"/>
                  </a:cubicBezTo>
                  <a:cubicBezTo>
                    <a:pt x="2395" y="2127"/>
                    <a:pt x="2678" y="2096"/>
                    <a:pt x="2899" y="2001"/>
                  </a:cubicBezTo>
                  <a:cubicBezTo>
                    <a:pt x="3277" y="1907"/>
                    <a:pt x="3623" y="1844"/>
                    <a:pt x="3939" y="1844"/>
                  </a:cubicBezTo>
                  <a:close/>
                  <a:moveTo>
                    <a:pt x="13784" y="1"/>
                  </a:moveTo>
                  <a:cubicBezTo>
                    <a:pt x="13713" y="1"/>
                    <a:pt x="13642" y="16"/>
                    <a:pt x="13579" y="48"/>
                  </a:cubicBezTo>
                  <a:lnTo>
                    <a:pt x="13043" y="331"/>
                  </a:lnTo>
                  <a:cubicBezTo>
                    <a:pt x="12798" y="445"/>
                    <a:pt x="12552" y="502"/>
                    <a:pt x="12299" y="502"/>
                  </a:cubicBezTo>
                  <a:cubicBezTo>
                    <a:pt x="12131" y="502"/>
                    <a:pt x="11960" y="476"/>
                    <a:pt x="11783" y="426"/>
                  </a:cubicBezTo>
                  <a:cubicBezTo>
                    <a:pt x="11291" y="283"/>
                    <a:pt x="10793" y="213"/>
                    <a:pt x="10307" y="213"/>
                  </a:cubicBezTo>
                  <a:cubicBezTo>
                    <a:pt x="9083" y="213"/>
                    <a:pt x="7932" y="654"/>
                    <a:pt x="7121" y="1466"/>
                  </a:cubicBezTo>
                  <a:lnTo>
                    <a:pt x="7089" y="1497"/>
                  </a:lnTo>
                  <a:lnTo>
                    <a:pt x="7058" y="1466"/>
                  </a:lnTo>
                  <a:cubicBezTo>
                    <a:pt x="6246" y="654"/>
                    <a:pt x="5127" y="213"/>
                    <a:pt x="3898" y="213"/>
                  </a:cubicBezTo>
                  <a:cubicBezTo>
                    <a:pt x="3410" y="213"/>
                    <a:pt x="2905" y="283"/>
                    <a:pt x="2395" y="426"/>
                  </a:cubicBezTo>
                  <a:cubicBezTo>
                    <a:pt x="2231" y="476"/>
                    <a:pt x="2062" y="502"/>
                    <a:pt x="1892" y="502"/>
                  </a:cubicBezTo>
                  <a:cubicBezTo>
                    <a:pt x="1637" y="502"/>
                    <a:pt x="1380" y="445"/>
                    <a:pt x="1135" y="331"/>
                  </a:cubicBezTo>
                  <a:lnTo>
                    <a:pt x="599" y="48"/>
                  </a:lnTo>
                  <a:cubicBezTo>
                    <a:pt x="546" y="21"/>
                    <a:pt x="487" y="12"/>
                    <a:pt x="427" y="12"/>
                  </a:cubicBezTo>
                  <a:cubicBezTo>
                    <a:pt x="345" y="12"/>
                    <a:pt x="262" y="30"/>
                    <a:pt x="189" y="48"/>
                  </a:cubicBezTo>
                  <a:cubicBezTo>
                    <a:pt x="95" y="111"/>
                    <a:pt x="0" y="237"/>
                    <a:pt x="0" y="394"/>
                  </a:cubicBezTo>
                  <a:lnTo>
                    <a:pt x="0" y="2883"/>
                  </a:lnTo>
                  <a:cubicBezTo>
                    <a:pt x="63" y="4931"/>
                    <a:pt x="1733" y="6601"/>
                    <a:pt x="3781" y="6601"/>
                  </a:cubicBezTo>
                  <a:lnTo>
                    <a:pt x="4443" y="6601"/>
                  </a:lnTo>
                  <a:cubicBezTo>
                    <a:pt x="5514" y="6601"/>
                    <a:pt x="6490" y="6128"/>
                    <a:pt x="7121" y="5278"/>
                  </a:cubicBezTo>
                  <a:cubicBezTo>
                    <a:pt x="7751" y="6128"/>
                    <a:pt x="8727" y="6601"/>
                    <a:pt x="9798" y="6601"/>
                  </a:cubicBezTo>
                  <a:lnTo>
                    <a:pt x="10460" y="6601"/>
                  </a:lnTo>
                  <a:cubicBezTo>
                    <a:pt x="12508" y="6601"/>
                    <a:pt x="14178" y="4931"/>
                    <a:pt x="14178" y="2883"/>
                  </a:cubicBezTo>
                  <a:lnTo>
                    <a:pt x="14178" y="394"/>
                  </a:lnTo>
                  <a:cubicBezTo>
                    <a:pt x="14178" y="237"/>
                    <a:pt x="14083" y="142"/>
                    <a:pt x="13989" y="48"/>
                  </a:cubicBezTo>
                  <a:cubicBezTo>
                    <a:pt x="13926" y="16"/>
                    <a:pt x="13855" y="1"/>
                    <a:pt x="137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85"/>
            <p:cNvSpPr/>
            <p:nvPr/>
          </p:nvSpPr>
          <p:spPr>
            <a:xfrm>
              <a:off x="-12161450" y="3503725"/>
              <a:ext cx="41775" cy="62250"/>
            </a:xfrm>
            <a:custGeom>
              <a:rect b="b" l="l" r="r" t="t"/>
              <a:pathLst>
                <a:path extrusionOk="0" h="2490" w="1671">
                  <a:moveTo>
                    <a:pt x="0" y="1"/>
                  </a:moveTo>
                  <a:lnTo>
                    <a:pt x="0" y="1670"/>
                  </a:lnTo>
                  <a:cubicBezTo>
                    <a:pt x="0" y="2143"/>
                    <a:pt x="378" y="2490"/>
                    <a:pt x="851" y="2490"/>
                  </a:cubicBezTo>
                  <a:cubicBezTo>
                    <a:pt x="1324" y="2490"/>
                    <a:pt x="1670" y="2143"/>
                    <a:pt x="1670" y="1670"/>
                  </a:cubicBezTo>
                  <a:lnTo>
                    <a:pt x="16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85"/>
            <p:cNvSpPr/>
            <p:nvPr/>
          </p:nvSpPr>
          <p:spPr>
            <a:xfrm>
              <a:off x="-12161450" y="3350150"/>
              <a:ext cx="41775" cy="133125"/>
            </a:xfrm>
            <a:custGeom>
              <a:rect b="b" l="l" r="r" t="t"/>
              <a:pathLst>
                <a:path extrusionOk="0" h="5325" w="1671">
                  <a:moveTo>
                    <a:pt x="0" y="0"/>
                  </a:moveTo>
                  <a:lnTo>
                    <a:pt x="0" y="5325"/>
                  </a:lnTo>
                  <a:lnTo>
                    <a:pt x="1670" y="5325"/>
                  </a:lnTo>
                  <a:lnTo>
                    <a:pt x="1670" y="1481"/>
                  </a:lnTo>
                  <a:cubicBezTo>
                    <a:pt x="1009" y="1103"/>
                    <a:pt x="441" y="63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5" name="Google Shape;2295;p85"/>
          <p:cNvGrpSpPr/>
          <p:nvPr/>
        </p:nvGrpSpPr>
        <p:grpSpPr>
          <a:xfrm>
            <a:off x="6749797" y="2947991"/>
            <a:ext cx="354635" cy="356232"/>
            <a:chOff x="-12160675" y="4081850"/>
            <a:chExt cx="352100" cy="353650"/>
          </a:xfrm>
        </p:grpSpPr>
        <p:sp>
          <p:nvSpPr>
            <p:cNvPr id="2296" name="Google Shape;2296;p85"/>
            <p:cNvSpPr/>
            <p:nvPr/>
          </p:nvSpPr>
          <p:spPr>
            <a:xfrm>
              <a:off x="-12014950" y="4081850"/>
              <a:ext cx="61450" cy="62275"/>
            </a:xfrm>
            <a:custGeom>
              <a:rect b="b" l="l" r="r" t="t"/>
              <a:pathLst>
                <a:path extrusionOk="0" h="2491" w="2458">
                  <a:moveTo>
                    <a:pt x="1198" y="0"/>
                  </a:moveTo>
                  <a:cubicBezTo>
                    <a:pt x="536" y="0"/>
                    <a:pt x="0" y="599"/>
                    <a:pt x="0" y="1260"/>
                  </a:cubicBezTo>
                  <a:cubicBezTo>
                    <a:pt x="0" y="1922"/>
                    <a:pt x="536" y="2489"/>
                    <a:pt x="1198" y="2489"/>
                  </a:cubicBezTo>
                  <a:cubicBezTo>
                    <a:pt x="1216" y="2490"/>
                    <a:pt x="1235" y="2490"/>
                    <a:pt x="1253" y="2490"/>
                  </a:cubicBezTo>
                  <a:cubicBezTo>
                    <a:pt x="1892" y="2490"/>
                    <a:pt x="2458" y="1965"/>
                    <a:pt x="2458" y="1260"/>
                  </a:cubicBezTo>
                  <a:cubicBezTo>
                    <a:pt x="2458" y="599"/>
                    <a:pt x="1922" y="0"/>
                    <a:pt x="11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85"/>
            <p:cNvSpPr/>
            <p:nvPr/>
          </p:nvSpPr>
          <p:spPr>
            <a:xfrm>
              <a:off x="-12077175" y="4352000"/>
              <a:ext cx="186700" cy="83500"/>
            </a:xfrm>
            <a:custGeom>
              <a:rect b="b" l="l" r="r" t="t"/>
              <a:pathLst>
                <a:path extrusionOk="0" h="3340" w="7468">
                  <a:moveTo>
                    <a:pt x="1639" y="0"/>
                  </a:moveTo>
                  <a:cubicBezTo>
                    <a:pt x="1166" y="0"/>
                    <a:pt x="820" y="347"/>
                    <a:pt x="820" y="819"/>
                  </a:cubicBezTo>
                  <a:lnTo>
                    <a:pt x="820" y="1670"/>
                  </a:lnTo>
                  <a:cubicBezTo>
                    <a:pt x="347" y="1670"/>
                    <a:pt x="0" y="2048"/>
                    <a:pt x="0" y="2521"/>
                  </a:cubicBezTo>
                  <a:lnTo>
                    <a:pt x="0" y="2899"/>
                  </a:lnTo>
                  <a:cubicBezTo>
                    <a:pt x="0" y="3151"/>
                    <a:pt x="189" y="3340"/>
                    <a:pt x="410" y="3340"/>
                  </a:cubicBezTo>
                  <a:lnTo>
                    <a:pt x="7026" y="3340"/>
                  </a:lnTo>
                  <a:cubicBezTo>
                    <a:pt x="7278" y="3340"/>
                    <a:pt x="7467" y="3151"/>
                    <a:pt x="7467" y="2899"/>
                  </a:cubicBezTo>
                  <a:lnTo>
                    <a:pt x="7467" y="2521"/>
                  </a:lnTo>
                  <a:cubicBezTo>
                    <a:pt x="7467" y="2048"/>
                    <a:pt x="7121" y="1670"/>
                    <a:pt x="6648" y="1670"/>
                  </a:cubicBezTo>
                  <a:lnTo>
                    <a:pt x="6648" y="819"/>
                  </a:lnTo>
                  <a:cubicBezTo>
                    <a:pt x="6616" y="347"/>
                    <a:pt x="6207" y="0"/>
                    <a:pt x="5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85"/>
            <p:cNvSpPr/>
            <p:nvPr/>
          </p:nvSpPr>
          <p:spPr>
            <a:xfrm>
              <a:off x="-11911775" y="4186000"/>
              <a:ext cx="103200" cy="101425"/>
            </a:xfrm>
            <a:custGeom>
              <a:rect b="b" l="l" r="r" t="t"/>
              <a:pathLst>
                <a:path extrusionOk="0" h="4057" w="4128">
                  <a:moveTo>
                    <a:pt x="2060" y="1"/>
                  </a:moveTo>
                  <a:cubicBezTo>
                    <a:pt x="1914" y="1"/>
                    <a:pt x="1765" y="72"/>
                    <a:pt x="1670" y="213"/>
                  </a:cubicBezTo>
                  <a:lnTo>
                    <a:pt x="1198" y="1190"/>
                  </a:lnTo>
                  <a:lnTo>
                    <a:pt x="221" y="1663"/>
                  </a:lnTo>
                  <a:cubicBezTo>
                    <a:pt x="63" y="1757"/>
                    <a:pt x="0" y="1852"/>
                    <a:pt x="0" y="2009"/>
                  </a:cubicBezTo>
                  <a:cubicBezTo>
                    <a:pt x="0" y="2167"/>
                    <a:pt x="63" y="2324"/>
                    <a:pt x="221" y="2356"/>
                  </a:cubicBezTo>
                  <a:lnTo>
                    <a:pt x="1198" y="2828"/>
                  </a:lnTo>
                  <a:lnTo>
                    <a:pt x="1670" y="3836"/>
                  </a:lnTo>
                  <a:cubicBezTo>
                    <a:pt x="1765" y="3994"/>
                    <a:pt x="1891" y="4057"/>
                    <a:pt x="2048" y="4057"/>
                  </a:cubicBezTo>
                  <a:cubicBezTo>
                    <a:pt x="2206" y="4057"/>
                    <a:pt x="2363" y="3994"/>
                    <a:pt x="2395" y="3836"/>
                  </a:cubicBezTo>
                  <a:lnTo>
                    <a:pt x="2867" y="2828"/>
                  </a:lnTo>
                  <a:lnTo>
                    <a:pt x="3907" y="2356"/>
                  </a:lnTo>
                  <a:cubicBezTo>
                    <a:pt x="4065" y="2293"/>
                    <a:pt x="4128" y="2167"/>
                    <a:pt x="4128" y="2009"/>
                  </a:cubicBezTo>
                  <a:cubicBezTo>
                    <a:pt x="4128" y="1852"/>
                    <a:pt x="4033" y="1757"/>
                    <a:pt x="3939" y="1663"/>
                  </a:cubicBezTo>
                  <a:lnTo>
                    <a:pt x="2899" y="1190"/>
                  </a:lnTo>
                  <a:lnTo>
                    <a:pt x="2426" y="213"/>
                  </a:lnTo>
                  <a:cubicBezTo>
                    <a:pt x="2348" y="72"/>
                    <a:pt x="2206" y="1"/>
                    <a:pt x="20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85"/>
            <p:cNvSpPr/>
            <p:nvPr/>
          </p:nvSpPr>
          <p:spPr>
            <a:xfrm>
              <a:off x="-12160675" y="4186000"/>
              <a:ext cx="104000" cy="101425"/>
            </a:xfrm>
            <a:custGeom>
              <a:rect b="b" l="l" r="r" t="t"/>
              <a:pathLst>
                <a:path extrusionOk="0" h="4057" w="4160">
                  <a:moveTo>
                    <a:pt x="2092" y="1"/>
                  </a:moveTo>
                  <a:cubicBezTo>
                    <a:pt x="1946" y="1"/>
                    <a:pt x="1797" y="72"/>
                    <a:pt x="1702" y="213"/>
                  </a:cubicBezTo>
                  <a:lnTo>
                    <a:pt x="1230" y="1190"/>
                  </a:lnTo>
                  <a:lnTo>
                    <a:pt x="221" y="1663"/>
                  </a:lnTo>
                  <a:cubicBezTo>
                    <a:pt x="64" y="1757"/>
                    <a:pt x="1" y="1852"/>
                    <a:pt x="1" y="2009"/>
                  </a:cubicBezTo>
                  <a:cubicBezTo>
                    <a:pt x="1" y="2167"/>
                    <a:pt x="64" y="2324"/>
                    <a:pt x="221" y="2387"/>
                  </a:cubicBezTo>
                  <a:lnTo>
                    <a:pt x="1230" y="2860"/>
                  </a:lnTo>
                  <a:lnTo>
                    <a:pt x="1702" y="3836"/>
                  </a:lnTo>
                  <a:cubicBezTo>
                    <a:pt x="1797" y="3994"/>
                    <a:pt x="1923" y="4057"/>
                    <a:pt x="2080" y="4057"/>
                  </a:cubicBezTo>
                  <a:cubicBezTo>
                    <a:pt x="2238" y="4057"/>
                    <a:pt x="2395" y="3994"/>
                    <a:pt x="2427" y="3836"/>
                  </a:cubicBezTo>
                  <a:lnTo>
                    <a:pt x="2899" y="2860"/>
                  </a:lnTo>
                  <a:lnTo>
                    <a:pt x="3876" y="2387"/>
                  </a:lnTo>
                  <a:cubicBezTo>
                    <a:pt x="4034" y="2324"/>
                    <a:pt x="4160" y="2167"/>
                    <a:pt x="4160" y="2009"/>
                  </a:cubicBezTo>
                  <a:cubicBezTo>
                    <a:pt x="4160" y="1852"/>
                    <a:pt x="4065" y="1694"/>
                    <a:pt x="3939" y="1663"/>
                  </a:cubicBezTo>
                  <a:lnTo>
                    <a:pt x="2931" y="1190"/>
                  </a:lnTo>
                  <a:lnTo>
                    <a:pt x="2458" y="213"/>
                  </a:lnTo>
                  <a:cubicBezTo>
                    <a:pt x="2380" y="72"/>
                    <a:pt x="2238" y="1"/>
                    <a:pt x="20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85"/>
            <p:cNvSpPr/>
            <p:nvPr/>
          </p:nvSpPr>
          <p:spPr>
            <a:xfrm>
              <a:off x="-12049600" y="4144075"/>
              <a:ext cx="127600" cy="67750"/>
            </a:xfrm>
            <a:custGeom>
              <a:rect b="b" l="l" r="r" t="t"/>
              <a:pathLst>
                <a:path extrusionOk="0" h="2710" w="5104">
                  <a:moveTo>
                    <a:pt x="851" y="0"/>
                  </a:moveTo>
                  <a:cubicBezTo>
                    <a:pt x="819" y="32"/>
                    <a:pt x="662" y="63"/>
                    <a:pt x="599" y="189"/>
                  </a:cubicBezTo>
                  <a:cubicBezTo>
                    <a:pt x="63" y="945"/>
                    <a:pt x="0" y="1890"/>
                    <a:pt x="347" y="2710"/>
                  </a:cubicBezTo>
                  <a:lnTo>
                    <a:pt x="2394" y="1670"/>
                  </a:lnTo>
                  <a:cubicBezTo>
                    <a:pt x="2426" y="1638"/>
                    <a:pt x="2521" y="1638"/>
                    <a:pt x="2552" y="1638"/>
                  </a:cubicBezTo>
                  <a:cubicBezTo>
                    <a:pt x="2647" y="1638"/>
                    <a:pt x="2678" y="1638"/>
                    <a:pt x="2710" y="1670"/>
                  </a:cubicBezTo>
                  <a:lnTo>
                    <a:pt x="4757" y="2710"/>
                  </a:lnTo>
                  <a:cubicBezTo>
                    <a:pt x="5104" y="1890"/>
                    <a:pt x="5041" y="945"/>
                    <a:pt x="4537" y="189"/>
                  </a:cubicBezTo>
                  <a:cubicBezTo>
                    <a:pt x="4442" y="63"/>
                    <a:pt x="4316" y="0"/>
                    <a:pt x="4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85"/>
            <p:cNvSpPr/>
            <p:nvPr/>
          </p:nvSpPr>
          <p:spPr>
            <a:xfrm>
              <a:off x="-12033850" y="4212600"/>
              <a:ext cx="99250" cy="118150"/>
            </a:xfrm>
            <a:custGeom>
              <a:rect b="b" l="l" r="r" t="t"/>
              <a:pathLst>
                <a:path extrusionOk="0" h="4726" w="3970">
                  <a:moveTo>
                    <a:pt x="1575" y="0"/>
                  </a:moveTo>
                  <a:lnTo>
                    <a:pt x="0" y="788"/>
                  </a:lnTo>
                  <a:lnTo>
                    <a:pt x="662" y="4726"/>
                  </a:lnTo>
                  <a:lnTo>
                    <a:pt x="3308" y="4726"/>
                  </a:lnTo>
                  <a:lnTo>
                    <a:pt x="3970" y="788"/>
                  </a:lnTo>
                  <a:lnTo>
                    <a:pt x="2395" y="0"/>
                  </a:lnTo>
                  <a:lnTo>
                    <a:pt x="2395" y="1827"/>
                  </a:lnTo>
                  <a:cubicBezTo>
                    <a:pt x="2395" y="2048"/>
                    <a:pt x="2206" y="2268"/>
                    <a:pt x="1954" y="2268"/>
                  </a:cubicBezTo>
                  <a:cubicBezTo>
                    <a:pt x="1733" y="2268"/>
                    <a:pt x="1575" y="2048"/>
                    <a:pt x="1575" y="1827"/>
                  </a:cubicBezTo>
                  <a:lnTo>
                    <a:pt x="1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2" name="Google Shape;2302;p85"/>
          <p:cNvGrpSpPr/>
          <p:nvPr/>
        </p:nvGrpSpPr>
        <p:grpSpPr>
          <a:xfrm>
            <a:off x="7833749" y="3439667"/>
            <a:ext cx="355416" cy="355652"/>
            <a:chOff x="-10391650" y="3180600"/>
            <a:chExt cx="352875" cy="353075"/>
          </a:xfrm>
        </p:grpSpPr>
        <p:sp>
          <p:nvSpPr>
            <p:cNvPr id="2303" name="Google Shape;2303;p85"/>
            <p:cNvSpPr/>
            <p:nvPr/>
          </p:nvSpPr>
          <p:spPr>
            <a:xfrm>
              <a:off x="-10390875" y="3263500"/>
              <a:ext cx="352100" cy="42550"/>
            </a:xfrm>
            <a:custGeom>
              <a:rect b="b" l="l" r="r" t="t"/>
              <a:pathLst>
                <a:path extrusionOk="0" h="1702" w="14084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1" y="1261"/>
                  </a:lnTo>
                  <a:cubicBezTo>
                    <a:pt x="1" y="1513"/>
                    <a:pt x="190" y="1702"/>
                    <a:pt x="410" y="1702"/>
                  </a:cubicBezTo>
                  <a:lnTo>
                    <a:pt x="13674" y="1702"/>
                  </a:lnTo>
                  <a:cubicBezTo>
                    <a:pt x="13894" y="1702"/>
                    <a:pt x="14083" y="1513"/>
                    <a:pt x="14083" y="1261"/>
                  </a:cubicBezTo>
                  <a:lnTo>
                    <a:pt x="14083" y="851"/>
                  </a:lnTo>
                  <a:cubicBezTo>
                    <a:pt x="14083" y="410"/>
                    <a:pt x="13705" y="1"/>
                    <a:pt x="132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85"/>
            <p:cNvSpPr/>
            <p:nvPr/>
          </p:nvSpPr>
          <p:spPr>
            <a:xfrm>
              <a:off x="-10391650" y="3451750"/>
              <a:ext cx="352875" cy="81925"/>
            </a:xfrm>
            <a:custGeom>
              <a:rect b="b" l="l" r="r" t="t"/>
              <a:pathLst>
                <a:path extrusionOk="0" h="3277" w="14115">
                  <a:moveTo>
                    <a:pt x="2079" y="0"/>
                  </a:moveTo>
                  <a:cubicBezTo>
                    <a:pt x="1418" y="0"/>
                    <a:pt x="819" y="536"/>
                    <a:pt x="819" y="1229"/>
                  </a:cubicBezTo>
                  <a:lnTo>
                    <a:pt x="819" y="1607"/>
                  </a:lnTo>
                  <a:cubicBezTo>
                    <a:pt x="347" y="1607"/>
                    <a:pt x="0" y="1954"/>
                    <a:pt x="0" y="2458"/>
                  </a:cubicBezTo>
                  <a:lnTo>
                    <a:pt x="0" y="2867"/>
                  </a:lnTo>
                  <a:cubicBezTo>
                    <a:pt x="0" y="3119"/>
                    <a:pt x="189" y="3277"/>
                    <a:pt x="378" y="3277"/>
                  </a:cubicBezTo>
                  <a:lnTo>
                    <a:pt x="13642" y="3277"/>
                  </a:lnTo>
                  <a:cubicBezTo>
                    <a:pt x="13894" y="3277"/>
                    <a:pt x="14083" y="3088"/>
                    <a:pt x="14083" y="2867"/>
                  </a:cubicBezTo>
                  <a:lnTo>
                    <a:pt x="14083" y="2458"/>
                  </a:lnTo>
                  <a:cubicBezTo>
                    <a:pt x="14114" y="1954"/>
                    <a:pt x="13736" y="1607"/>
                    <a:pt x="13295" y="1607"/>
                  </a:cubicBezTo>
                  <a:lnTo>
                    <a:pt x="13295" y="1229"/>
                  </a:lnTo>
                  <a:cubicBezTo>
                    <a:pt x="13295" y="567"/>
                    <a:pt x="12760" y="0"/>
                    <a:pt x="12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85"/>
            <p:cNvSpPr/>
            <p:nvPr/>
          </p:nvSpPr>
          <p:spPr>
            <a:xfrm>
              <a:off x="-10327075" y="3180600"/>
              <a:ext cx="223700" cy="62450"/>
            </a:xfrm>
            <a:custGeom>
              <a:rect b="b" l="l" r="r" t="t"/>
              <a:pathLst>
                <a:path extrusionOk="0" h="2498" w="8948">
                  <a:moveTo>
                    <a:pt x="4490" y="1"/>
                  </a:moveTo>
                  <a:cubicBezTo>
                    <a:pt x="4419" y="1"/>
                    <a:pt x="4348" y="24"/>
                    <a:pt x="4285" y="72"/>
                  </a:cubicBezTo>
                  <a:lnTo>
                    <a:pt x="0" y="2498"/>
                  </a:lnTo>
                  <a:lnTo>
                    <a:pt x="8948" y="2498"/>
                  </a:lnTo>
                  <a:lnTo>
                    <a:pt x="4695" y="72"/>
                  </a:lnTo>
                  <a:cubicBezTo>
                    <a:pt x="4632" y="24"/>
                    <a:pt x="4561" y="1"/>
                    <a:pt x="4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85"/>
            <p:cNvSpPr/>
            <p:nvPr/>
          </p:nvSpPr>
          <p:spPr>
            <a:xfrm>
              <a:off x="-10245950" y="3325725"/>
              <a:ext cx="61450" cy="104775"/>
            </a:xfrm>
            <a:custGeom>
              <a:rect b="b" l="l" r="r" t="t"/>
              <a:pathLst>
                <a:path extrusionOk="0" h="4191" w="2458">
                  <a:moveTo>
                    <a:pt x="0" y="1"/>
                  </a:moveTo>
                  <a:lnTo>
                    <a:pt x="0" y="4191"/>
                  </a:lnTo>
                  <a:lnTo>
                    <a:pt x="2458" y="4191"/>
                  </a:lnTo>
                  <a:lnTo>
                    <a:pt x="24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85"/>
            <p:cNvSpPr/>
            <p:nvPr/>
          </p:nvSpPr>
          <p:spPr>
            <a:xfrm>
              <a:off x="-10142775" y="3325725"/>
              <a:ext cx="63025" cy="104775"/>
            </a:xfrm>
            <a:custGeom>
              <a:rect b="b" l="l" r="r" t="t"/>
              <a:pathLst>
                <a:path extrusionOk="0" h="4191" w="2521">
                  <a:moveTo>
                    <a:pt x="1" y="1"/>
                  </a:moveTo>
                  <a:lnTo>
                    <a:pt x="1" y="4191"/>
                  </a:lnTo>
                  <a:lnTo>
                    <a:pt x="2521" y="4191"/>
                  </a:lnTo>
                  <a:lnTo>
                    <a:pt x="25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85"/>
            <p:cNvSpPr/>
            <p:nvPr/>
          </p:nvSpPr>
          <p:spPr>
            <a:xfrm>
              <a:off x="-10350700" y="3325725"/>
              <a:ext cx="62250" cy="104775"/>
            </a:xfrm>
            <a:custGeom>
              <a:rect b="b" l="l" r="r" t="t"/>
              <a:pathLst>
                <a:path extrusionOk="0" h="4191" w="2490">
                  <a:moveTo>
                    <a:pt x="0" y="1"/>
                  </a:moveTo>
                  <a:lnTo>
                    <a:pt x="0" y="4191"/>
                  </a:lnTo>
                  <a:lnTo>
                    <a:pt x="2489" y="4191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9" name="Google Shape;2309;p85"/>
          <p:cNvGrpSpPr/>
          <p:nvPr/>
        </p:nvGrpSpPr>
        <p:grpSpPr>
          <a:xfrm>
            <a:off x="5153021" y="3900787"/>
            <a:ext cx="354635" cy="353890"/>
            <a:chOff x="-10390875" y="3616350"/>
            <a:chExt cx="352100" cy="351325"/>
          </a:xfrm>
        </p:grpSpPr>
        <p:sp>
          <p:nvSpPr>
            <p:cNvPr id="2310" name="Google Shape;2310;p85"/>
            <p:cNvSpPr/>
            <p:nvPr/>
          </p:nvSpPr>
          <p:spPr>
            <a:xfrm>
              <a:off x="-10308950" y="3780175"/>
              <a:ext cx="186675" cy="104800"/>
            </a:xfrm>
            <a:custGeom>
              <a:rect b="b" l="l" r="r" t="t"/>
              <a:pathLst>
                <a:path extrusionOk="0" h="4192" w="7467">
                  <a:moveTo>
                    <a:pt x="0" y="1"/>
                  </a:moveTo>
                  <a:lnTo>
                    <a:pt x="0" y="4191"/>
                  </a:lnTo>
                  <a:lnTo>
                    <a:pt x="7467" y="4191"/>
                  </a:lnTo>
                  <a:lnTo>
                    <a:pt x="7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85"/>
            <p:cNvSpPr/>
            <p:nvPr/>
          </p:nvSpPr>
          <p:spPr>
            <a:xfrm>
              <a:off x="-10390875" y="3698275"/>
              <a:ext cx="352100" cy="269400"/>
            </a:xfrm>
            <a:custGeom>
              <a:rect b="b" l="l" r="r" t="t"/>
              <a:pathLst>
                <a:path extrusionOk="0" h="10776" w="14084">
                  <a:moveTo>
                    <a:pt x="11216" y="2426"/>
                  </a:moveTo>
                  <a:cubicBezTo>
                    <a:pt x="11468" y="2426"/>
                    <a:pt x="11626" y="2615"/>
                    <a:pt x="11626" y="2867"/>
                  </a:cubicBezTo>
                  <a:lnTo>
                    <a:pt x="11626" y="7845"/>
                  </a:lnTo>
                  <a:cubicBezTo>
                    <a:pt x="11626" y="8097"/>
                    <a:pt x="11437" y="8255"/>
                    <a:pt x="11216" y="8255"/>
                  </a:cubicBezTo>
                  <a:lnTo>
                    <a:pt x="2931" y="8255"/>
                  </a:lnTo>
                  <a:cubicBezTo>
                    <a:pt x="2678" y="8255"/>
                    <a:pt x="2489" y="8066"/>
                    <a:pt x="2489" y="7845"/>
                  </a:cubicBezTo>
                  <a:lnTo>
                    <a:pt x="2489" y="2867"/>
                  </a:lnTo>
                  <a:cubicBezTo>
                    <a:pt x="2489" y="2615"/>
                    <a:pt x="2678" y="2426"/>
                    <a:pt x="2931" y="2426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9"/>
                  </a:cubicBezTo>
                  <a:cubicBezTo>
                    <a:pt x="1" y="2237"/>
                    <a:pt x="316" y="2773"/>
                    <a:pt x="820" y="3056"/>
                  </a:cubicBezTo>
                  <a:lnTo>
                    <a:pt x="820" y="7719"/>
                  </a:lnTo>
                  <a:cubicBezTo>
                    <a:pt x="316" y="7971"/>
                    <a:pt x="1" y="8538"/>
                    <a:pt x="1" y="9137"/>
                  </a:cubicBezTo>
                  <a:cubicBezTo>
                    <a:pt x="1" y="10019"/>
                    <a:pt x="757" y="10775"/>
                    <a:pt x="1670" y="10775"/>
                  </a:cubicBezTo>
                  <a:cubicBezTo>
                    <a:pt x="2237" y="10775"/>
                    <a:pt x="2805" y="10460"/>
                    <a:pt x="3057" y="9956"/>
                  </a:cubicBezTo>
                  <a:lnTo>
                    <a:pt x="11027" y="9956"/>
                  </a:lnTo>
                  <a:cubicBezTo>
                    <a:pt x="11311" y="10460"/>
                    <a:pt x="11846" y="10775"/>
                    <a:pt x="12445" y="10775"/>
                  </a:cubicBezTo>
                  <a:cubicBezTo>
                    <a:pt x="13359" y="10775"/>
                    <a:pt x="14083" y="10019"/>
                    <a:pt x="14083" y="9137"/>
                  </a:cubicBezTo>
                  <a:cubicBezTo>
                    <a:pt x="14083" y="8538"/>
                    <a:pt x="13800" y="7971"/>
                    <a:pt x="13264" y="7719"/>
                  </a:cubicBezTo>
                  <a:lnTo>
                    <a:pt x="13264" y="3056"/>
                  </a:lnTo>
                  <a:cubicBezTo>
                    <a:pt x="13800" y="2741"/>
                    <a:pt x="14083" y="2237"/>
                    <a:pt x="14083" y="1639"/>
                  </a:cubicBezTo>
                  <a:cubicBezTo>
                    <a:pt x="14083" y="725"/>
                    <a:pt x="13359" y="0"/>
                    <a:pt x="12445" y="0"/>
                  </a:cubicBezTo>
                  <a:cubicBezTo>
                    <a:pt x="11846" y="0"/>
                    <a:pt x="11311" y="315"/>
                    <a:pt x="11027" y="820"/>
                  </a:cubicBezTo>
                  <a:lnTo>
                    <a:pt x="3057" y="820"/>
                  </a:lnTo>
                  <a:cubicBezTo>
                    <a:pt x="2805" y="315"/>
                    <a:pt x="2237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85"/>
            <p:cNvSpPr/>
            <p:nvPr/>
          </p:nvSpPr>
          <p:spPr>
            <a:xfrm>
              <a:off x="-10268000" y="3616350"/>
              <a:ext cx="103975" cy="81150"/>
            </a:xfrm>
            <a:custGeom>
              <a:rect b="b" l="l" r="r" t="t"/>
              <a:pathLst>
                <a:path extrusionOk="0" h="3246" w="4159">
                  <a:moveTo>
                    <a:pt x="2048" y="1"/>
                  </a:moveTo>
                  <a:cubicBezTo>
                    <a:pt x="1387" y="1"/>
                    <a:pt x="851" y="536"/>
                    <a:pt x="851" y="1230"/>
                  </a:cubicBezTo>
                  <a:cubicBezTo>
                    <a:pt x="851" y="1450"/>
                    <a:pt x="914" y="1671"/>
                    <a:pt x="1040" y="1891"/>
                  </a:cubicBezTo>
                  <a:lnTo>
                    <a:pt x="0" y="3246"/>
                  </a:lnTo>
                  <a:lnTo>
                    <a:pt x="1072" y="3246"/>
                  </a:lnTo>
                  <a:lnTo>
                    <a:pt x="1733" y="2364"/>
                  </a:lnTo>
                  <a:cubicBezTo>
                    <a:pt x="1859" y="2395"/>
                    <a:pt x="1985" y="2427"/>
                    <a:pt x="2080" y="2427"/>
                  </a:cubicBezTo>
                  <a:cubicBezTo>
                    <a:pt x="2206" y="2427"/>
                    <a:pt x="2332" y="2395"/>
                    <a:pt x="2458" y="2364"/>
                  </a:cubicBezTo>
                  <a:lnTo>
                    <a:pt x="3119" y="3246"/>
                  </a:lnTo>
                  <a:lnTo>
                    <a:pt x="4159" y="3246"/>
                  </a:lnTo>
                  <a:lnTo>
                    <a:pt x="3119" y="1891"/>
                  </a:lnTo>
                  <a:cubicBezTo>
                    <a:pt x="3245" y="1671"/>
                    <a:pt x="3308" y="1450"/>
                    <a:pt x="3308" y="1230"/>
                  </a:cubicBezTo>
                  <a:cubicBezTo>
                    <a:pt x="3308" y="536"/>
                    <a:pt x="2773" y="1"/>
                    <a:pt x="20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3" name="Google Shape;2313;p85"/>
          <p:cNvGrpSpPr/>
          <p:nvPr/>
        </p:nvGrpSpPr>
        <p:grpSpPr>
          <a:xfrm>
            <a:off x="7334384" y="1844026"/>
            <a:ext cx="312585" cy="354670"/>
            <a:chOff x="-10370400" y="4049550"/>
            <a:chExt cx="310350" cy="352100"/>
          </a:xfrm>
        </p:grpSpPr>
        <p:sp>
          <p:nvSpPr>
            <p:cNvPr id="2314" name="Google Shape;2314;p85"/>
            <p:cNvSpPr/>
            <p:nvPr/>
          </p:nvSpPr>
          <p:spPr>
            <a:xfrm>
              <a:off x="-10308175" y="4224400"/>
              <a:ext cx="185900" cy="115800"/>
            </a:xfrm>
            <a:custGeom>
              <a:rect b="b" l="l" r="r" t="t"/>
              <a:pathLst>
                <a:path extrusionOk="0" h="4632" w="7436">
                  <a:moveTo>
                    <a:pt x="1" y="1"/>
                  </a:moveTo>
                  <a:lnTo>
                    <a:pt x="1" y="4632"/>
                  </a:lnTo>
                  <a:lnTo>
                    <a:pt x="1639" y="4632"/>
                  </a:lnTo>
                  <a:lnTo>
                    <a:pt x="1639" y="1261"/>
                  </a:lnTo>
                  <a:cubicBezTo>
                    <a:pt x="1639" y="1040"/>
                    <a:pt x="1859" y="883"/>
                    <a:pt x="2048" y="883"/>
                  </a:cubicBezTo>
                  <a:cubicBezTo>
                    <a:pt x="2269" y="883"/>
                    <a:pt x="2489" y="1072"/>
                    <a:pt x="2489" y="1261"/>
                  </a:cubicBezTo>
                  <a:lnTo>
                    <a:pt x="2489" y="4632"/>
                  </a:lnTo>
                  <a:lnTo>
                    <a:pt x="3309" y="4632"/>
                  </a:lnTo>
                  <a:lnTo>
                    <a:pt x="3309" y="1261"/>
                  </a:lnTo>
                  <a:cubicBezTo>
                    <a:pt x="3309" y="1040"/>
                    <a:pt x="3498" y="883"/>
                    <a:pt x="3750" y="883"/>
                  </a:cubicBezTo>
                  <a:cubicBezTo>
                    <a:pt x="3970" y="883"/>
                    <a:pt x="4128" y="1072"/>
                    <a:pt x="4128" y="1261"/>
                  </a:cubicBezTo>
                  <a:lnTo>
                    <a:pt x="4128" y="4632"/>
                  </a:lnTo>
                  <a:lnTo>
                    <a:pt x="4947" y="4632"/>
                  </a:lnTo>
                  <a:lnTo>
                    <a:pt x="4947" y="1261"/>
                  </a:lnTo>
                  <a:cubicBezTo>
                    <a:pt x="4947" y="1040"/>
                    <a:pt x="5167" y="883"/>
                    <a:pt x="5388" y="883"/>
                  </a:cubicBezTo>
                  <a:cubicBezTo>
                    <a:pt x="5640" y="883"/>
                    <a:pt x="5829" y="1072"/>
                    <a:pt x="5829" y="1261"/>
                  </a:cubicBezTo>
                  <a:lnTo>
                    <a:pt x="5829" y="4632"/>
                  </a:lnTo>
                  <a:lnTo>
                    <a:pt x="7436" y="4632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85"/>
            <p:cNvSpPr/>
            <p:nvPr/>
          </p:nvSpPr>
          <p:spPr>
            <a:xfrm>
              <a:off x="-10292425" y="4121225"/>
              <a:ext cx="159125" cy="30750"/>
            </a:xfrm>
            <a:custGeom>
              <a:rect b="b" l="l" r="r" t="t"/>
              <a:pathLst>
                <a:path extrusionOk="0" h="1230" w="6365">
                  <a:moveTo>
                    <a:pt x="694" y="0"/>
                  </a:moveTo>
                  <a:cubicBezTo>
                    <a:pt x="694" y="158"/>
                    <a:pt x="662" y="316"/>
                    <a:pt x="631" y="442"/>
                  </a:cubicBezTo>
                  <a:cubicBezTo>
                    <a:pt x="505" y="757"/>
                    <a:pt x="284" y="1040"/>
                    <a:pt x="1" y="1229"/>
                  </a:cubicBezTo>
                  <a:lnTo>
                    <a:pt x="6365" y="1229"/>
                  </a:lnTo>
                  <a:cubicBezTo>
                    <a:pt x="6018" y="1040"/>
                    <a:pt x="5798" y="788"/>
                    <a:pt x="5672" y="442"/>
                  </a:cubicBezTo>
                  <a:cubicBezTo>
                    <a:pt x="5577" y="284"/>
                    <a:pt x="5577" y="126"/>
                    <a:pt x="55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85"/>
            <p:cNvSpPr/>
            <p:nvPr/>
          </p:nvSpPr>
          <p:spPr>
            <a:xfrm>
              <a:off x="-10370400" y="4049550"/>
              <a:ext cx="310350" cy="91400"/>
            </a:xfrm>
            <a:custGeom>
              <a:rect b="b" l="l" r="r" t="t"/>
              <a:pathLst>
                <a:path extrusionOk="0" h="3656" w="12414">
                  <a:moveTo>
                    <a:pt x="2049" y="1"/>
                  </a:moveTo>
                  <a:cubicBezTo>
                    <a:pt x="977" y="1"/>
                    <a:pt x="95" y="820"/>
                    <a:pt x="1" y="1891"/>
                  </a:cubicBezTo>
                  <a:cubicBezTo>
                    <a:pt x="95" y="2867"/>
                    <a:pt x="946" y="3655"/>
                    <a:pt x="1954" y="3655"/>
                  </a:cubicBezTo>
                  <a:cubicBezTo>
                    <a:pt x="2427" y="3655"/>
                    <a:pt x="2773" y="3340"/>
                    <a:pt x="2899" y="3025"/>
                  </a:cubicBezTo>
                  <a:cubicBezTo>
                    <a:pt x="2931" y="2867"/>
                    <a:pt x="2962" y="2678"/>
                    <a:pt x="2805" y="2521"/>
                  </a:cubicBezTo>
                  <a:cubicBezTo>
                    <a:pt x="2729" y="2461"/>
                    <a:pt x="2618" y="2422"/>
                    <a:pt x="2520" y="2422"/>
                  </a:cubicBezTo>
                  <a:cubicBezTo>
                    <a:pt x="2411" y="2422"/>
                    <a:pt x="2317" y="2469"/>
                    <a:pt x="2301" y="2584"/>
                  </a:cubicBezTo>
                  <a:cubicBezTo>
                    <a:pt x="2274" y="2793"/>
                    <a:pt x="2097" y="2915"/>
                    <a:pt x="1911" y="2915"/>
                  </a:cubicBezTo>
                  <a:cubicBezTo>
                    <a:pt x="1873" y="2915"/>
                    <a:pt x="1834" y="2910"/>
                    <a:pt x="1796" y="2899"/>
                  </a:cubicBezTo>
                  <a:cubicBezTo>
                    <a:pt x="1544" y="2867"/>
                    <a:pt x="1418" y="2647"/>
                    <a:pt x="1481" y="2395"/>
                  </a:cubicBezTo>
                  <a:cubicBezTo>
                    <a:pt x="1595" y="1848"/>
                    <a:pt x="2036" y="1594"/>
                    <a:pt x="2500" y="1594"/>
                  </a:cubicBezTo>
                  <a:cubicBezTo>
                    <a:pt x="2811" y="1594"/>
                    <a:pt x="3132" y="1708"/>
                    <a:pt x="3372" y="1922"/>
                  </a:cubicBezTo>
                  <a:lnTo>
                    <a:pt x="3466" y="2048"/>
                  </a:lnTo>
                  <a:lnTo>
                    <a:pt x="8917" y="2048"/>
                  </a:lnTo>
                  <a:lnTo>
                    <a:pt x="9043" y="1922"/>
                  </a:lnTo>
                  <a:cubicBezTo>
                    <a:pt x="9262" y="1715"/>
                    <a:pt x="9561" y="1612"/>
                    <a:pt x="9856" y="1612"/>
                  </a:cubicBezTo>
                  <a:cubicBezTo>
                    <a:pt x="10325" y="1612"/>
                    <a:pt x="10785" y="1873"/>
                    <a:pt x="10901" y="2395"/>
                  </a:cubicBezTo>
                  <a:cubicBezTo>
                    <a:pt x="10964" y="2647"/>
                    <a:pt x="10838" y="2836"/>
                    <a:pt x="10618" y="2899"/>
                  </a:cubicBezTo>
                  <a:cubicBezTo>
                    <a:pt x="10575" y="2910"/>
                    <a:pt x="10533" y="2915"/>
                    <a:pt x="10494" y="2915"/>
                  </a:cubicBezTo>
                  <a:cubicBezTo>
                    <a:pt x="10304" y="2915"/>
                    <a:pt x="10161" y="2793"/>
                    <a:pt x="10082" y="2584"/>
                  </a:cubicBezTo>
                  <a:cubicBezTo>
                    <a:pt x="10066" y="2469"/>
                    <a:pt x="9963" y="2422"/>
                    <a:pt x="9851" y="2422"/>
                  </a:cubicBezTo>
                  <a:cubicBezTo>
                    <a:pt x="9749" y="2422"/>
                    <a:pt x="9638" y="2461"/>
                    <a:pt x="9578" y="2521"/>
                  </a:cubicBezTo>
                  <a:cubicBezTo>
                    <a:pt x="9421" y="2678"/>
                    <a:pt x="9452" y="2867"/>
                    <a:pt x="9515" y="3025"/>
                  </a:cubicBezTo>
                  <a:cubicBezTo>
                    <a:pt x="9610" y="3340"/>
                    <a:pt x="10019" y="3655"/>
                    <a:pt x="10460" y="3655"/>
                  </a:cubicBezTo>
                  <a:cubicBezTo>
                    <a:pt x="11311" y="3655"/>
                    <a:pt x="12067" y="3056"/>
                    <a:pt x="12288" y="2269"/>
                  </a:cubicBezTo>
                  <a:cubicBezTo>
                    <a:pt x="12288" y="2206"/>
                    <a:pt x="12351" y="2111"/>
                    <a:pt x="12351" y="2048"/>
                  </a:cubicBezTo>
                  <a:cubicBezTo>
                    <a:pt x="12414" y="883"/>
                    <a:pt x="11468" y="1"/>
                    <a:pt x="103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85"/>
            <p:cNvSpPr/>
            <p:nvPr/>
          </p:nvSpPr>
          <p:spPr>
            <a:xfrm>
              <a:off x="-10328650" y="4173200"/>
              <a:ext cx="226850" cy="30750"/>
            </a:xfrm>
            <a:custGeom>
              <a:rect b="b" l="l" r="r" t="t"/>
              <a:pathLst>
                <a:path extrusionOk="0" h="1230" w="9074">
                  <a:moveTo>
                    <a:pt x="0" y="1"/>
                  </a:moveTo>
                  <a:cubicBezTo>
                    <a:pt x="0" y="694"/>
                    <a:pt x="536" y="1229"/>
                    <a:pt x="1198" y="1229"/>
                  </a:cubicBezTo>
                  <a:lnTo>
                    <a:pt x="7814" y="1229"/>
                  </a:lnTo>
                  <a:cubicBezTo>
                    <a:pt x="8507" y="1229"/>
                    <a:pt x="9074" y="694"/>
                    <a:pt x="9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85"/>
            <p:cNvSpPr/>
            <p:nvPr/>
          </p:nvSpPr>
          <p:spPr>
            <a:xfrm>
              <a:off x="-10328650" y="4360650"/>
              <a:ext cx="226850" cy="41000"/>
            </a:xfrm>
            <a:custGeom>
              <a:rect b="b" l="l" r="r" t="t"/>
              <a:pathLst>
                <a:path extrusionOk="0" h="1640" w="9074">
                  <a:moveTo>
                    <a:pt x="410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1230"/>
                  </a:lnTo>
                  <a:cubicBezTo>
                    <a:pt x="0" y="1450"/>
                    <a:pt x="189" y="1639"/>
                    <a:pt x="410" y="1639"/>
                  </a:cubicBezTo>
                  <a:lnTo>
                    <a:pt x="8696" y="1639"/>
                  </a:lnTo>
                  <a:cubicBezTo>
                    <a:pt x="8916" y="1639"/>
                    <a:pt x="9074" y="1450"/>
                    <a:pt x="9074" y="1230"/>
                  </a:cubicBezTo>
                  <a:lnTo>
                    <a:pt x="9074" y="379"/>
                  </a:ln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9" name="Google Shape;2319;p85"/>
          <p:cNvGrpSpPr/>
          <p:nvPr/>
        </p:nvGrpSpPr>
        <p:grpSpPr>
          <a:xfrm>
            <a:off x="6737486" y="3440063"/>
            <a:ext cx="379236" cy="354847"/>
            <a:chOff x="-8674650" y="3210975"/>
            <a:chExt cx="376525" cy="352275"/>
          </a:xfrm>
        </p:grpSpPr>
        <p:sp>
          <p:nvSpPr>
            <p:cNvPr id="2320" name="Google Shape;2320;p85"/>
            <p:cNvSpPr/>
            <p:nvPr/>
          </p:nvSpPr>
          <p:spPr>
            <a:xfrm>
              <a:off x="-8542325" y="3335375"/>
              <a:ext cx="112650" cy="104375"/>
            </a:xfrm>
            <a:custGeom>
              <a:rect b="b" l="l" r="r" t="t"/>
              <a:pathLst>
                <a:path extrusionOk="0" h="4175" w="4506">
                  <a:moveTo>
                    <a:pt x="2226" y="843"/>
                  </a:moveTo>
                  <a:cubicBezTo>
                    <a:pt x="2537" y="843"/>
                    <a:pt x="2852" y="969"/>
                    <a:pt x="3120" y="1221"/>
                  </a:cubicBezTo>
                  <a:cubicBezTo>
                    <a:pt x="3624" y="1694"/>
                    <a:pt x="3624" y="2545"/>
                    <a:pt x="3120" y="3017"/>
                  </a:cubicBezTo>
                  <a:cubicBezTo>
                    <a:pt x="2883" y="3238"/>
                    <a:pt x="2568" y="3348"/>
                    <a:pt x="2249" y="3348"/>
                  </a:cubicBezTo>
                  <a:cubicBezTo>
                    <a:pt x="1930" y="3348"/>
                    <a:pt x="1607" y="3238"/>
                    <a:pt x="1355" y="3017"/>
                  </a:cubicBezTo>
                  <a:cubicBezTo>
                    <a:pt x="883" y="2545"/>
                    <a:pt x="883" y="1694"/>
                    <a:pt x="1355" y="1221"/>
                  </a:cubicBezTo>
                  <a:cubicBezTo>
                    <a:pt x="1607" y="969"/>
                    <a:pt x="1915" y="843"/>
                    <a:pt x="2226" y="843"/>
                  </a:cubicBezTo>
                  <a:close/>
                  <a:moveTo>
                    <a:pt x="2277" y="1"/>
                  </a:moveTo>
                  <a:cubicBezTo>
                    <a:pt x="1749" y="1"/>
                    <a:pt x="1214" y="197"/>
                    <a:pt x="788" y="591"/>
                  </a:cubicBezTo>
                  <a:cubicBezTo>
                    <a:pt x="1" y="1379"/>
                    <a:pt x="1" y="2765"/>
                    <a:pt x="788" y="3584"/>
                  </a:cubicBezTo>
                  <a:cubicBezTo>
                    <a:pt x="1182" y="3978"/>
                    <a:pt x="1718" y="4175"/>
                    <a:pt x="2253" y="4175"/>
                  </a:cubicBezTo>
                  <a:cubicBezTo>
                    <a:pt x="2789" y="4175"/>
                    <a:pt x="3324" y="3978"/>
                    <a:pt x="3718" y="3584"/>
                  </a:cubicBezTo>
                  <a:cubicBezTo>
                    <a:pt x="4506" y="2797"/>
                    <a:pt x="4506" y="1442"/>
                    <a:pt x="3718" y="591"/>
                  </a:cubicBezTo>
                  <a:cubicBezTo>
                    <a:pt x="3324" y="197"/>
                    <a:pt x="2805" y="1"/>
                    <a:pt x="2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85"/>
            <p:cNvSpPr/>
            <p:nvPr/>
          </p:nvSpPr>
          <p:spPr>
            <a:xfrm>
              <a:off x="-8496650" y="3377125"/>
              <a:ext cx="22875" cy="20900"/>
            </a:xfrm>
            <a:custGeom>
              <a:rect b="b" l="l" r="r" t="t"/>
              <a:pathLst>
                <a:path extrusionOk="0" h="836" w="915">
                  <a:moveTo>
                    <a:pt x="458" y="0"/>
                  </a:moveTo>
                  <a:cubicBezTo>
                    <a:pt x="348" y="0"/>
                    <a:pt x="237" y="40"/>
                    <a:pt x="159" y="118"/>
                  </a:cubicBezTo>
                  <a:cubicBezTo>
                    <a:pt x="1" y="276"/>
                    <a:pt x="1" y="560"/>
                    <a:pt x="159" y="717"/>
                  </a:cubicBezTo>
                  <a:cubicBezTo>
                    <a:pt x="237" y="796"/>
                    <a:pt x="348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5" y="560"/>
                    <a:pt x="915" y="276"/>
                    <a:pt x="757" y="118"/>
                  </a:cubicBez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85"/>
            <p:cNvSpPr/>
            <p:nvPr/>
          </p:nvSpPr>
          <p:spPr>
            <a:xfrm>
              <a:off x="-8540750" y="3332825"/>
              <a:ext cx="242625" cy="230425"/>
            </a:xfrm>
            <a:custGeom>
              <a:rect b="b" l="l" r="r" t="t"/>
              <a:pathLst>
                <a:path extrusionOk="0" h="9217" w="9705">
                  <a:moveTo>
                    <a:pt x="8917" y="0"/>
                  </a:moveTo>
                  <a:lnTo>
                    <a:pt x="4978" y="1449"/>
                  </a:lnTo>
                  <a:cubicBezTo>
                    <a:pt x="5262" y="2521"/>
                    <a:pt x="4947" y="3529"/>
                    <a:pt x="4254" y="4253"/>
                  </a:cubicBezTo>
                  <a:cubicBezTo>
                    <a:pt x="3721" y="4763"/>
                    <a:pt x="2999" y="5069"/>
                    <a:pt x="2241" y="5069"/>
                  </a:cubicBezTo>
                  <a:cubicBezTo>
                    <a:pt x="1969" y="5069"/>
                    <a:pt x="1693" y="5030"/>
                    <a:pt x="1418" y="4946"/>
                  </a:cubicBezTo>
                  <a:lnTo>
                    <a:pt x="1" y="8853"/>
                  </a:lnTo>
                  <a:cubicBezTo>
                    <a:pt x="727" y="9095"/>
                    <a:pt x="1483" y="9216"/>
                    <a:pt x="2238" y="9216"/>
                  </a:cubicBezTo>
                  <a:cubicBezTo>
                    <a:pt x="4038" y="9216"/>
                    <a:pt x="5830" y="8528"/>
                    <a:pt x="7184" y="7152"/>
                  </a:cubicBezTo>
                  <a:cubicBezTo>
                    <a:pt x="9137" y="5230"/>
                    <a:pt x="9704" y="2426"/>
                    <a:pt x="8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85"/>
            <p:cNvSpPr/>
            <p:nvPr/>
          </p:nvSpPr>
          <p:spPr>
            <a:xfrm>
              <a:off x="-8645500" y="3428125"/>
              <a:ext cx="120525" cy="118950"/>
            </a:xfrm>
            <a:custGeom>
              <a:rect b="b" l="l" r="r" t="t"/>
              <a:pathLst>
                <a:path extrusionOk="0" h="4758" w="4821">
                  <a:moveTo>
                    <a:pt x="3939" y="0"/>
                  </a:moveTo>
                  <a:lnTo>
                    <a:pt x="1" y="1418"/>
                  </a:lnTo>
                  <a:cubicBezTo>
                    <a:pt x="347" y="2143"/>
                    <a:pt x="788" y="2804"/>
                    <a:pt x="1387" y="3403"/>
                  </a:cubicBezTo>
                  <a:cubicBezTo>
                    <a:pt x="1985" y="3970"/>
                    <a:pt x="2678" y="4442"/>
                    <a:pt x="3403" y="4757"/>
                  </a:cubicBezTo>
                  <a:lnTo>
                    <a:pt x="4821" y="819"/>
                  </a:lnTo>
                  <a:cubicBezTo>
                    <a:pt x="4663" y="756"/>
                    <a:pt x="4506" y="599"/>
                    <a:pt x="4348" y="473"/>
                  </a:cubicBezTo>
                  <a:cubicBezTo>
                    <a:pt x="4191" y="315"/>
                    <a:pt x="4065" y="158"/>
                    <a:pt x="39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85"/>
            <p:cNvSpPr/>
            <p:nvPr/>
          </p:nvSpPr>
          <p:spPr>
            <a:xfrm>
              <a:off x="-8448600" y="3227275"/>
              <a:ext cx="122900" cy="122900"/>
            </a:xfrm>
            <a:custGeom>
              <a:rect b="b" l="l" r="r" t="t"/>
              <a:pathLst>
                <a:path extrusionOk="0" h="4916" w="4916">
                  <a:moveTo>
                    <a:pt x="1419" y="1"/>
                  </a:moveTo>
                  <a:lnTo>
                    <a:pt x="1" y="3939"/>
                  </a:lnTo>
                  <a:cubicBezTo>
                    <a:pt x="190" y="4065"/>
                    <a:pt x="410" y="4191"/>
                    <a:pt x="568" y="4380"/>
                  </a:cubicBezTo>
                  <a:cubicBezTo>
                    <a:pt x="725" y="4537"/>
                    <a:pt x="883" y="4726"/>
                    <a:pt x="977" y="4915"/>
                  </a:cubicBezTo>
                  <a:lnTo>
                    <a:pt x="4916" y="3466"/>
                  </a:lnTo>
                  <a:cubicBezTo>
                    <a:pt x="4569" y="2710"/>
                    <a:pt x="4096" y="2017"/>
                    <a:pt x="3498" y="1418"/>
                  </a:cubicBezTo>
                  <a:cubicBezTo>
                    <a:pt x="2931" y="820"/>
                    <a:pt x="2175" y="347"/>
                    <a:pt x="14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85"/>
            <p:cNvSpPr/>
            <p:nvPr/>
          </p:nvSpPr>
          <p:spPr>
            <a:xfrm>
              <a:off x="-8674650" y="3210975"/>
              <a:ext cx="241825" cy="232925"/>
            </a:xfrm>
            <a:custGeom>
              <a:rect b="b" l="l" r="r" t="t"/>
              <a:pathLst>
                <a:path extrusionOk="0" h="9317" w="9673">
                  <a:moveTo>
                    <a:pt x="7515" y="0"/>
                  </a:moveTo>
                  <a:cubicBezTo>
                    <a:pt x="5700" y="0"/>
                    <a:pt x="3894" y="698"/>
                    <a:pt x="2521" y="2070"/>
                  </a:cubicBezTo>
                  <a:cubicBezTo>
                    <a:pt x="568" y="3992"/>
                    <a:pt x="1" y="6827"/>
                    <a:pt x="820" y="9316"/>
                  </a:cubicBezTo>
                  <a:lnTo>
                    <a:pt x="4758" y="7899"/>
                  </a:lnTo>
                  <a:cubicBezTo>
                    <a:pt x="4475" y="6796"/>
                    <a:pt x="4790" y="5693"/>
                    <a:pt x="5514" y="5000"/>
                  </a:cubicBezTo>
                  <a:cubicBezTo>
                    <a:pt x="6037" y="4454"/>
                    <a:pt x="6793" y="4194"/>
                    <a:pt x="7538" y="4194"/>
                  </a:cubicBezTo>
                  <a:cubicBezTo>
                    <a:pt x="7781" y="4194"/>
                    <a:pt x="8023" y="4221"/>
                    <a:pt x="8255" y="4276"/>
                  </a:cubicBezTo>
                  <a:lnTo>
                    <a:pt x="9673" y="337"/>
                  </a:lnTo>
                  <a:cubicBezTo>
                    <a:pt x="8970" y="112"/>
                    <a:pt x="8242" y="0"/>
                    <a:pt x="7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6" name="Google Shape;2326;p85"/>
          <p:cNvGrpSpPr/>
          <p:nvPr/>
        </p:nvGrpSpPr>
        <p:grpSpPr>
          <a:xfrm rot="-5400000">
            <a:off x="6224073" y="1843251"/>
            <a:ext cx="356221" cy="356257"/>
            <a:chOff x="-13512225" y="3211525"/>
            <a:chExt cx="353675" cy="353675"/>
          </a:xfrm>
        </p:grpSpPr>
        <p:sp>
          <p:nvSpPr>
            <p:cNvPr id="2327" name="Google Shape;2327;p85"/>
            <p:cNvSpPr/>
            <p:nvPr/>
          </p:nvSpPr>
          <p:spPr>
            <a:xfrm>
              <a:off x="-13283825" y="3482475"/>
              <a:ext cx="125275" cy="82725"/>
            </a:xfrm>
            <a:custGeom>
              <a:rect b="b" l="l" r="r" t="t"/>
              <a:pathLst>
                <a:path extrusionOk="0" h="3309" w="5011">
                  <a:moveTo>
                    <a:pt x="1671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1" y="3308"/>
                  </a:cubicBezTo>
                  <a:cubicBezTo>
                    <a:pt x="2269" y="3308"/>
                    <a:pt x="2584" y="3056"/>
                    <a:pt x="4790" y="1985"/>
                  </a:cubicBezTo>
                  <a:cubicBezTo>
                    <a:pt x="4884" y="1953"/>
                    <a:pt x="5010" y="1796"/>
                    <a:pt x="5010" y="1638"/>
                  </a:cubicBezTo>
                  <a:cubicBezTo>
                    <a:pt x="5010" y="1481"/>
                    <a:pt x="4947" y="1323"/>
                    <a:pt x="4790" y="1292"/>
                  </a:cubicBezTo>
                  <a:cubicBezTo>
                    <a:pt x="2584" y="221"/>
                    <a:pt x="2269" y="0"/>
                    <a:pt x="1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85"/>
            <p:cNvSpPr/>
            <p:nvPr/>
          </p:nvSpPr>
          <p:spPr>
            <a:xfrm>
              <a:off x="-13512225" y="3211525"/>
              <a:ext cx="353675" cy="249700"/>
            </a:xfrm>
            <a:custGeom>
              <a:rect b="b" l="l" r="r" t="t"/>
              <a:pathLst>
                <a:path extrusionOk="0" h="9988" w="14147">
                  <a:moveTo>
                    <a:pt x="6679" y="1702"/>
                  </a:moveTo>
                  <a:cubicBezTo>
                    <a:pt x="7152" y="1702"/>
                    <a:pt x="7499" y="2048"/>
                    <a:pt x="7499" y="2521"/>
                  </a:cubicBezTo>
                  <a:cubicBezTo>
                    <a:pt x="7499" y="2993"/>
                    <a:pt x="7152" y="3340"/>
                    <a:pt x="6679" y="3340"/>
                  </a:cubicBezTo>
                  <a:cubicBezTo>
                    <a:pt x="6207" y="3340"/>
                    <a:pt x="5829" y="2993"/>
                    <a:pt x="5829" y="2521"/>
                  </a:cubicBezTo>
                  <a:cubicBezTo>
                    <a:pt x="5829" y="2048"/>
                    <a:pt x="6207" y="1702"/>
                    <a:pt x="6679" y="1702"/>
                  </a:cubicBezTo>
                  <a:close/>
                  <a:moveTo>
                    <a:pt x="4191" y="2143"/>
                  </a:moveTo>
                  <a:cubicBezTo>
                    <a:pt x="4663" y="2143"/>
                    <a:pt x="5010" y="2489"/>
                    <a:pt x="5010" y="2962"/>
                  </a:cubicBezTo>
                  <a:cubicBezTo>
                    <a:pt x="5010" y="3434"/>
                    <a:pt x="4663" y="3781"/>
                    <a:pt x="4191" y="3781"/>
                  </a:cubicBezTo>
                  <a:cubicBezTo>
                    <a:pt x="3718" y="3781"/>
                    <a:pt x="3371" y="3434"/>
                    <a:pt x="3371" y="2962"/>
                  </a:cubicBezTo>
                  <a:cubicBezTo>
                    <a:pt x="3371" y="2489"/>
                    <a:pt x="3718" y="2143"/>
                    <a:pt x="4191" y="2143"/>
                  </a:cubicBezTo>
                  <a:close/>
                  <a:moveTo>
                    <a:pt x="2521" y="4191"/>
                  </a:moveTo>
                  <a:cubicBezTo>
                    <a:pt x="2993" y="4191"/>
                    <a:pt x="3371" y="4537"/>
                    <a:pt x="3371" y="5010"/>
                  </a:cubicBezTo>
                  <a:cubicBezTo>
                    <a:pt x="3371" y="5482"/>
                    <a:pt x="2993" y="5829"/>
                    <a:pt x="2521" y="5829"/>
                  </a:cubicBezTo>
                  <a:cubicBezTo>
                    <a:pt x="2048" y="5829"/>
                    <a:pt x="1702" y="5482"/>
                    <a:pt x="1702" y="5010"/>
                  </a:cubicBezTo>
                  <a:cubicBezTo>
                    <a:pt x="1702" y="4537"/>
                    <a:pt x="2048" y="4191"/>
                    <a:pt x="2521" y="4191"/>
                  </a:cubicBezTo>
                  <a:close/>
                  <a:moveTo>
                    <a:pt x="10397" y="3340"/>
                  </a:moveTo>
                  <a:cubicBezTo>
                    <a:pt x="11563" y="3340"/>
                    <a:pt x="12508" y="4096"/>
                    <a:pt x="12508" y="5010"/>
                  </a:cubicBezTo>
                  <a:cubicBezTo>
                    <a:pt x="12508" y="5923"/>
                    <a:pt x="11563" y="6648"/>
                    <a:pt x="10397" y="6648"/>
                  </a:cubicBezTo>
                  <a:cubicBezTo>
                    <a:pt x="9263" y="6648"/>
                    <a:pt x="8318" y="5892"/>
                    <a:pt x="8318" y="5010"/>
                  </a:cubicBezTo>
                  <a:cubicBezTo>
                    <a:pt x="8318" y="4096"/>
                    <a:pt x="9263" y="3340"/>
                    <a:pt x="10397" y="3340"/>
                  </a:cubicBezTo>
                  <a:close/>
                  <a:moveTo>
                    <a:pt x="4191" y="6270"/>
                  </a:moveTo>
                  <a:cubicBezTo>
                    <a:pt x="4663" y="6270"/>
                    <a:pt x="5010" y="6616"/>
                    <a:pt x="5010" y="7089"/>
                  </a:cubicBezTo>
                  <a:cubicBezTo>
                    <a:pt x="5010" y="7562"/>
                    <a:pt x="4663" y="7908"/>
                    <a:pt x="4191" y="7908"/>
                  </a:cubicBezTo>
                  <a:cubicBezTo>
                    <a:pt x="3718" y="7908"/>
                    <a:pt x="3371" y="7562"/>
                    <a:pt x="3371" y="7089"/>
                  </a:cubicBezTo>
                  <a:cubicBezTo>
                    <a:pt x="3371" y="6616"/>
                    <a:pt x="3718" y="6270"/>
                    <a:pt x="4191" y="6270"/>
                  </a:cubicBezTo>
                  <a:close/>
                  <a:moveTo>
                    <a:pt x="6679" y="6648"/>
                  </a:moveTo>
                  <a:cubicBezTo>
                    <a:pt x="7152" y="6648"/>
                    <a:pt x="7499" y="6994"/>
                    <a:pt x="7499" y="7499"/>
                  </a:cubicBezTo>
                  <a:cubicBezTo>
                    <a:pt x="7499" y="7971"/>
                    <a:pt x="7152" y="8318"/>
                    <a:pt x="6679" y="8318"/>
                  </a:cubicBezTo>
                  <a:cubicBezTo>
                    <a:pt x="6207" y="8318"/>
                    <a:pt x="5829" y="7971"/>
                    <a:pt x="5829" y="7499"/>
                  </a:cubicBezTo>
                  <a:cubicBezTo>
                    <a:pt x="5829" y="7057"/>
                    <a:pt x="6207" y="6648"/>
                    <a:pt x="6679" y="6648"/>
                  </a:cubicBezTo>
                  <a:close/>
                  <a:moveTo>
                    <a:pt x="7089" y="0"/>
                  </a:moveTo>
                  <a:cubicBezTo>
                    <a:pt x="3245" y="0"/>
                    <a:pt x="63" y="2237"/>
                    <a:pt x="63" y="5010"/>
                  </a:cubicBezTo>
                  <a:cubicBezTo>
                    <a:pt x="0" y="7751"/>
                    <a:pt x="3214" y="9987"/>
                    <a:pt x="7089" y="9987"/>
                  </a:cubicBezTo>
                  <a:cubicBezTo>
                    <a:pt x="10964" y="9987"/>
                    <a:pt x="14146" y="7751"/>
                    <a:pt x="14146" y="5010"/>
                  </a:cubicBezTo>
                  <a:cubicBezTo>
                    <a:pt x="14146" y="2300"/>
                    <a:pt x="10964" y="0"/>
                    <a:pt x="7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85"/>
            <p:cNvSpPr/>
            <p:nvPr/>
          </p:nvSpPr>
          <p:spPr>
            <a:xfrm>
              <a:off x="-13512225" y="3483250"/>
              <a:ext cx="100050" cy="81150"/>
            </a:xfrm>
            <a:custGeom>
              <a:rect b="b" l="l" r="r" t="t"/>
              <a:pathLst>
                <a:path extrusionOk="0" h="3246" w="4002">
                  <a:moveTo>
                    <a:pt x="4002" y="1"/>
                  </a:moveTo>
                  <a:cubicBezTo>
                    <a:pt x="2206" y="127"/>
                    <a:pt x="63" y="536"/>
                    <a:pt x="63" y="1607"/>
                  </a:cubicBezTo>
                  <a:cubicBezTo>
                    <a:pt x="0" y="2710"/>
                    <a:pt x="2174" y="3120"/>
                    <a:pt x="4002" y="3246"/>
                  </a:cubicBezTo>
                  <a:cubicBezTo>
                    <a:pt x="3592" y="2805"/>
                    <a:pt x="3371" y="2206"/>
                    <a:pt x="3371" y="1607"/>
                  </a:cubicBezTo>
                  <a:cubicBezTo>
                    <a:pt x="3371" y="1040"/>
                    <a:pt x="3592" y="442"/>
                    <a:pt x="40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85"/>
            <p:cNvSpPr/>
            <p:nvPr/>
          </p:nvSpPr>
          <p:spPr>
            <a:xfrm>
              <a:off x="-13407475" y="3483250"/>
              <a:ext cx="36250" cy="81150"/>
            </a:xfrm>
            <a:custGeom>
              <a:rect b="b" l="l" r="r" t="t"/>
              <a:pathLst>
                <a:path extrusionOk="0" h="3246" w="1450">
                  <a:moveTo>
                    <a:pt x="1418" y="1"/>
                  </a:moveTo>
                  <a:lnTo>
                    <a:pt x="1418" y="1"/>
                  </a:lnTo>
                  <a:cubicBezTo>
                    <a:pt x="1103" y="32"/>
                    <a:pt x="788" y="190"/>
                    <a:pt x="505" y="442"/>
                  </a:cubicBezTo>
                  <a:cubicBezTo>
                    <a:pt x="190" y="757"/>
                    <a:pt x="1" y="1166"/>
                    <a:pt x="1" y="1607"/>
                  </a:cubicBezTo>
                  <a:cubicBezTo>
                    <a:pt x="1" y="2048"/>
                    <a:pt x="158" y="2489"/>
                    <a:pt x="505" y="2805"/>
                  </a:cubicBezTo>
                  <a:cubicBezTo>
                    <a:pt x="788" y="3025"/>
                    <a:pt x="1103" y="3183"/>
                    <a:pt x="1450" y="3246"/>
                  </a:cubicBezTo>
                  <a:cubicBezTo>
                    <a:pt x="1072" y="2805"/>
                    <a:pt x="820" y="2206"/>
                    <a:pt x="820" y="1607"/>
                  </a:cubicBezTo>
                  <a:cubicBezTo>
                    <a:pt x="820" y="977"/>
                    <a:pt x="1072" y="442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85"/>
            <p:cNvSpPr/>
            <p:nvPr/>
          </p:nvSpPr>
          <p:spPr>
            <a:xfrm>
              <a:off x="-13366525" y="3485625"/>
              <a:ext cx="70125" cy="76425"/>
            </a:xfrm>
            <a:custGeom>
              <a:rect b="b" l="l" r="r" t="t"/>
              <a:pathLst>
                <a:path extrusionOk="0" h="3057" w="2805">
                  <a:moveTo>
                    <a:pt x="1072" y="0"/>
                  </a:moveTo>
                  <a:cubicBezTo>
                    <a:pt x="442" y="221"/>
                    <a:pt x="1" y="819"/>
                    <a:pt x="1" y="1512"/>
                  </a:cubicBezTo>
                  <a:cubicBezTo>
                    <a:pt x="1" y="2237"/>
                    <a:pt x="442" y="2836"/>
                    <a:pt x="1072" y="3056"/>
                  </a:cubicBezTo>
                  <a:cubicBezTo>
                    <a:pt x="1702" y="2962"/>
                    <a:pt x="2301" y="2867"/>
                    <a:pt x="2805" y="2710"/>
                  </a:cubicBezTo>
                  <a:cubicBezTo>
                    <a:pt x="2616" y="2363"/>
                    <a:pt x="2490" y="1953"/>
                    <a:pt x="2490" y="1512"/>
                  </a:cubicBezTo>
                  <a:cubicBezTo>
                    <a:pt x="2490" y="1071"/>
                    <a:pt x="2616" y="693"/>
                    <a:pt x="2805" y="347"/>
                  </a:cubicBezTo>
                  <a:cubicBezTo>
                    <a:pt x="2301" y="189"/>
                    <a:pt x="1702" y="63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2" name="Google Shape;2332;p85"/>
          <p:cNvGrpSpPr/>
          <p:nvPr/>
        </p:nvGrpSpPr>
        <p:grpSpPr>
          <a:xfrm>
            <a:off x="5152223" y="2948383"/>
            <a:ext cx="356221" cy="355451"/>
            <a:chOff x="-13512225" y="4080275"/>
            <a:chExt cx="353675" cy="352875"/>
          </a:xfrm>
        </p:grpSpPr>
        <p:sp>
          <p:nvSpPr>
            <p:cNvPr id="2333" name="Google Shape;2333;p85"/>
            <p:cNvSpPr/>
            <p:nvPr/>
          </p:nvSpPr>
          <p:spPr>
            <a:xfrm>
              <a:off x="-13512225" y="4203925"/>
              <a:ext cx="353675" cy="229225"/>
            </a:xfrm>
            <a:custGeom>
              <a:rect b="b" l="l" r="r" t="t"/>
              <a:pathLst>
                <a:path extrusionOk="0" h="9169" w="14147">
                  <a:moveTo>
                    <a:pt x="5407" y="1717"/>
                  </a:moveTo>
                  <a:cubicBezTo>
                    <a:pt x="5482" y="1717"/>
                    <a:pt x="5561" y="1733"/>
                    <a:pt x="5640" y="1765"/>
                  </a:cubicBezTo>
                  <a:lnTo>
                    <a:pt x="9767" y="4254"/>
                  </a:lnTo>
                  <a:cubicBezTo>
                    <a:pt x="9893" y="4348"/>
                    <a:pt x="9987" y="4443"/>
                    <a:pt x="9987" y="4600"/>
                  </a:cubicBezTo>
                  <a:cubicBezTo>
                    <a:pt x="9987" y="4758"/>
                    <a:pt x="9893" y="4915"/>
                    <a:pt x="9767" y="5010"/>
                  </a:cubicBezTo>
                  <a:lnTo>
                    <a:pt x="5640" y="7499"/>
                  </a:lnTo>
                  <a:cubicBezTo>
                    <a:pt x="5577" y="7530"/>
                    <a:pt x="5506" y="7546"/>
                    <a:pt x="5431" y="7546"/>
                  </a:cubicBezTo>
                  <a:cubicBezTo>
                    <a:pt x="5356" y="7546"/>
                    <a:pt x="5277" y="7530"/>
                    <a:pt x="5199" y="7499"/>
                  </a:cubicBezTo>
                  <a:cubicBezTo>
                    <a:pt x="5104" y="7404"/>
                    <a:pt x="5010" y="7278"/>
                    <a:pt x="5010" y="7121"/>
                  </a:cubicBezTo>
                  <a:lnTo>
                    <a:pt x="5010" y="2143"/>
                  </a:lnTo>
                  <a:cubicBezTo>
                    <a:pt x="5010" y="1985"/>
                    <a:pt x="5104" y="1859"/>
                    <a:pt x="5199" y="1765"/>
                  </a:cubicBezTo>
                  <a:cubicBezTo>
                    <a:pt x="5262" y="1733"/>
                    <a:pt x="5333" y="1717"/>
                    <a:pt x="5407" y="1717"/>
                  </a:cubicBezTo>
                  <a:close/>
                  <a:moveTo>
                    <a:pt x="63" y="0"/>
                  </a:moveTo>
                  <a:lnTo>
                    <a:pt x="63" y="7971"/>
                  </a:lnTo>
                  <a:cubicBezTo>
                    <a:pt x="0" y="8633"/>
                    <a:pt x="568" y="9168"/>
                    <a:pt x="1261" y="9168"/>
                  </a:cubicBezTo>
                  <a:lnTo>
                    <a:pt x="12886" y="9168"/>
                  </a:lnTo>
                  <a:cubicBezTo>
                    <a:pt x="13548" y="9168"/>
                    <a:pt x="14146" y="8633"/>
                    <a:pt x="14146" y="7908"/>
                  </a:cubicBezTo>
                  <a:lnTo>
                    <a:pt x="141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85"/>
            <p:cNvSpPr/>
            <p:nvPr/>
          </p:nvSpPr>
          <p:spPr>
            <a:xfrm>
              <a:off x="-13366525" y="4275600"/>
              <a:ext cx="73275" cy="88225"/>
            </a:xfrm>
            <a:custGeom>
              <a:rect b="b" l="l" r="r" t="t"/>
              <a:pathLst>
                <a:path extrusionOk="0" h="3529" w="2931">
                  <a:moveTo>
                    <a:pt x="1" y="0"/>
                  </a:moveTo>
                  <a:lnTo>
                    <a:pt x="1" y="3529"/>
                  </a:lnTo>
                  <a:lnTo>
                    <a:pt x="2931" y="17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85"/>
            <p:cNvSpPr/>
            <p:nvPr/>
          </p:nvSpPr>
          <p:spPr>
            <a:xfrm>
              <a:off x="-13398800" y="4143275"/>
              <a:ext cx="65375" cy="40975"/>
            </a:xfrm>
            <a:custGeom>
              <a:rect b="b" l="l" r="r" t="t"/>
              <a:pathLst>
                <a:path extrusionOk="0" h="1639" w="2615">
                  <a:moveTo>
                    <a:pt x="1103" y="1"/>
                  </a:moveTo>
                  <a:lnTo>
                    <a:pt x="0" y="1639"/>
                  </a:lnTo>
                  <a:lnTo>
                    <a:pt x="1512" y="1639"/>
                  </a:lnTo>
                  <a:lnTo>
                    <a:pt x="26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85"/>
            <p:cNvSpPr/>
            <p:nvPr/>
          </p:nvSpPr>
          <p:spPr>
            <a:xfrm>
              <a:off x="-13336575" y="4143275"/>
              <a:ext cx="64600" cy="40975"/>
            </a:xfrm>
            <a:custGeom>
              <a:rect b="b" l="l" r="r" t="t"/>
              <a:pathLst>
                <a:path extrusionOk="0" h="1639" w="2584">
                  <a:moveTo>
                    <a:pt x="1103" y="1"/>
                  </a:moveTo>
                  <a:lnTo>
                    <a:pt x="0" y="1639"/>
                  </a:lnTo>
                  <a:lnTo>
                    <a:pt x="1481" y="1639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85"/>
            <p:cNvSpPr/>
            <p:nvPr/>
          </p:nvSpPr>
          <p:spPr>
            <a:xfrm>
              <a:off x="-13398800" y="4081050"/>
              <a:ext cx="65375" cy="40975"/>
            </a:xfrm>
            <a:custGeom>
              <a:rect b="b" l="l" r="r" t="t"/>
              <a:pathLst>
                <a:path extrusionOk="0" h="1639" w="2615">
                  <a:moveTo>
                    <a:pt x="0" y="1"/>
                  </a:moveTo>
                  <a:lnTo>
                    <a:pt x="1103" y="1639"/>
                  </a:lnTo>
                  <a:lnTo>
                    <a:pt x="2615" y="1639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85"/>
            <p:cNvSpPr/>
            <p:nvPr/>
          </p:nvSpPr>
          <p:spPr>
            <a:xfrm>
              <a:off x="-13274375" y="4143275"/>
              <a:ext cx="64625" cy="40975"/>
            </a:xfrm>
            <a:custGeom>
              <a:rect b="b" l="l" r="r" t="t"/>
              <a:pathLst>
                <a:path extrusionOk="0" h="1639" w="2585">
                  <a:moveTo>
                    <a:pt x="1104" y="1"/>
                  </a:moveTo>
                  <a:lnTo>
                    <a:pt x="1" y="1639"/>
                  </a:lnTo>
                  <a:lnTo>
                    <a:pt x="1482" y="1639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85"/>
            <p:cNvSpPr/>
            <p:nvPr/>
          </p:nvSpPr>
          <p:spPr>
            <a:xfrm>
              <a:off x="-13212925" y="4081050"/>
              <a:ext cx="54375" cy="40975"/>
            </a:xfrm>
            <a:custGeom>
              <a:rect b="b" l="l" r="r" t="t"/>
              <a:pathLst>
                <a:path extrusionOk="0" h="1639" w="2175">
                  <a:moveTo>
                    <a:pt x="0" y="1"/>
                  </a:moveTo>
                  <a:lnTo>
                    <a:pt x="1103" y="1639"/>
                  </a:lnTo>
                  <a:lnTo>
                    <a:pt x="2174" y="1639"/>
                  </a:lnTo>
                  <a:lnTo>
                    <a:pt x="2174" y="820"/>
                  </a:lnTo>
                  <a:cubicBezTo>
                    <a:pt x="2174" y="347"/>
                    <a:pt x="1796" y="1"/>
                    <a:pt x="13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85"/>
            <p:cNvSpPr/>
            <p:nvPr/>
          </p:nvSpPr>
          <p:spPr>
            <a:xfrm>
              <a:off x="-13212925" y="4143275"/>
              <a:ext cx="54375" cy="40975"/>
            </a:xfrm>
            <a:custGeom>
              <a:rect b="b" l="l" r="r" t="t"/>
              <a:pathLst>
                <a:path extrusionOk="0" h="1639" w="2175">
                  <a:moveTo>
                    <a:pt x="1103" y="1"/>
                  </a:moveTo>
                  <a:lnTo>
                    <a:pt x="0" y="1639"/>
                  </a:lnTo>
                  <a:lnTo>
                    <a:pt x="2174" y="1639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85"/>
            <p:cNvSpPr/>
            <p:nvPr/>
          </p:nvSpPr>
          <p:spPr>
            <a:xfrm>
              <a:off x="-13274375" y="4081050"/>
              <a:ext cx="64625" cy="40975"/>
            </a:xfrm>
            <a:custGeom>
              <a:rect b="b" l="l" r="r" t="t"/>
              <a:pathLst>
                <a:path extrusionOk="0" h="1639" w="2585">
                  <a:moveTo>
                    <a:pt x="1" y="1"/>
                  </a:moveTo>
                  <a:lnTo>
                    <a:pt x="1104" y="1639"/>
                  </a:lnTo>
                  <a:lnTo>
                    <a:pt x="2584" y="1639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85"/>
            <p:cNvSpPr/>
            <p:nvPr/>
          </p:nvSpPr>
          <p:spPr>
            <a:xfrm>
              <a:off x="-13336575" y="4081050"/>
              <a:ext cx="64600" cy="40975"/>
            </a:xfrm>
            <a:custGeom>
              <a:rect b="b" l="l" r="r" t="t"/>
              <a:pathLst>
                <a:path extrusionOk="0" h="1639" w="2584">
                  <a:moveTo>
                    <a:pt x="0" y="1"/>
                  </a:moveTo>
                  <a:lnTo>
                    <a:pt x="1103" y="1639"/>
                  </a:lnTo>
                  <a:lnTo>
                    <a:pt x="2583" y="1639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85"/>
            <p:cNvSpPr/>
            <p:nvPr/>
          </p:nvSpPr>
          <p:spPr>
            <a:xfrm>
              <a:off x="-13512225" y="4080275"/>
              <a:ext cx="123675" cy="103200"/>
            </a:xfrm>
            <a:custGeom>
              <a:rect b="b" l="l" r="r" t="t"/>
              <a:pathLst>
                <a:path extrusionOk="0" h="4128" w="4947">
                  <a:moveTo>
                    <a:pt x="2489" y="1260"/>
                  </a:moveTo>
                  <a:cubicBezTo>
                    <a:pt x="2962" y="1260"/>
                    <a:pt x="3371" y="1607"/>
                    <a:pt x="3371" y="2080"/>
                  </a:cubicBezTo>
                  <a:cubicBezTo>
                    <a:pt x="3371" y="2552"/>
                    <a:pt x="2962" y="2899"/>
                    <a:pt x="2489" y="2899"/>
                  </a:cubicBezTo>
                  <a:cubicBezTo>
                    <a:pt x="2017" y="2899"/>
                    <a:pt x="1670" y="2552"/>
                    <a:pt x="1670" y="2080"/>
                  </a:cubicBezTo>
                  <a:cubicBezTo>
                    <a:pt x="1670" y="1607"/>
                    <a:pt x="2017" y="1260"/>
                    <a:pt x="2489" y="1260"/>
                  </a:cubicBezTo>
                  <a:close/>
                  <a:moveTo>
                    <a:pt x="1261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4127"/>
                  </a:lnTo>
                  <a:lnTo>
                    <a:pt x="3560" y="4127"/>
                  </a:lnTo>
                  <a:lnTo>
                    <a:pt x="4947" y="2080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4" name="Google Shape;2344;p85"/>
          <p:cNvGrpSpPr/>
          <p:nvPr/>
        </p:nvGrpSpPr>
        <p:grpSpPr>
          <a:xfrm>
            <a:off x="6771202" y="2404505"/>
            <a:ext cx="311804" cy="355451"/>
            <a:chOff x="-11703850" y="4081850"/>
            <a:chExt cx="309575" cy="352875"/>
          </a:xfrm>
        </p:grpSpPr>
        <p:sp>
          <p:nvSpPr>
            <p:cNvPr id="2345" name="Google Shape;2345;p85"/>
            <p:cNvSpPr/>
            <p:nvPr/>
          </p:nvSpPr>
          <p:spPr>
            <a:xfrm>
              <a:off x="-11703850" y="4081850"/>
              <a:ext cx="309575" cy="125250"/>
            </a:xfrm>
            <a:custGeom>
              <a:rect b="b" l="l" r="r" t="t"/>
              <a:pathLst>
                <a:path extrusionOk="0" h="5010" w="12383">
                  <a:moveTo>
                    <a:pt x="6932" y="2552"/>
                  </a:moveTo>
                  <a:cubicBezTo>
                    <a:pt x="7593" y="2552"/>
                    <a:pt x="8192" y="3119"/>
                    <a:pt x="8192" y="3781"/>
                  </a:cubicBezTo>
                  <a:cubicBezTo>
                    <a:pt x="8224" y="3970"/>
                    <a:pt x="8035" y="4190"/>
                    <a:pt x="7783" y="4190"/>
                  </a:cubicBezTo>
                  <a:cubicBezTo>
                    <a:pt x="7530" y="4190"/>
                    <a:pt x="7341" y="3970"/>
                    <a:pt x="7341" y="3781"/>
                  </a:cubicBezTo>
                  <a:cubicBezTo>
                    <a:pt x="7341" y="3560"/>
                    <a:pt x="7152" y="3403"/>
                    <a:pt x="6963" y="3403"/>
                  </a:cubicBezTo>
                  <a:cubicBezTo>
                    <a:pt x="6743" y="3403"/>
                    <a:pt x="6522" y="3592"/>
                    <a:pt x="6522" y="3781"/>
                  </a:cubicBezTo>
                  <a:cubicBezTo>
                    <a:pt x="6522" y="4033"/>
                    <a:pt x="6333" y="4190"/>
                    <a:pt x="6144" y="4190"/>
                  </a:cubicBezTo>
                  <a:cubicBezTo>
                    <a:pt x="5892" y="4190"/>
                    <a:pt x="5703" y="3970"/>
                    <a:pt x="5703" y="3781"/>
                  </a:cubicBezTo>
                  <a:cubicBezTo>
                    <a:pt x="5703" y="3560"/>
                    <a:pt x="5514" y="3403"/>
                    <a:pt x="5262" y="3403"/>
                  </a:cubicBezTo>
                  <a:cubicBezTo>
                    <a:pt x="5042" y="3403"/>
                    <a:pt x="4884" y="3592"/>
                    <a:pt x="4884" y="3781"/>
                  </a:cubicBezTo>
                  <a:cubicBezTo>
                    <a:pt x="4884" y="4033"/>
                    <a:pt x="4664" y="4190"/>
                    <a:pt x="4443" y="4190"/>
                  </a:cubicBezTo>
                  <a:cubicBezTo>
                    <a:pt x="4191" y="4190"/>
                    <a:pt x="4033" y="3970"/>
                    <a:pt x="4033" y="3781"/>
                  </a:cubicBezTo>
                  <a:cubicBezTo>
                    <a:pt x="4033" y="3119"/>
                    <a:pt x="4601" y="2552"/>
                    <a:pt x="5262" y="2552"/>
                  </a:cubicBezTo>
                  <a:cubicBezTo>
                    <a:pt x="5577" y="2552"/>
                    <a:pt x="5861" y="2678"/>
                    <a:pt x="6081" y="2867"/>
                  </a:cubicBezTo>
                  <a:cubicBezTo>
                    <a:pt x="6333" y="2678"/>
                    <a:pt x="6617" y="2552"/>
                    <a:pt x="6932" y="2552"/>
                  </a:cubicBezTo>
                  <a:close/>
                  <a:moveTo>
                    <a:pt x="5357" y="0"/>
                  </a:moveTo>
                  <a:cubicBezTo>
                    <a:pt x="4348" y="0"/>
                    <a:pt x="3498" y="725"/>
                    <a:pt x="3340" y="1670"/>
                  </a:cubicBezTo>
                  <a:cubicBezTo>
                    <a:pt x="3304" y="1668"/>
                    <a:pt x="3267" y="1666"/>
                    <a:pt x="3231" y="1666"/>
                  </a:cubicBezTo>
                  <a:cubicBezTo>
                    <a:pt x="2310" y="1666"/>
                    <a:pt x="1639" y="2430"/>
                    <a:pt x="1639" y="3340"/>
                  </a:cubicBezTo>
                  <a:cubicBezTo>
                    <a:pt x="725" y="3340"/>
                    <a:pt x="1" y="4096"/>
                    <a:pt x="1" y="5009"/>
                  </a:cubicBezTo>
                  <a:lnTo>
                    <a:pt x="12382" y="5009"/>
                  </a:lnTo>
                  <a:cubicBezTo>
                    <a:pt x="12351" y="4096"/>
                    <a:pt x="11595" y="3340"/>
                    <a:pt x="10681" y="3340"/>
                  </a:cubicBezTo>
                  <a:cubicBezTo>
                    <a:pt x="10681" y="2395"/>
                    <a:pt x="9956" y="1670"/>
                    <a:pt x="9011" y="1670"/>
                  </a:cubicBezTo>
                  <a:cubicBezTo>
                    <a:pt x="8822" y="725"/>
                    <a:pt x="7972" y="0"/>
                    <a:pt x="6995" y="0"/>
                  </a:cubicBezTo>
                  <a:cubicBezTo>
                    <a:pt x="6711" y="0"/>
                    <a:pt x="6459" y="95"/>
                    <a:pt x="6176" y="189"/>
                  </a:cubicBezTo>
                  <a:cubicBezTo>
                    <a:pt x="5892" y="95"/>
                    <a:pt x="5609" y="0"/>
                    <a:pt x="53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85"/>
            <p:cNvSpPr/>
            <p:nvPr/>
          </p:nvSpPr>
          <p:spPr>
            <a:xfrm>
              <a:off x="-11622725" y="4288975"/>
              <a:ext cx="144175" cy="63050"/>
            </a:xfrm>
            <a:custGeom>
              <a:rect b="b" l="l" r="r" t="t"/>
              <a:pathLst>
                <a:path extrusionOk="0" h="2522" w="5767">
                  <a:moveTo>
                    <a:pt x="2868" y="1"/>
                  </a:moveTo>
                  <a:cubicBezTo>
                    <a:pt x="1293" y="1"/>
                    <a:pt x="1" y="537"/>
                    <a:pt x="1" y="1261"/>
                  </a:cubicBezTo>
                  <a:cubicBezTo>
                    <a:pt x="1" y="1954"/>
                    <a:pt x="1293" y="2521"/>
                    <a:pt x="2868" y="2521"/>
                  </a:cubicBezTo>
                  <a:cubicBezTo>
                    <a:pt x="4475" y="2521"/>
                    <a:pt x="5766" y="1954"/>
                    <a:pt x="5766" y="1261"/>
                  </a:cubicBezTo>
                  <a:cubicBezTo>
                    <a:pt x="5766" y="537"/>
                    <a:pt x="4475" y="1"/>
                    <a:pt x="2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85"/>
            <p:cNvSpPr/>
            <p:nvPr/>
          </p:nvSpPr>
          <p:spPr>
            <a:xfrm>
              <a:off x="-11596725" y="4364600"/>
              <a:ext cx="36250" cy="70125"/>
            </a:xfrm>
            <a:custGeom>
              <a:rect b="b" l="l" r="r" t="t"/>
              <a:pathLst>
                <a:path extrusionOk="0" h="2805" w="1450">
                  <a:moveTo>
                    <a:pt x="0" y="0"/>
                  </a:moveTo>
                  <a:lnTo>
                    <a:pt x="253" y="2804"/>
                  </a:lnTo>
                  <a:lnTo>
                    <a:pt x="1450" y="2804"/>
                  </a:lnTo>
                  <a:lnTo>
                    <a:pt x="1450" y="284"/>
                  </a:lnTo>
                  <a:cubicBezTo>
                    <a:pt x="883" y="221"/>
                    <a:pt x="410" y="15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85"/>
            <p:cNvSpPr/>
            <p:nvPr/>
          </p:nvSpPr>
          <p:spPr>
            <a:xfrm>
              <a:off x="-11540025" y="4364600"/>
              <a:ext cx="37050" cy="70125"/>
            </a:xfrm>
            <a:custGeom>
              <a:rect b="b" l="l" r="r" t="t"/>
              <a:pathLst>
                <a:path extrusionOk="0" h="2805" w="1482">
                  <a:moveTo>
                    <a:pt x="1482" y="0"/>
                  </a:moveTo>
                  <a:lnTo>
                    <a:pt x="1482" y="0"/>
                  </a:lnTo>
                  <a:cubicBezTo>
                    <a:pt x="1040" y="126"/>
                    <a:pt x="505" y="221"/>
                    <a:pt x="1" y="221"/>
                  </a:cubicBezTo>
                  <a:lnTo>
                    <a:pt x="1" y="2741"/>
                  </a:lnTo>
                  <a:lnTo>
                    <a:pt x="1198" y="2741"/>
                  </a:lnTo>
                  <a:lnTo>
                    <a:pt x="1198" y="2804"/>
                  </a:lnTo>
                  <a:lnTo>
                    <a:pt x="14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85"/>
            <p:cNvSpPr/>
            <p:nvPr/>
          </p:nvSpPr>
          <p:spPr>
            <a:xfrm>
              <a:off x="-11610900" y="4227550"/>
              <a:ext cx="50425" cy="51225"/>
            </a:xfrm>
            <a:custGeom>
              <a:rect b="b" l="l" r="r" t="t"/>
              <a:pathLst>
                <a:path extrusionOk="0" h="2049" w="2017">
                  <a:moveTo>
                    <a:pt x="0" y="1"/>
                  </a:moveTo>
                  <a:lnTo>
                    <a:pt x="189" y="2048"/>
                  </a:lnTo>
                  <a:cubicBezTo>
                    <a:pt x="725" y="1859"/>
                    <a:pt x="1355" y="1702"/>
                    <a:pt x="2017" y="1670"/>
                  </a:cubicBezTo>
                  <a:lnTo>
                    <a:pt x="20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85"/>
            <p:cNvSpPr/>
            <p:nvPr/>
          </p:nvSpPr>
          <p:spPr>
            <a:xfrm>
              <a:off x="-11540025" y="4228350"/>
              <a:ext cx="50450" cy="51200"/>
            </a:xfrm>
            <a:custGeom>
              <a:rect b="b" l="l" r="r" t="t"/>
              <a:pathLst>
                <a:path extrusionOk="0" h="2048" w="2018">
                  <a:moveTo>
                    <a:pt x="1" y="0"/>
                  </a:moveTo>
                  <a:lnTo>
                    <a:pt x="1" y="1670"/>
                  </a:lnTo>
                  <a:cubicBezTo>
                    <a:pt x="694" y="1701"/>
                    <a:pt x="1293" y="1827"/>
                    <a:pt x="1828" y="2048"/>
                  </a:cubicBezTo>
                  <a:lnTo>
                    <a:pt x="20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85"/>
            <p:cNvSpPr/>
            <p:nvPr/>
          </p:nvSpPr>
          <p:spPr>
            <a:xfrm>
              <a:off x="-11489600" y="4227550"/>
              <a:ext cx="92175" cy="207175"/>
            </a:xfrm>
            <a:custGeom>
              <a:rect b="b" l="l" r="r" t="t"/>
              <a:pathLst>
                <a:path extrusionOk="0" h="8287" w="3687">
                  <a:moveTo>
                    <a:pt x="819" y="1"/>
                  </a:moveTo>
                  <a:lnTo>
                    <a:pt x="599" y="2489"/>
                  </a:lnTo>
                  <a:cubicBezTo>
                    <a:pt x="1040" y="2836"/>
                    <a:pt x="1292" y="3246"/>
                    <a:pt x="1292" y="3718"/>
                  </a:cubicBezTo>
                  <a:cubicBezTo>
                    <a:pt x="1292" y="4254"/>
                    <a:pt x="945" y="4758"/>
                    <a:pt x="315" y="5136"/>
                  </a:cubicBezTo>
                  <a:lnTo>
                    <a:pt x="0" y="8286"/>
                  </a:lnTo>
                  <a:lnTo>
                    <a:pt x="1040" y="8286"/>
                  </a:lnTo>
                  <a:cubicBezTo>
                    <a:pt x="1607" y="8286"/>
                    <a:pt x="2111" y="7877"/>
                    <a:pt x="2237" y="7278"/>
                  </a:cubicBezTo>
                  <a:lnTo>
                    <a:pt x="36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85"/>
            <p:cNvSpPr/>
            <p:nvPr/>
          </p:nvSpPr>
          <p:spPr>
            <a:xfrm>
              <a:off x="-11703850" y="4227550"/>
              <a:ext cx="92175" cy="207175"/>
            </a:xfrm>
            <a:custGeom>
              <a:rect b="b" l="l" r="r" t="t"/>
              <a:pathLst>
                <a:path extrusionOk="0" h="8287" w="3687">
                  <a:moveTo>
                    <a:pt x="1" y="1"/>
                  </a:moveTo>
                  <a:lnTo>
                    <a:pt x="1450" y="7278"/>
                  </a:lnTo>
                  <a:cubicBezTo>
                    <a:pt x="1576" y="7877"/>
                    <a:pt x="2080" y="8286"/>
                    <a:pt x="2679" y="8286"/>
                  </a:cubicBezTo>
                  <a:lnTo>
                    <a:pt x="3687" y="8286"/>
                  </a:lnTo>
                  <a:lnTo>
                    <a:pt x="3372" y="5136"/>
                  </a:lnTo>
                  <a:cubicBezTo>
                    <a:pt x="2773" y="4758"/>
                    <a:pt x="2395" y="4254"/>
                    <a:pt x="2395" y="3718"/>
                  </a:cubicBezTo>
                  <a:cubicBezTo>
                    <a:pt x="2427" y="3246"/>
                    <a:pt x="2647" y="2836"/>
                    <a:pt x="3088" y="2489"/>
                  </a:cubicBezTo>
                  <a:lnTo>
                    <a:pt x="28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3" name="Google Shape;2353;p85"/>
          <p:cNvGrpSpPr/>
          <p:nvPr/>
        </p:nvGrpSpPr>
        <p:grpSpPr>
          <a:xfrm>
            <a:off x="5151846" y="3439773"/>
            <a:ext cx="357002" cy="355451"/>
            <a:chOff x="-9958475" y="3180025"/>
            <a:chExt cx="354450" cy="352875"/>
          </a:xfrm>
        </p:grpSpPr>
        <p:sp>
          <p:nvSpPr>
            <p:cNvPr id="2354" name="Google Shape;2354;p85"/>
            <p:cNvSpPr/>
            <p:nvPr/>
          </p:nvSpPr>
          <p:spPr>
            <a:xfrm>
              <a:off x="-9958475" y="3491125"/>
              <a:ext cx="354450" cy="41775"/>
            </a:xfrm>
            <a:custGeom>
              <a:rect b="b" l="l" r="r" t="t"/>
              <a:pathLst>
                <a:path extrusionOk="0" h="1671" w="14178">
                  <a:moveTo>
                    <a:pt x="1702" y="1"/>
                  </a:moveTo>
                  <a:cubicBezTo>
                    <a:pt x="1387" y="1"/>
                    <a:pt x="1135" y="158"/>
                    <a:pt x="977" y="442"/>
                  </a:cubicBezTo>
                  <a:lnTo>
                    <a:pt x="442" y="442"/>
                  </a:lnTo>
                  <a:cubicBezTo>
                    <a:pt x="190" y="442"/>
                    <a:pt x="1" y="631"/>
                    <a:pt x="1" y="820"/>
                  </a:cubicBezTo>
                  <a:cubicBezTo>
                    <a:pt x="1" y="1072"/>
                    <a:pt x="190" y="1261"/>
                    <a:pt x="442" y="1261"/>
                  </a:cubicBezTo>
                  <a:lnTo>
                    <a:pt x="977" y="1261"/>
                  </a:lnTo>
                  <a:cubicBezTo>
                    <a:pt x="1135" y="1513"/>
                    <a:pt x="1387" y="1670"/>
                    <a:pt x="1702" y="1670"/>
                  </a:cubicBezTo>
                  <a:lnTo>
                    <a:pt x="12477" y="1670"/>
                  </a:lnTo>
                  <a:cubicBezTo>
                    <a:pt x="12792" y="1670"/>
                    <a:pt x="13044" y="1513"/>
                    <a:pt x="13170" y="1261"/>
                  </a:cubicBezTo>
                  <a:lnTo>
                    <a:pt x="13737" y="1261"/>
                  </a:lnTo>
                  <a:cubicBezTo>
                    <a:pt x="13957" y="1261"/>
                    <a:pt x="14178" y="1072"/>
                    <a:pt x="14178" y="820"/>
                  </a:cubicBezTo>
                  <a:cubicBezTo>
                    <a:pt x="14178" y="631"/>
                    <a:pt x="13957" y="442"/>
                    <a:pt x="13737" y="442"/>
                  </a:cubicBezTo>
                  <a:lnTo>
                    <a:pt x="13170" y="442"/>
                  </a:lnTo>
                  <a:cubicBezTo>
                    <a:pt x="13044" y="190"/>
                    <a:pt x="12792" y="1"/>
                    <a:pt x="124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85"/>
            <p:cNvSpPr/>
            <p:nvPr/>
          </p:nvSpPr>
          <p:spPr>
            <a:xfrm>
              <a:off x="-9958475" y="3180025"/>
              <a:ext cx="354450" cy="42550"/>
            </a:xfrm>
            <a:custGeom>
              <a:rect b="b" l="l" r="r" t="t"/>
              <a:pathLst>
                <a:path extrusionOk="0" h="1702" w="14178">
                  <a:moveTo>
                    <a:pt x="1702" y="0"/>
                  </a:moveTo>
                  <a:cubicBezTo>
                    <a:pt x="1387" y="0"/>
                    <a:pt x="1135" y="158"/>
                    <a:pt x="977" y="441"/>
                  </a:cubicBezTo>
                  <a:lnTo>
                    <a:pt x="442" y="441"/>
                  </a:lnTo>
                  <a:cubicBezTo>
                    <a:pt x="190" y="441"/>
                    <a:pt x="1" y="630"/>
                    <a:pt x="1" y="819"/>
                  </a:cubicBezTo>
                  <a:cubicBezTo>
                    <a:pt x="1" y="1040"/>
                    <a:pt x="190" y="1260"/>
                    <a:pt x="442" y="1260"/>
                  </a:cubicBezTo>
                  <a:lnTo>
                    <a:pt x="977" y="1260"/>
                  </a:lnTo>
                  <a:cubicBezTo>
                    <a:pt x="1135" y="1512"/>
                    <a:pt x="1387" y="1701"/>
                    <a:pt x="1702" y="1701"/>
                  </a:cubicBezTo>
                  <a:lnTo>
                    <a:pt x="12477" y="1701"/>
                  </a:lnTo>
                  <a:cubicBezTo>
                    <a:pt x="12792" y="1701"/>
                    <a:pt x="13044" y="1544"/>
                    <a:pt x="13170" y="1260"/>
                  </a:cubicBezTo>
                  <a:lnTo>
                    <a:pt x="13737" y="1260"/>
                  </a:lnTo>
                  <a:cubicBezTo>
                    <a:pt x="13957" y="1260"/>
                    <a:pt x="14178" y="1071"/>
                    <a:pt x="14178" y="819"/>
                  </a:cubicBezTo>
                  <a:cubicBezTo>
                    <a:pt x="14178" y="599"/>
                    <a:pt x="13957" y="441"/>
                    <a:pt x="13737" y="441"/>
                  </a:cubicBezTo>
                  <a:lnTo>
                    <a:pt x="13170" y="441"/>
                  </a:lnTo>
                  <a:cubicBezTo>
                    <a:pt x="13044" y="189"/>
                    <a:pt x="12792" y="0"/>
                    <a:pt x="12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85"/>
            <p:cNvSpPr/>
            <p:nvPr/>
          </p:nvSpPr>
          <p:spPr>
            <a:xfrm>
              <a:off x="-9916725" y="3243025"/>
              <a:ext cx="270175" cy="228425"/>
            </a:xfrm>
            <a:custGeom>
              <a:rect b="b" l="l" r="r" t="t"/>
              <a:pathLst>
                <a:path extrusionOk="0" h="9137" w="10807">
                  <a:moveTo>
                    <a:pt x="7940" y="820"/>
                  </a:moveTo>
                  <a:cubicBezTo>
                    <a:pt x="8160" y="820"/>
                    <a:pt x="8349" y="1040"/>
                    <a:pt x="8349" y="1261"/>
                  </a:cubicBezTo>
                  <a:cubicBezTo>
                    <a:pt x="8349" y="1513"/>
                    <a:pt x="8160" y="1670"/>
                    <a:pt x="7940" y="1670"/>
                  </a:cubicBezTo>
                  <a:lnTo>
                    <a:pt x="2962" y="1670"/>
                  </a:lnTo>
                  <a:cubicBezTo>
                    <a:pt x="2741" y="1670"/>
                    <a:pt x="2521" y="1450"/>
                    <a:pt x="2521" y="1261"/>
                  </a:cubicBezTo>
                  <a:cubicBezTo>
                    <a:pt x="2521" y="1040"/>
                    <a:pt x="2741" y="820"/>
                    <a:pt x="2962" y="820"/>
                  </a:cubicBezTo>
                  <a:close/>
                  <a:moveTo>
                    <a:pt x="6270" y="2489"/>
                  </a:moveTo>
                  <a:cubicBezTo>
                    <a:pt x="6459" y="2489"/>
                    <a:pt x="6680" y="2679"/>
                    <a:pt x="6680" y="2931"/>
                  </a:cubicBezTo>
                  <a:cubicBezTo>
                    <a:pt x="6680" y="3151"/>
                    <a:pt x="6459" y="3340"/>
                    <a:pt x="6270" y="3340"/>
                  </a:cubicBezTo>
                  <a:lnTo>
                    <a:pt x="3781" y="3340"/>
                  </a:lnTo>
                  <a:cubicBezTo>
                    <a:pt x="3561" y="3340"/>
                    <a:pt x="3403" y="3151"/>
                    <a:pt x="3403" y="2931"/>
                  </a:cubicBezTo>
                  <a:cubicBezTo>
                    <a:pt x="3403" y="2679"/>
                    <a:pt x="3592" y="2489"/>
                    <a:pt x="3781" y="2489"/>
                  </a:cubicBezTo>
                  <a:close/>
                  <a:moveTo>
                    <a:pt x="7940" y="4128"/>
                  </a:moveTo>
                  <a:cubicBezTo>
                    <a:pt x="8160" y="4128"/>
                    <a:pt x="8349" y="4348"/>
                    <a:pt x="8349" y="4569"/>
                  </a:cubicBezTo>
                  <a:cubicBezTo>
                    <a:pt x="8349" y="4789"/>
                    <a:pt x="8160" y="5010"/>
                    <a:pt x="7940" y="5010"/>
                  </a:cubicBezTo>
                  <a:lnTo>
                    <a:pt x="2962" y="5010"/>
                  </a:lnTo>
                  <a:cubicBezTo>
                    <a:pt x="2741" y="5010"/>
                    <a:pt x="2521" y="4789"/>
                    <a:pt x="2521" y="4569"/>
                  </a:cubicBezTo>
                  <a:cubicBezTo>
                    <a:pt x="2521" y="4348"/>
                    <a:pt x="2741" y="4128"/>
                    <a:pt x="2962" y="4128"/>
                  </a:cubicBezTo>
                  <a:close/>
                  <a:moveTo>
                    <a:pt x="6312" y="5826"/>
                  </a:moveTo>
                  <a:cubicBezTo>
                    <a:pt x="6490" y="5826"/>
                    <a:pt x="6680" y="6005"/>
                    <a:pt x="6680" y="6239"/>
                  </a:cubicBezTo>
                  <a:cubicBezTo>
                    <a:pt x="6680" y="6459"/>
                    <a:pt x="6459" y="6617"/>
                    <a:pt x="6270" y="6617"/>
                  </a:cubicBezTo>
                  <a:lnTo>
                    <a:pt x="3781" y="6617"/>
                  </a:lnTo>
                  <a:cubicBezTo>
                    <a:pt x="3561" y="6617"/>
                    <a:pt x="3403" y="6428"/>
                    <a:pt x="3403" y="6239"/>
                  </a:cubicBezTo>
                  <a:cubicBezTo>
                    <a:pt x="3403" y="5987"/>
                    <a:pt x="3592" y="5829"/>
                    <a:pt x="3781" y="5829"/>
                  </a:cubicBezTo>
                  <a:lnTo>
                    <a:pt x="6270" y="5829"/>
                  </a:lnTo>
                  <a:cubicBezTo>
                    <a:pt x="6284" y="5827"/>
                    <a:pt x="6298" y="5826"/>
                    <a:pt x="6312" y="5826"/>
                  </a:cubicBezTo>
                  <a:close/>
                  <a:moveTo>
                    <a:pt x="7940" y="7436"/>
                  </a:moveTo>
                  <a:cubicBezTo>
                    <a:pt x="8160" y="7436"/>
                    <a:pt x="8349" y="7656"/>
                    <a:pt x="8349" y="7877"/>
                  </a:cubicBezTo>
                  <a:cubicBezTo>
                    <a:pt x="8349" y="8129"/>
                    <a:pt x="8160" y="8286"/>
                    <a:pt x="7940" y="8286"/>
                  </a:cubicBezTo>
                  <a:lnTo>
                    <a:pt x="2962" y="8286"/>
                  </a:lnTo>
                  <a:cubicBezTo>
                    <a:pt x="2741" y="8286"/>
                    <a:pt x="2521" y="8066"/>
                    <a:pt x="2521" y="7877"/>
                  </a:cubicBezTo>
                  <a:cubicBezTo>
                    <a:pt x="2521" y="7656"/>
                    <a:pt x="2741" y="7436"/>
                    <a:pt x="2962" y="7436"/>
                  </a:cubicBezTo>
                  <a:close/>
                  <a:moveTo>
                    <a:pt x="1" y="1"/>
                  </a:moveTo>
                  <a:lnTo>
                    <a:pt x="1" y="5388"/>
                  </a:lnTo>
                  <a:cubicBezTo>
                    <a:pt x="1" y="5545"/>
                    <a:pt x="95" y="5703"/>
                    <a:pt x="253" y="5766"/>
                  </a:cubicBezTo>
                  <a:lnTo>
                    <a:pt x="1166" y="6239"/>
                  </a:lnTo>
                  <a:lnTo>
                    <a:pt x="253" y="6711"/>
                  </a:lnTo>
                  <a:cubicBezTo>
                    <a:pt x="127" y="6743"/>
                    <a:pt x="1" y="6900"/>
                    <a:pt x="1" y="7058"/>
                  </a:cubicBezTo>
                  <a:lnTo>
                    <a:pt x="1" y="9137"/>
                  </a:lnTo>
                  <a:lnTo>
                    <a:pt x="10807" y="9137"/>
                  </a:lnTo>
                  <a:lnTo>
                    <a:pt x="10807" y="3750"/>
                  </a:lnTo>
                  <a:cubicBezTo>
                    <a:pt x="10807" y="3592"/>
                    <a:pt x="10712" y="3435"/>
                    <a:pt x="10555" y="3403"/>
                  </a:cubicBezTo>
                  <a:lnTo>
                    <a:pt x="9673" y="2931"/>
                  </a:lnTo>
                  <a:lnTo>
                    <a:pt x="10555" y="2458"/>
                  </a:lnTo>
                  <a:cubicBezTo>
                    <a:pt x="10712" y="2363"/>
                    <a:pt x="10807" y="2237"/>
                    <a:pt x="10807" y="2080"/>
                  </a:cubicBezTo>
                  <a:lnTo>
                    <a:pt x="10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7" name="Google Shape;2357;p85"/>
          <p:cNvGrpSpPr/>
          <p:nvPr/>
        </p:nvGrpSpPr>
        <p:grpSpPr>
          <a:xfrm>
            <a:off x="7309141" y="3898519"/>
            <a:ext cx="360175" cy="358423"/>
            <a:chOff x="-9961625" y="4048175"/>
            <a:chExt cx="357600" cy="355825"/>
          </a:xfrm>
        </p:grpSpPr>
        <p:sp>
          <p:nvSpPr>
            <p:cNvPr id="2358" name="Google Shape;2358;p85"/>
            <p:cNvSpPr/>
            <p:nvPr/>
          </p:nvSpPr>
          <p:spPr>
            <a:xfrm>
              <a:off x="-9958475" y="4048175"/>
              <a:ext cx="64625" cy="62650"/>
            </a:xfrm>
            <a:custGeom>
              <a:rect b="b" l="l" r="r" t="t"/>
              <a:pathLst>
                <a:path extrusionOk="0" h="2506" w="2585">
                  <a:moveTo>
                    <a:pt x="442" y="0"/>
                  </a:moveTo>
                  <a:cubicBezTo>
                    <a:pt x="339" y="0"/>
                    <a:pt x="237" y="40"/>
                    <a:pt x="158" y="119"/>
                  </a:cubicBezTo>
                  <a:cubicBezTo>
                    <a:pt x="1" y="339"/>
                    <a:pt x="1" y="560"/>
                    <a:pt x="158" y="717"/>
                  </a:cubicBezTo>
                  <a:lnTo>
                    <a:pt x="1828" y="2387"/>
                  </a:lnTo>
                  <a:cubicBezTo>
                    <a:pt x="1923" y="2466"/>
                    <a:pt x="2033" y="2505"/>
                    <a:pt x="2139" y="2505"/>
                  </a:cubicBezTo>
                  <a:cubicBezTo>
                    <a:pt x="2246" y="2505"/>
                    <a:pt x="2348" y="2466"/>
                    <a:pt x="2427" y="2387"/>
                  </a:cubicBezTo>
                  <a:cubicBezTo>
                    <a:pt x="2584" y="2229"/>
                    <a:pt x="2584" y="1946"/>
                    <a:pt x="2427" y="1788"/>
                  </a:cubicBezTo>
                  <a:lnTo>
                    <a:pt x="725" y="119"/>
                  </a:ln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85"/>
            <p:cNvSpPr/>
            <p:nvPr/>
          </p:nvSpPr>
          <p:spPr>
            <a:xfrm>
              <a:off x="-9873400" y="4048775"/>
              <a:ext cx="21275" cy="63025"/>
            </a:xfrm>
            <a:custGeom>
              <a:rect b="b" l="l" r="r" t="t"/>
              <a:pathLst>
                <a:path extrusionOk="0" h="2521" w="851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079"/>
                  </a:lnTo>
                  <a:cubicBezTo>
                    <a:pt x="0" y="2300"/>
                    <a:pt x="221" y="2520"/>
                    <a:pt x="410" y="2520"/>
                  </a:cubicBezTo>
                  <a:cubicBezTo>
                    <a:pt x="630" y="2520"/>
                    <a:pt x="851" y="2300"/>
                    <a:pt x="851" y="2079"/>
                  </a:cubicBezTo>
                  <a:lnTo>
                    <a:pt x="851" y="410"/>
                  </a:lnTo>
                  <a:cubicBezTo>
                    <a:pt x="851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85"/>
            <p:cNvSpPr/>
            <p:nvPr/>
          </p:nvSpPr>
          <p:spPr>
            <a:xfrm>
              <a:off x="-9957675" y="4133050"/>
              <a:ext cx="63025" cy="19700"/>
            </a:xfrm>
            <a:custGeom>
              <a:rect b="b" l="l" r="r" t="t"/>
              <a:pathLst>
                <a:path extrusionOk="0" h="788" w="2521">
                  <a:moveTo>
                    <a:pt x="441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41" y="788"/>
                  </a:cubicBezTo>
                  <a:lnTo>
                    <a:pt x="2111" y="788"/>
                  </a:lnTo>
                  <a:cubicBezTo>
                    <a:pt x="2363" y="788"/>
                    <a:pt x="2521" y="599"/>
                    <a:pt x="2521" y="410"/>
                  </a:cubicBezTo>
                  <a:cubicBezTo>
                    <a:pt x="2521" y="158"/>
                    <a:pt x="2332" y="0"/>
                    <a:pt x="2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85"/>
            <p:cNvSpPr/>
            <p:nvPr/>
          </p:nvSpPr>
          <p:spPr>
            <a:xfrm>
              <a:off x="-9961625" y="4132250"/>
              <a:ext cx="253650" cy="271750"/>
            </a:xfrm>
            <a:custGeom>
              <a:rect b="b" l="l" r="r" t="t"/>
              <a:pathLst>
                <a:path extrusionOk="0" h="10870" w="10146">
                  <a:moveTo>
                    <a:pt x="5357" y="1"/>
                  </a:moveTo>
                  <a:cubicBezTo>
                    <a:pt x="5010" y="1"/>
                    <a:pt x="4727" y="253"/>
                    <a:pt x="4727" y="631"/>
                  </a:cubicBezTo>
                  <a:lnTo>
                    <a:pt x="4727" y="5388"/>
                  </a:lnTo>
                  <a:cubicBezTo>
                    <a:pt x="4727" y="5640"/>
                    <a:pt x="4537" y="5797"/>
                    <a:pt x="4317" y="5797"/>
                  </a:cubicBezTo>
                  <a:cubicBezTo>
                    <a:pt x="4128" y="5797"/>
                    <a:pt x="3907" y="5577"/>
                    <a:pt x="3907" y="5388"/>
                  </a:cubicBezTo>
                  <a:lnTo>
                    <a:pt x="3907" y="1450"/>
                  </a:lnTo>
                  <a:cubicBezTo>
                    <a:pt x="3907" y="1103"/>
                    <a:pt x="3624" y="820"/>
                    <a:pt x="3277" y="820"/>
                  </a:cubicBezTo>
                  <a:cubicBezTo>
                    <a:pt x="2931" y="820"/>
                    <a:pt x="2647" y="1103"/>
                    <a:pt x="2647" y="1450"/>
                  </a:cubicBezTo>
                  <a:lnTo>
                    <a:pt x="2647" y="7940"/>
                  </a:lnTo>
                  <a:lnTo>
                    <a:pt x="1576" y="6900"/>
                  </a:lnTo>
                  <a:cubicBezTo>
                    <a:pt x="1416" y="6740"/>
                    <a:pt x="1176" y="6640"/>
                    <a:pt x="935" y="6640"/>
                  </a:cubicBezTo>
                  <a:cubicBezTo>
                    <a:pt x="748" y="6640"/>
                    <a:pt x="561" y="6700"/>
                    <a:pt x="410" y="6837"/>
                  </a:cubicBezTo>
                  <a:cubicBezTo>
                    <a:pt x="95" y="7121"/>
                    <a:pt x="1" y="7625"/>
                    <a:pt x="284" y="7971"/>
                  </a:cubicBezTo>
                  <a:lnTo>
                    <a:pt x="1734" y="10208"/>
                  </a:lnTo>
                  <a:cubicBezTo>
                    <a:pt x="2049" y="10618"/>
                    <a:pt x="2521" y="10870"/>
                    <a:pt x="3088" y="10870"/>
                  </a:cubicBezTo>
                  <a:lnTo>
                    <a:pt x="8035" y="10870"/>
                  </a:lnTo>
                  <a:cubicBezTo>
                    <a:pt x="9169" y="10870"/>
                    <a:pt x="10114" y="9925"/>
                    <a:pt x="10114" y="8759"/>
                  </a:cubicBezTo>
                  <a:lnTo>
                    <a:pt x="10114" y="4002"/>
                  </a:lnTo>
                  <a:cubicBezTo>
                    <a:pt x="10145" y="3592"/>
                    <a:pt x="9893" y="3309"/>
                    <a:pt x="9515" y="3309"/>
                  </a:cubicBezTo>
                  <a:cubicBezTo>
                    <a:pt x="9169" y="3309"/>
                    <a:pt x="8885" y="3592"/>
                    <a:pt x="8885" y="3939"/>
                  </a:cubicBezTo>
                  <a:lnTo>
                    <a:pt x="8885" y="5388"/>
                  </a:lnTo>
                  <a:cubicBezTo>
                    <a:pt x="8885" y="5640"/>
                    <a:pt x="8696" y="5797"/>
                    <a:pt x="8507" y="5797"/>
                  </a:cubicBezTo>
                  <a:cubicBezTo>
                    <a:pt x="8255" y="5797"/>
                    <a:pt x="8066" y="5577"/>
                    <a:pt x="8066" y="5388"/>
                  </a:cubicBezTo>
                  <a:lnTo>
                    <a:pt x="8066" y="1450"/>
                  </a:lnTo>
                  <a:cubicBezTo>
                    <a:pt x="8066" y="1103"/>
                    <a:pt x="7782" y="820"/>
                    <a:pt x="7436" y="820"/>
                  </a:cubicBezTo>
                  <a:cubicBezTo>
                    <a:pt x="7089" y="820"/>
                    <a:pt x="6806" y="1103"/>
                    <a:pt x="6806" y="1450"/>
                  </a:cubicBezTo>
                  <a:lnTo>
                    <a:pt x="6806" y="5388"/>
                  </a:lnTo>
                  <a:cubicBezTo>
                    <a:pt x="6806" y="5640"/>
                    <a:pt x="6617" y="5797"/>
                    <a:pt x="6428" y="5797"/>
                  </a:cubicBezTo>
                  <a:cubicBezTo>
                    <a:pt x="6176" y="5797"/>
                    <a:pt x="5987" y="5577"/>
                    <a:pt x="5987" y="5388"/>
                  </a:cubicBezTo>
                  <a:lnTo>
                    <a:pt x="5987" y="631"/>
                  </a:lnTo>
                  <a:cubicBezTo>
                    <a:pt x="5987" y="284"/>
                    <a:pt x="5703" y="1"/>
                    <a:pt x="53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85"/>
            <p:cNvSpPr/>
            <p:nvPr/>
          </p:nvSpPr>
          <p:spPr>
            <a:xfrm>
              <a:off x="-9791500" y="4069250"/>
              <a:ext cx="31550" cy="66175"/>
            </a:xfrm>
            <a:custGeom>
              <a:rect b="b" l="l" r="r" t="t"/>
              <a:pathLst>
                <a:path extrusionOk="0" h="2647" w="1262">
                  <a:moveTo>
                    <a:pt x="631" y="0"/>
                  </a:moveTo>
                  <a:cubicBezTo>
                    <a:pt x="284" y="0"/>
                    <a:pt x="1" y="252"/>
                    <a:pt x="1" y="630"/>
                  </a:cubicBezTo>
                  <a:lnTo>
                    <a:pt x="1" y="2647"/>
                  </a:lnTo>
                  <a:cubicBezTo>
                    <a:pt x="190" y="2552"/>
                    <a:pt x="410" y="2489"/>
                    <a:pt x="631" y="2489"/>
                  </a:cubicBezTo>
                  <a:cubicBezTo>
                    <a:pt x="883" y="2521"/>
                    <a:pt x="1072" y="2552"/>
                    <a:pt x="1261" y="2647"/>
                  </a:cubicBezTo>
                  <a:lnTo>
                    <a:pt x="1261" y="630"/>
                  </a:lnTo>
                  <a:cubicBezTo>
                    <a:pt x="1261" y="284"/>
                    <a:pt x="977" y="0"/>
                    <a:pt x="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85"/>
            <p:cNvSpPr/>
            <p:nvPr/>
          </p:nvSpPr>
          <p:spPr>
            <a:xfrm>
              <a:off x="-9740300" y="4049550"/>
              <a:ext cx="136275" cy="268600"/>
            </a:xfrm>
            <a:custGeom>
              <a:rect b="b" l="l" r="r" t="t"/>
              <a:pathLst>
                <a:path extrusionOk="0" h="10744" w="5451">
                  <a:moveTo>
                    <a:pt x="631" y="1"/>
                  </a:moveTo>
                  <a:cubicBezTo>
                    <a:pt x="284" y="1"/>
                    <a:pt x="1" y="253"/>
                    <a:pt x="1" y="631"/>
                  </a:cubicBezTo>
                  <a:lnTo>
                    <a:pt x="1" y="5955"/>
                  </a:lnTo>
                  <a:cubicBezTo>
                    <a:pt x="190" y="5860"/>
                    <a:pt x="410" y="5797"/>
                    <a:pt x="631" y="5797"/>
                  </a:cubicBezTo>
                  <a:cubicBezTo>
                    <a:pt x="1418" y="5797"/>
                    <a:pt x="2080" y="6428"/>
                    <a:pt x="2080" y="7247"/>
                  </a:cubicBezTo>
                  <a:lnTo>
                    <a:pt x="2080" y="10744"/>
                  </a:lnTo>
                  <a:lnTo>
                    <a:pt x="3309" y="10744"/>
                  </a:lnTo>
                  <a:cubicBezTo>
                    <a:pt x="4443" y="10744"/>
                    <a:pt x="5388" y="9799"/>
                    <a:pt x="5388" y="8664"/>
                  </a:cubicBezTo>
                  <a:lnTo>
                    <a:pt x="5388" y="3876"/>
                  </a:lnTo>
                  <a:cubicBezTo>
                    <a:pt x="5451" y="3592"/>
                    <a:pt x="5167" y="3309"/>
                    <a:pt x="4821" y="3309"/>
                  </a:cubicBezTo>
                  <a:cubicBezTo>
                    <a:pt x="4443" y="3309"/>
                    <a:pt x="4191" y="3592"/>
                    <a:pt x="4191" y="3939"/>
                  </a:cubicBezTo>
                  <a:lnTo>
                    <a:pt x="4191" y="5388"/>
                  </a:lnTo>
                  <a:cubicBezTo>
                    <a:pt x="4191" y="5640"/>
                    <a:pt x="3970" y="5797"/>
                    <a:pt x="3781" y="5797"/>
                  </a:cubicBezTo>
                  <a:cubicBezTo>
                    <a:pt x="3561" y="5797"/>
                    <a:pt x="3340" y="5577"/>
                    <a:pt x="3340" y="5388"/>
                  </a:cubicBezTo>
                  <a:lnTo>
                    <a:pt x="3340" y="1450"/>
                  </a:lnTo>
                  <a:cubicBezTo>
                    <a:pt x="3340" y="1103"/>
                    <a:pt x="3088" y="820"/>
                    <a:pt x="2710" y="820"/>
                  </a:cubicBezTo>
                  <a:cubicBezTo>
                    <a:pt x="2364" y="820"/>
                    <a:pt x="2080" y="1103"/>
                    <a:pt x="2080" y="1450"/>
                  </a:cubicBezTo>
                  <a:lnTo>
                    <a:pt x="2080" y="5388"/>
                  </a:lnTo>
                  <a:cubicBezTo>
                    <a:pt x="2080" y="5640"/>
                    <a:pt x="1891" y="5797"/>
                    <a:pt x="1702" y="5797"/>
                  </a:cubicBezTo>
                  <a:cubicBezTo>
                    <a:pt x="1450" y="5797"/>
                    <a:pt x="1261" y="5577"/>
                    <a:pt x="1261" y="5388"/>
                  </a:cubicBezTo>
                  <a:lnTo>
                    <a:pt x="1261" y="631"/>
                  </a:lnTo>
                  <a:cubicBezTo>
                    <a:pt x="1261" y="284"/>
                    <a:pt x="977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4" name="Google Shape;2364;p85"/>
          <p:cNvGrpSpPr/>
          <p:nvPr/>
        </p:nvGrpSpPr>
        <p:grpSpPr>
          <a:xfrm>
            <a:off x="6770452" y="1843632"/>
            <a:ext cx="313365" cy="355476"/>
            <a:chOff x="-13056975" y="3212300"/>
            <a:chExt cx="311125" cy="352900"/>
          </a:xfrm>
        </p:grpSpPr>
        <p:sp>
          <p:nvSpPr>
            <p:cNvPr id="2365" name="Google Shape;2365;p85"/>
            <p:cNvSpPr/>
            <p:nvPr/>
          </p:nvSpPr>
          <p:spPr>
            <a:xfrm>
              <a:off x="-12972700" y="3273750"/>
              <a:ext cx="144950" cy="229225"/>
            </a:xfrm>
            <a:custGeom>
              <a:rect b="b" l="l" r="r" t="t"/>
              <a:pathLst>
                <a:path extrusionOk="0" h="9169" w="5798">
                  <a:moveTo>
                    <a:pt x="0" y="0"/>
                  </a:moveTo>
                  <a:lnTo>
                    <a:pt x="0" y="819"/>
                  </a:lnTo>
                  <a:lnTo>
                    <a:pt x="851" y="819"/>
                  </a:lnTo>
                  <a:lnTo>
                    <a:pt x="851" y="8538"/>
                  </a:lnTo>
                  <a:lnTo>
                    <a:pt x="788" y="8538"/>
                  </a:lnTo>
                  <a:cubicBezTo>
                    <a:pt x="1071" y="8696"/>
                    <a:pt x="1355" y="8853"/>
                    <a:pt x="1639" y="8948"/>
                  </a:cubicBezTo>
                  <a:lnTo>
                    <a:pt x="1639" y="851"/>
                  </a:lnTo>
                  <a:lnTo>
                    <a:pt x="2458" y="851"/>
                  </a:lnTo>
                  <a:lnTo>
                    <a:pt x="2458" y="9137"/>
                  </a:lnTo>
                  <a:cubicBezTo>
                    <a:pt x="2615" y="9137"/>
                    <a:pt x="2741" y="9168"/>
                    <a:pt x="2899" y="9168"/>
                  </a:cubicBezTo>
                  <a:cubicBezTo>
                    <a:pt x="3056" y="9168"/>
                    <a:pt x="3151" y="9137"/>
                    <a:pt x="3308" y="9137"/>
                  </a:cubicBezTo>
                  <a:lnTo>
                    <a:pt x="3308" y="851"/>
                  </a:lnTo>
                  <a:lnTo>
                    <a:pt x="4159" y="851"/>
                  </a:lnTo>
                  <a:lnTo>
                    <a:pt x="4159" y="8948"/>
                  </a:lnTo>
                  <a:cubicBezTo>
                    <a:pt x="4411" y="8822"/>
                    <a:pt x="4695" y="8696"/>
                    <a:pt x="4978" y="8538"/>
                  </a:cubicBezTo>
                  <a:lnTo>
                    <a:pt x="4978" y="819"/>
                  </a:lnTo>
                  <a:lnTo>
                    <a:pt x="5797" y="819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85"/>
            <p:cNvSpPr/>
            <p:nvPr/>
          </p:nvSpPr>
          <p:spPr>
            <a:xfrm>
              <a:off x="-12808875" y="3212300"/>
              <a:ext cx="63025" cy="278075"/>
            </a:xfrm>
            <a:custGeom>
              <a:rect b="b" l="l" r="r" t="t"/>
              <a:pathLst>
                <a:path extrusionOk="0" h="11123" w="2521"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lnTo>
                    <a:pt x="0" y="5514"/>
                  </a:lnTo>
                  <a:cubicBezTo>
                    <a:pt x="0" y="5672"/>
                    <a:pt x="32" y="5829"/>
                    <a:pt x="158" y="5987"/>
                  </a:cubicBezTo>
                  <a:cubicBezTo>
                    <a:pt x="536" y="6617"/>
                    <a:pt x="788" y="7310"/>
                    <a:pt x="851" y="8003"/>
                  </a:cubicBezTo>
                  <a:cubicBezTo>
                    <a:pt x="945" y="8759"/>
                    <a:pt x="756" y="9452"/>
                    <a:pt x="347" y="10114"/>
                  </a:cubicBezTo>
                  <a:lnTo>
                    <a:pt x="1607" y="11122"/>
                  </a:lnTo>
                  <a:cubicBezTo>
                    <a:pt x="2174" y="10208"/>
                    <a:pt x="2521" y="9137"/>
                    <a:pt x="2521" y="8003"/>
                  </a:cubicBezTo>
                  <a:cubicBezTo>
                    <a:pt x="2489" y="7026"/>
                    <a:pt x="2174" y="6113"/>
                    <a:pt x="1702" y="5294"/>
                  </a:cubicBezTo>
                  <a:lnTo>
                    <a:pt x="1702" y="4979"/>
                  </a:lnTo>
                  <a:lnTo>
                    <a:pt x="1702" y="2395"/>
                  </a:lnTo>
                  <a:lnTo>
                    <a:pt x="1891" y="2301"/>
                  </a:lnTo>
                  <a:cubicBezTo>
                    <a:pt x="2269" y="2049"/>
                    <a:pt x="2521" y="1671"/>
                    <a:pt x="2521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85"/>
            <p:cNvSpPr/>
            <p:nvPr/>
          </p:nvSpPr>
          <p:spPr>
            <a:xfrm>
              <a:off x="-13056975" y="3212300"/>
              <a:ext cx="63025" cy="278075"/>
            </a:xfrm>
            <a:custGeom>
              <a:rect b="b" l="l" r="r" t="t"/>
              <a:pathLst>
                <a:path extrusionOk="0" h="11123" w="2521">
                  <a:moveTo>
                    <a:pt x="1260" y="1"/>
                  </a:moveTo>
                  <a:cubicBezTo>
                    <a:pt x="567" y="1"/>
                    <a:pt x="0" y="568"/>
                    <a:pt x="0" y="1230"/>
                  </a:cubicBezTo>
                  <a:cubicBezTo>
                    <a:pt x="32" y="1671"/>
                    <a:pt x="284" y="2112"/>
                    <a:pt x="662" y="2301"/>
                  </a:cubicBezTo>
                  <a:lnTo>
                    <a:pt x="851" y="2427"/>
                  </a:lnTo>
                  <a:lnTo>
                    <a:pt x="851" y="4979"/>
                  </a:lnTo>
                  <a:lnTo>
                    <a:pt x="851" y="5294"/>
                  </a:lnTo>
                  <a:cubicBezTo>
                    <a:pt x="378" y="6113"/>
                    <a:pt x="63" y="7026"/>
                    <a:pt x="32" y="8003"/>
                  </a:cubicBezTo>
                  <a:cubicBezTo>
                    <a:pt x="32" y="9137"/>
                    <a:pt x="378" y="10208"/>
                    <a:pt x="945" y="11122"/>
                  </a:cubicBezTo>
                  <a:lnTo>
                    <a:pt x="2206" y="10145"/>
                  </a:lnTo>
                  <a:cubicBezTo>
                    <a:pt x="1859" y="9515"/>
                    <a:pt x="1639" y="8791"/>
                    <a:pt x="1702" y="8035"/>
                  </a:cubicBezTo>
                  <a:lnTo>
                    <a:pt x="1702" y="8003"/>
                  </a:lnTo>
                  <a:cubicBezTo>
                    <a:pt x="1733" y="7279"/>
                    <a:pt x="1954" y="6585"/>
                    <a:pt x="2363" y="5987"/>
                  </a:cubicBezTo>
                  <a:cubicBezTo>
                    <a:pt x="2458" y="5829"/>
                    <a:pt x="2521" y="5672"/>
                    <a:pt x="2521" y="5514"/>
                  </a:cubicBezTo>
                  <a:lnTo>
                    <a:pt x="2521" y="1230"/>
                  </a:ln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85"/>
            <p:cNvSpPr/>
            <p:nvPr/>
          </p:nvSpPr>
          <p:spPr>
            <a:xfrm>
              <a:off x="-13020750" y="3483250"/>
              <a:ext cx="240250" cy="81950"/>
            </a:xfrm>
            <a:custGeom>
              <a:rect b="b" l="l" r="r" t="t"/>
              <a:pathLst>
                <a:path extrusionOk="0" h="3278" w="9610">
                  <a:moveTo>
                    <a:pt x="1261" y="1"/>
                  </a:moveTo>
                  <a:lnTo>
                    <a:pt x="0" y="977"/>
                  </a:lnTo>
                  <a:cubicBezTo>
                    <a:pt x="1103" y="2395"/>
                    <a:pt x="2867" y="3277"/>
                    <a:pt x="4821" y="3277"/>
                  </a:cubicBezTo>
                  <a:cubicBezTo>
                    <a:pt x="6743" y="3277"/>
                    <a:pt x="8475" y="2363"/>
                    <a:pt x="9610" y="977"/>
                  </a:cubicBezTo>
                  <a:lnTo>
                    <a:pt x="8349" y="1"/>
                  </a:lnTo>
                  <a:cubicBezTo>
                    <a:pt x="7530" y="946"/>
                    <a:pt x="6270" y="1639"/>
                    <a:pt x="4821" y="1639"/>
                  </a:cubicBezTo>
                  <a:cubicBezTo>
                    <a:pt x="3466" y="1639"/>
                    <a:pt x="2143" y="1009"/>
                    <a:pt x="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9" name="Google Shape;2369;p85"/>
          <p:cNvGrpSpPr/>
          <p:nvPr/>
        </p:nvGrpSpPr>
        <p:grpSpPr>
          <a:xfrm>
            <a:off x="5151050" y="2404553"/>
            <a:ext cx="358588" cy="355325"/>
            <a:chOff x="-13077450" y="3647075"/>
            <a:chExt cx="356025" cy="352750"/>
          </a:xfrm>
        </p:grpSpPr>
        <p:sp>
          <p:nvSpPr>
            <p:cNvPr id="2370" name="Google Shape;2370;p85"/>
            <p:cNvSpPr/>
            <p:nvPr/>
          </p:nvSpPr>
          <p:spPr>
            <a:xfrm>
              <a:off x="-13014450" y="3708500"/>
              <a:ext cx="104000" cy="145750"/>
            </a:xfrm>
            <a:custGeom>
              <a:rect b="b" l="l" r="r" t="t"/>
              <a:pathLst>
                <a:path extrusionOk="0" h="5830" w="4160">
                  <a:moveTo>
                    <a:pt x="2899" y="820"/>
                  </a:moveTo>
                  <a:cubicBezTo>
                    <a:pt x="3151" y="820"/>
                    <a:pt x="3309" y="1041"/>
                    <a:pt x="3309" y="1261"/>
                  </a:cubicBezTo>
                  <a:cubicBezTo>
                    <a:pt x="3309" y="1513"/>
                    <a:pt x="3088" y="1671"/>
                    <a:pt x="2899" y="1671"/>
                  </a:cubicBezTo>
                  <a:lnTo>
                    <a:pt x="1198" y="1671"/>
                  </a:lnTo>
                  <a:cubicBezTo>
                    <a:pt x="977" y="1671"/>
                    <a:pt x="788" y="1482"/>
                    <a:pt x="788" y="1261"/>
                  </a:cubicBezTo>
                  <a:cubicBezTo>
                    <a:pt x="788" y="1041"/>
                    <a:pt x="977" y="820"/>
                    <a:pt x="1198" y="820"/>
                  </a:cubicBezTo>
                  <a:close/>
                  <a:moveTo>
                    <a:pt x="2899" y="2490"/>
                  </a:moveTo>
                  <a:cubicBezTo>
                    <a:pt x="3151" y="2490"/>
                    <a:pt x="3309" y="2679"/>
                    <a:pt x="3309" y="2868"/>
                  </a:cubicBezTo>
                  <a:cubicBezTo>
                    <a:pt x="3309" y="3151"/>
                    <a:pt x="3088" y="3309"/>
                    <a:pt x="2899" y="3309"/>
                  </a:cubicBezTo>
                  <a:lnTo>
                    <a:pt x="1198" y="3309"/>
                  </a:lnTo>
                  <a:cubicBezTo>
                    <a:pt x="977" y="3309"/>
                    <a:pt x="788" y="3120"/>
                    <a:pt x="788" y="2868"/>
                  </a:cubicBezTo>
                  <a:cubicBezTo>
                    <a:pt x="788" y="2647"/>
                    <a:pt x="977" y="2490"/>
                    <a:pt x="1198" y="2490"/>
                  </a:cubicBezTo>
                  <a:close/>
                  <a:moveTo>
                    <a:pt x="2899" y="4191"/>
                  </a:moveTo>
                  <a:cubicBezTo>
                    <a:pt x="3151" y="4191"/>
                    <a:pt x="3309" y="4380"/>
                    <a:pt x="3309" y="4632"/>
                  </a:cubicBezTo>
                  <a:cubicBezTo>
                    <a:pt x="3309" y="4821"/>
                    <a:pt x="3088" y="5010"/>
                    <a:pt x="2899" y="5010"/>
                  </a:cubicBezTo>
                  <a:lnTo>
                    <a:pt x="1198" y="5010"/>
                  </a:lnTo>
                  <a:cubicBezTo>
                    <a:pt x="977" y="5010"/>
                    <a:pt x="788" y="4821"/>
                    <a:pt x="788" y="4632"/>
                  </a:cubicBezTo>
                  <a:cubicBezTo>
                    <a:pt x="788" y="4380"/>
                    <a:pt x="977" y="4191"/>
                    <a:pt x="1198" y="4191"/>
                  </a:cubicBezTo>
                  <a:close/>
                  <a:moveTo>
                    <a:pt x="1" y="1"/>
                  </a:moveTo>
                  <a:lnTo>
                    <a:pt x="1" y="5829"/>
                  </a:lnTo>
                  <a:lnTo>
                    <a:pt x="4159" y="5829"/>
                  </a:lnTo>
                  <a:lnTo>
                    <a:pt x="4159" y="1261"/>
                  </a:lnTo>
                  <a:cubicBezTo>
                    <a:pt x="4128" y="600"/>
                    <a:pt x="3561" y="1"/>
                    <a:pt x="28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85"/>
            <p:cNvSpPr/>
            <p:nvPr/>
          </p:nvSpPr>
          <p:spPr>
            <a:xfrm>
              <a:off x="-12890800" y="3708500"/>
              <a:ext cx="104775" cy="145750"/>
            </a:xfrm>
            <a:custGeom>
              <a:rect b="b" l="l" r="r" t="t"/>
              <a:pathLst>
                <a:path extrusionOk="0" h="5830" w="4191">
                  <a:moveTo>
                    <a:pt x="2931" y="820"/>
                  </a:moveTo>
                  <a:cubicBezTo>
                    <a:pt x="3151" y="852"/>
                    <a:pt x="3340" y="1041"/>
                    <a:pt x="3340" y="1261"/>
                  </a:cubicBezTo>
                  <a:cubicBezTo>
                    <a:pt x="3340" y="1513"/>
                    <a:pt x="3151" y="1671"/>
                    <a:pt x="2931" y="1671"/>
                  </a:cubicBezTo>
                  <a:lnTo>
                    <a:pt x="1230" y="1671"/>
                  </a:lnTo>
                  <a:cubicBezTo>
                    <a:pt x="1009" y="1671"/>
                    <a:pt x="820" y="1482"/>
                    <a:pt x="820" y="1261"/>
                  </a:cubicBezTo>
                  <a:cubicBezTo>
                    <a:pt x="820" y="1041"/>
                    <a:pt x="1040" y="820"/>
                    <a:pt x="1230" y="820"/>
                  </a:cubicBezTo>
                  <a:close/>
                  <a:moveTo>
                    <a:pt x="2931" y="2490"/>
                  </a:moveTo>
                  <a:cubicBezTo>
                    <a:pt x="3151" y="2490"/>
                    <a:pt x="3340" y="2679"/>
                    <a:pt x="3340" y="2868"/>
                  </a:cubicBezTo>
                  <a:cubicBezTo>
                    <a:pt x="3340" y="3151"/>
                    <a:pt x="3151" y="3309"/>
                    <a:pt x="2931" y="3309"/>
                  </a:cubicBezTo>
                  <a:lnTo>
                    <a:pt x="1230" y="3309"/>
                  </a:lnTo>
                  <a:cubicBezTo>
                    <a:pt x="1009" y="3309"/>
                    <a:pt x="820" y="3120"/>
                    <a:pt x="820" y="2868"/>
                  </a:cubicBezTo>
                  <a:cubicBezTo>
                    <a:pt x="820" y="2647"/>
                    <a:pt x="1040" y="2490"/>
                    <a:pt x="1230" y="2490"/>
                  </a:cubicBezTo>
                  <a:close/>
                  <a:moveTo>
                    <a:pt x="2931" y="4191"/>
                  </a:moveTo>
                  <a:cubicBezTo>
                    <a:pt x="3151" y="4191"/>
                    <a:pt x="3340" y="4380"/>
                    <a:pt x="3340" y="4632"/>
                  </a:cubicBezTo>
                  <a:cubicBezTo>
                    <a:pt x="3340" y="4821"/>
                    <a:pt x="3151" y="5010"/>
                    <a:pt x="2931" y="5010"/>
                  </a:cubicBezTo>
                  <a:lnTo>
                    <a:pt x="1230" y="5010"/>
                  </a:lnTo>
                  <a:cubicBezTo>
                    <a:pt x="1009" y="5010"/>
                    <a:pt x="820" y="4821"/>
                    <a:pt x="820" y="4632"/>
                  </a:cubicBezTo>
                  <a:cubicBezTo>
                    <a:pt x="820" y="4380"/>
                    <a:pt x="1040" y="4191"/>
                    <a:pt x="1230" y="4191"/>
                  </a:cubicBezTo>
                  <a:close/>
                  <a:moveTo>
                    <a:pt x="1261" y="1"/>
                  </a:moveTo>
                  <a:cubicBezTo>
                    <a:pt x="568" y="1"/>
                    <a:pt x="1" y="600"/>
                    <a:pt x="1" y="1261"/>
                  </a:cubicBezTo>
                  <a:lnTo>
                    <a:pt x="1" y="5829"/>
                  </a:lnTo>
                  <a:lnTo>
                    <a:pt x="4191" y="5829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85"/>
            <p:cNvSpPr/>
            <p:nvPr/>
          </p:nvSpPr>
          <p:spPr>
            <a:xfrm>
              <a:off x="-13077450" y="3647075"/>
              <a:ext cx="356025" cy="352750"/>
            </a:xfrm>
            <a:custGeom>
              <a:rect b="b" l="l" r="r" t="t"/>
              <a:pathLst>
                <a:path extrusionOk="0" h="14110" w="14241">
                  <a:moveTo>
                    <a:pt x="12130" y="1670"/>
                  </a:moveTo>
                  <a:cubicBezTo>
                    <a:pt x="12350" y="1670"/>
                    <a:pt x="12508" y="1891"/>
                    <a:pt x="12508" y="2080"/>
                  </a:cubicBezTo>
                  <a:lnTo>
                    <a:pt x="12508" y="8727"/>
                  </a:lnTo>
                  <a:lnTo>
                    <a:pt x="12476" y="8727"/>
                  </a:lnTo>
                  <a:cubicBezTo>
                    <a:pt x="12476" y="8979"/>
                    <a:pt x="12287" y="9168"/>
                    <a:pt x="12067" y="9168"/>
                  </a:cubicBezTo>
                  <a:lnTo>
                    <a:pt x="2111" y="9168"/>
                  </a:lnTo>
                  <a:cubicBezTo>
                    <a:pt x="1890" y="9168"/>
                    <a:pt x="1733" y="8979"/>
                    <a:pt x="1733" y="8727"/>
                  </a:cubicBezTo>
                  <a:lnTo>
                    <a:pt x="1733" y="2080"/>
                  </a:lnTo>
                  <a:cubicBezTo>
                    <a:pt x="1733" y="1828"/>
                    <a:pt x="1922" y="1670"/>
                    <a:pt x="2111" y="1670"/>
                  </a:cubicBezTo>
                  <a:lnTo>
                    <a:pt x="5450" y="1670"/>
                  </a:lnTo>
                  <a:cubicBezTo>
                    <a:pt x="6144" y="1670"/>
                    <a:pt x="6711" y="1985"/>
                    <a:pt x="7120" y="2521"/>
                  </a:cubicBezTo>
                  <a:cubicBezTo>
                    <a:pt x="7498" y="1985"/>
                    <a:pt x="8097" y="1670"/>
                    <a:pt x="8790" y="1670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36"/>
                    <a:pt x="0" y="1229"/>
                  </a:cubicBezTo>
                  <a:lnTo>
                    <a:pt x="0" y="9547"/>
                  </a:lnTo>
                  <a:cubicBezTo>
                    <a:pt x="0" y="10240"/>
                    <a:pt x="536" y="10775"/>
                    <a:pt x="1260" y="10775"/>
                  </a:cubicBezTo>
                  <a:lnTo>
                    <a:pt x="6238" y="10775"/>
                  </a:lnTo>
                  <a:lnTo>
                    <a:pt x="4285" y="13422"/>
                  </a:lnTo>
                  <a:cubicBezTo>
                    <a:pt x="4159" y="13611"/>
                    <a:pt x="4159" y="13863"/>
                    <a:pt x="4348" y="14020"/>
                  </a:cubicBezTo>
                  <a:cubicBezTo>
                    <a:pt x="4439" y="14059"/>
                    <a:pt x="4531" y="14082"/>
                    <a:pt x="4617" y="14082"/>
                  </a:cubicBezTo>
                  <a:cubicBezTo>
                    <a:pt x="4740" y="14082"/>
                    <a:pt x="4854" y="14036"/>
                    <a:pt x="4946" y="13926"/>
                  </a:cubicBezTo>
                  <a:lnTo>
                    <a:pt x="6679" y="11594"/>
                  </a:lnTo>
                  <a:lnTo>
                    <a:pt x="6679" y="12855"/>
                  </a:lnTo>
                  <a:cubicBezTo>
                    <a:pt x="6679" y="13107"/>
                    <a:pt x="6900" y="13296"/>
                    <a:pt x="7120" y="13296"/>
                  </a:cubicBezTo>
                  <a:cubicBezTo>
                    <a:pt x="7341" y="13296"/>
                    <a:pt x="7561" y="13107"/>
                    <a:pt x="7561" y="12855"/>
                  </a:cubicBezTo>
                  <a:lnTo>
                    <a:pt x="7561" y="11594"/>
                  </a:lnTo>
                  <a:lnTo>
                    <a:pt x="9294" y="13926"/>
                  </a:lnTo>
                  <a:cubicBezTo>
                    <a:pt x="9352" y="14041"/>
                    <a:pt x="9480" y="14109"/>
                    <a:pt x="9614" y="14109"/>
                  </a:cubicBezTo>
                  <a:cubicBezTo>
                    <a:pt x="9700" y="14109"/>
                    <a:pt x="9788" y="14082"/>
                    <a:pt x="9861" y="14020"/>
                  </a:cubicBezTo>
                  <a:cubicBezTo>
                    <a:pt x="10082" y="13894"/>
                    <a:pt x="10113" y="13611"/>
                    <a:pt x="9956" y="13422"/>
                  </a:cubicBezTo>
                  <a:lnTo>
                    <a:pt x="8002" y="10775"/>
                  </a:lnTo>
                  <a:lnTo>
                    <a:pt x="12980" y="10775"/>
                  </a:lnTo>
                  <a:cubicBezTo>
                    <a:pt x="13673" y="10775"/>
                    <a:pt x="14240" y="10240"/>
                    <a:pt x="14240" y="9547"/>
                  </a:cubicBezTo>
                  <a:lnTo>
                    <a:pt x="14240" y="1229"/>
                  </a:lnTo>
                  <a:cubicBezTo>
                    <a:pt x="14114" y="536"/>
                    <a:pt x="13579" y="1"/>
                    <a:pt x="128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3" name="Google Shape;2373;p85"/>
          <p:cNvGrpSpPr/>
          <p:nvPr/>
        </p:nvGrpSpPr>
        <p:grpSpPr>
          <a:xfrm>
            <a:off x="5696352" y="2947578"/>
            <a:ext cx="357002" cy="357037"/>
            <a:chOff x="-13079025" y="4079475"/>
            <a:chExt cx="354450" cy="354450"/>
          </a:xfrm>
        </p:grpSpPr>
        <p:sp>
          <p:nvSpPr>
            <p:cNvPr id="2374" name="Google Shape;2374;p85"/>
            <p:cNvSpPr/>
            <p:nvPr/>
          </p:nvSpPr>
          <p:spPr>
            <a:xfrm>
              <a:off x="-13004200" y="4079475"/>
              <a:ext cx="207150" cy="63050"/>
            </a:xfrm>
            <a:custGeom>
              <a:rect b="b" l="l" r="r" t="t"/>
              <a:pathLst>
                <a:path extrusionOk="0" h="2522" w="8286">
                  <a:moveTo>
                    <a:pt x="4159" y="1"/>
                  </a:moveTo>
                  <a:cubicBezTo>
                    <a:pt x="1859" y="1"/>
                    <a:pt x="0" y="568"/>
                    <a:pt x="0" y="1261"/>
                  </a:cubicBezTo>
                  <a:cubicBezTo>
                    <a:pt x="0" y="1986"/>
                    <a:pt x="1859" y="2521"/>
                    <a:pt x="4159" y="2521"/>
                  </a:cubicBezTo>
                  <a:cubicBezTo>
                    <a:pt x="6427" y="2521"/>
                    <a:pt x="8286" y="1986"/>
                    <a:pt x="8286" y="1261"/>
                  </a:cubicBezTo>
                  <a:cubicBezTo>
                    <a:pt x="8286" y="568"/>
                    <a:pt x="6427" y="1"/>
                    <a:pt x="41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85"/>
            <p:cNvSpPr/>
            <p:nvPr/>
          </p:nvSpPr>
          <p:spPr>
            <a:xfrm>
              <a:off x="-13079025" y="4303175"/>
              <a:ext cx="354450" cy="130750"/>
            </a:xfrm>
            <a:custGeom>
              <a:rect b="b" l="l" r="r" t="t"/>
              <a:pathLst>
                <a:path extrusionOk="0" h="5230" w="14178">
                  <a:moveTo>
                    <a:pt x="2773" y="0"/>
                  </a:moveTo>
                  <a:cubicBezTo>
                    <a:pt x="1040" y="536"/>
                    <a:pt x="0" y="1355"/>
                    <a:pt x="0" y="2331"/>
                  </a:cubicBezTo>
                  <a:cubicBezTo>
                    <a:pt x="0" y="4222"/>
                    <a:pt x="3686" y="5230"/>
                    <a:pt x="7057" y="5230"/>
                  </a:cubicBezTo>
                  <a:cubicBezTo>
                    <a:pt x="10460" y="5230"/>
                    <a:pt x="14114" y="4222"/>
                    <a:pt x="14114" y="2331"/>
                  </a:cubicBezTo>
                  <a:cubicBezTo>
                    <a:pt x="14177" y="1355"/>
                    <a:pt x="13169" y="567"/>
                    <a:pt x="11436" y="0"/>
                  </a:cubicBezTo>
                  <a:lnTo>
                    <a:pt x="11247" y="1985"/>
                  </a:lnTo>
                  <a:cubicBezTo>
                    <a:pt x="11216" y="2993"/>
                    <a:pt x="9830" y="3560"/>
                    <a:pt x="7089" y="3560"/>
                  </a:cubicBezTo>
                  <a:cubicBezTo>
                    <a:pt x="5577" y="3560"/>
                    <a:pt x="2962" y="3371"/>
                    <a:pt x="2962" y="1890"/>
                  </a:cubicBezTo>
                  <a:lnTo>
                    <a:pt x="27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85"/>
            <p:cNvSpPr/>
            <p:nvPr/>
          </p:nvSpPr>
          <p:spPr>
            <a:xfrm>
              <a:off x="-12986875" y="4313400"/>
              <a:ext cx="173300" cy="58300"/>
            </a:xfrm>
            <a:custGeom>
              <a:rect b="b" l="l" r="r" t="t"/>
              <a:pathLst>
                <a:path extrusionOk="0" h="2332" w="6932">
                  <a:moveTo>
                    <a:pt x="0" y="1"/>
                  </a:moveTo>
                  <a:lnTo>
                    <a:pt x="158" y="1481"/>
                  </a:lnTo>
                  <a:cubicBezTo>
                    <a:pt x="158" y="1954"/>
                    <a:pt x="1638" y="2332"/>
                    <a:pt x="3466" y="2332"/>
                  </a:cubicBezTo>
                  <a:cubicBezTo>
                    <a:pt x="4159" y="2332"/>
                    <a:pt x="6774" y="2206"/>
                    <a:pt x="6774" y="1481"/>
                  </a:cubicBezTo>
                  <a:lnTo>
                    <a:pt x="6931" y="1"/>
                  </a:lnTo>
                  <a:lnTo>
                    <a:pt x="6931" y="1"/>
                  </a:lnTo>
                  <a:cubicBezTo>
                    <a:pt x="5860" y="442"/>
                    <a:pt x="4694" y="662"/>
                    <a:pt x="3466" y="662"/>
                  </a:cubicBezTo>
                  <a:cubicBezTo>
                    <a:pt x="2237" y="662"/>
                    <a:pt x="1040" y="44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85"/>
            <p:cNvSpPr/>
            <p:nvPr/>
          </p:nvSpPr>
          <p:spPr>
            <a:xfrm>
              <a:off x="-13004200" y="4143275"/>
              <a:ext cx="206375" cy="166225"/>
            </a:xfrm>
            <a:custGeom>
              <a:rect b="b" l="l" r="r" t="t"/>
              <a:pathLst>
                <a:path extrusionOk="0" h="6649" w="8255">
                  <a:moveTo>
                    <a:pt x="8254" y="1"/>
                  </a:moveTo>
                  <a:lnTo>
                    <a:pt x="8254" y="1"/>
                  </a:lnTo>
                  <a:cubicBezTo>
                    <a:pt x="6994" y="725"/>
                    <a:pt x="4694" y="820"/>
                    <a:pt x="4096" y="820"/>
                  </a:cubicBezTo>
                  <a:cubicBezTo>
                    <a:pt x="3529" y="820"/>
                    <a:pt x="1260" y="788"/>
                    <a:pt x="0" y="32"/>
                  </a:cubicBezTo>
                  <a:lnTo>
                    <a:pt x="0" y="32"/>
                  </a:lnTo>
                  <a:lnTo>
                    <a:pt x="567" y="5892"/>
                  </a:lnTo>
                  <a:cubicBezTo>
                    <a:pt x="1638" y="6365"/>
                    <a:pt x="2836" y="6648"/>
                    <a:pt x="4096" y="6648"/>
                  </a:cubicBezTo>
                  <a:cubicBezTo>
                    <a:pt x="5356" y="6648"/>
                    <a:pt x="6585" y="6365"/>
                    <a:pt x="7656" y="5892"/>
                  </a:cubicBezTo>
                  <a:lnTo>
                    <a:pt x="8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8" name="Google Shape;2378;p85"/>
          <p:cNvGrpSpPr/>
          <p:nvPr/>
        </p:nvGrpSpPr>
        <p:grpSpPr>
          <a:xfrm>
            <a:off x="5718556" y="3439773"/>
            <a:ext cx="312585" cy="355451"/>
            <a:chOff x="-9500075" y="3180800"/>
            <a:chExt cx="310350" cy="352875"/>
          </a:xfrm>
        </p:grpSpPr>
        <p:sp>
          <p:nvSpPr>
            <p:cNvPr id="2379" name="Google Shape;2379;p85"/>
            <p:cNvSpPr/>
            <p:nvPr/>
          </p:nvSpPr>
          <p:spPr>
            <a:xfrm>
              <a:off x="-9429175" y="3332825"/>
              <a:ext cx="82725" cy="55150"/>
            </a:xfrm>
            <a:custGeom>
              <a:rect b="b" l="l" r="r" t="t"/>
              <a:pathLst>
                <a:path extrusionOk="0" h="2206" w="3309">
                  <a:moveTo>
                    <a:pt x="1670" y="0"/>
                  </a:moveTo>
                  <a:lnTo>
                    <a:pt x="0" y="2205"/>
                  </a:lnTo>
                  <a:lnTo>
                    <a:pt x="3308" y="2205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85"/>
            <p:cNvSpPr/>
            <p:nvPr/>
          </p:nvSpPr>
          <p:spPr>
            <a:xfrm>
              <a:off x="-9335450" y="3274525"/>
              <a:ext cx="19700" cy="19725"/>
            </a:xfrm>
            <a:custGeom>
              <a:rect b="b" l="l" r="r" t="t"/>
              <a:pathLst>
                <a:path extrusionOk="0" h="789" w="788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cubicBezTo>
                    <a:pt x="0" y="599"/>
                    <a:pt x="189" y="788"/>
                    <a:pt x="378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90"/>
                    <a:pt x="599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85"/>
            <p:cNvSpPr/>
            <p:nvPr/>
          </p:nvSpPr>
          <p:spPr>
            <a:xfrm>
              <a:off x="-9330725" y="3351725"/>
              <a:ext cx="62250" cy="36250"/>
            </a:xfrm>
            <a:custGeom>
              <a:rect b="b" l="l" r="r" t="t"/>
              <a:pathLst>
                <a:path extrusionOk="0" h="1450" w="2490">
                  <a:moveTo>
                    <a:pt x="1040" y="0"/>
                  </a:moveTo>
                  <a:lnTo>
                    <a:pt x="0" y="977"/>
                  </a:lnTo>
                  <a:lnTo>
                    <a:pt x="410" y="1449"/>
                  </a:lnTo>
                  <a:lnTo>
                    <a:pt x="2489" y="1449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85"/>
            <p:cNvSpPr/>
            <p:nvPr/>
          </p:nvSpPr>
          <p:spPr>
            <a:xfrm>
              <a:off x="-9440200" y="3220975"/>
              <a:ext cx="186675" cy="152025"/>
            </a:xfrm>
            <a:custGeom>
              <a:rect b="b" l="l" r="r" t="t"/>
              <a:pathLst>
                <a:path extrusionOk="0" h="6081" w="7467">
                  <a:moveTo>
                    <a:pt x="4568" y="1324"/>
                  </a:moveTo>
                  <a:cubicBezTo>
                    <a:pt x="5261" y="1324"/>
                    <a:pt x="5828" y="1859"/>
                    <a:pt x="5828" y="2552"/>
                  </a:cubicBezTo>
                  <a:cubicBezTo>
                    <a:pt x="5828" y="3214"/>
                    <a:pt x="5293" y="3813"/>
                    <a:pt x="4568" y="3813"/>
                  </a:cubicBezTo>
                  <a:cubicBezTo>
                    <a:pt x="3875" y="3813"/>
                    <a:pt x="3308" y="3245"/>
                    <a:pt x="3308" y="2552"/>
                  </a:cubicBezTo>
                  <a:cubicBezTo>
                    <a:pt x="3308" y="1828"/>
                    <a:pt x="3875" y="1324"/>
                    <a:pt x="4568" y="1324"/>
                  </a:cubicBezTo>
                  <a:close/>
                  <a:moveTo>
                    <a:pt x="0" y="0"/>
                  </a:moveTo>
                  <a:lnTo>
                    <a:pt x="0" y="5860"/>
                  </a:lnTo>
                  <a:lnTo>
                    <a:pt x="1733" y="3529"/>
                  </a:lnTo>
                  <a:cubicBezTo>
                    <a:pt x="1812" y="3434"/>
                    <a:pt x="1945" y="3387"/>
                    <a:pt x="2079" y="3387"/>
                  </a:cubicBezTo>
                  <a:cubicBezTo>
                    <a:pt x="2213" y="3387"/>
                    <a:pt x="2347" y="3434"/>
                    <a:pt x="2426" y="3529"/>
                  </a:cubicBezTo>
                  <a:lnTo>
                    <a:pt x="3907" y="5482"/>
                  </a:lnTo>
                  <a:lnTo>
                    <a:pt x="5104" y="4317"/>
                  </a:lnTo>
                  <a:cubicBezTo>
                    <a:pt x="5183" y="4238"/>
                    <a:pt x="5285" y="4198"/>
                    <a:pt x="5387" y="4198"/>
                  </a:cubicBezTo>
                  <a:cubicBezTo>
                    <a:pt x="5490" y="4198"/>
                    <a:pt x="5592" y="4238"/>
                    <a:pt x="5671" y="4317"/>
                  </a:cubicBezTo>
                  <a:lnTo>
                    <a:pt x="7467" y="6081"/>
                  </a:lnTo>
                  <a:lnTo>
                    <a:pt x="74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85"/>
            <p:cNvSpPr/>
            <p:nvPr/>
          </p:nvSpPr>
          <p:spPr>
            <a:xfrm>
              <a:off x="-9500075" y="3222550"/>
              <a:ext cx="310350" cy="228425"/>
            </a:xfrm>
            <a:custGeom>
              <a:rect b="b" l="l" r="r" t="t"/>
              <a:pathLst>
                <a:path extrusionOk="0" h="9137" w="12414">
                  <a:moveTo>
                    <a:pt x="1229" y="0"/>
                  </a:moveTo>
                  <a:cubicBezTo>
                    <a:pt x="568" y="0"/>
                    <a:pt x="1" y="599"/>
                    <a:pt x="1" y="1261"/>
                  </a:cubicBezTo>
                  <a:lnTo>
                    <a:pt x="1" y="7877"/>
                  </a:lnTo>
                  <a:cubicBezTo>
                    <a:pt x="1" y="8538"/>
                    <a:pt x="568" y="9137"/>
                    <a:pt x="1229" y="9137"/>
                  </a:cubicBezTo>
                  <a:lnTo>
                    <a:pt x="11153" y="9137"/>
                  </a:lnTo>
                  <a:cubicBezTo>
                    <a:pt x="11815" y="9137"/>
                    <a:pt x="12414" y="8538"/>
                    <a:pt x="12414" y="7877"/>
                  </a:cubicBezTo>
                  <a:lnTo>
                    <a:pt x="12414" y="1261"/>
                  </a:lnTo>
                  <a:cubicBezTo>
                    <a:pt x="12319" y="536"/>
                    <a:pt x="11784" y="0"/>
                    <a:pt x="11122" y="0"/>
                  </a:cubicBezTo>
                  <a:lnTo>
                    <a:pt x="10712" y="0"/>
                  </a:lnTo>
                  <a:lnTo>
                    <a:pt x="10712" y="7058"/>
                  </a:lnTo>
                  <a:cubicBezTo>
                    <a:pt x="10712" y="7278"/>
                    <a:pt x="10523" y="7436"/>
                    <a:pt x="10334" y="7436"/>
                  </a:cubicBezTo>
                  <a:lnTo>
                    <a:pt x="2048" y="7436"/>
                  </a:lnTo>
                  <a:cubicBezTo>
                    <a:pt x="1828" y="7436"/>
                    <a:pt x="1607" y="7247"/>
                    <a:pt x="1607" y="7058"/>
                  </a:cubicBezTo>
                  <a:lnTo>
                    <a:pt x="1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85"/>
            <p:cNvSpPr/>
            <p:nvPr/>
          </p:nvSpPr>
          <p:spPr>
            <a:xfrm>
              <a:off x="-9398475" y="3180800"/>
              <a:ext cx="103200" cy="21300"/>
            </a:xfrm>
            <a:custGeom>
              <a:rect b="b" l="l" r="r" t="t"/>
              <a:pathLst>
                <a:path extrusionOk="0" h="852" w="4128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4128" y="851"/>
                  </a:lnTo>
                  <a:cubicBezTo>
                    <a:pt x="4128" y="379"/>
                    <a:pt x="3781" y="1"/>
                    <a:pt x="3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85"/>
            <p:cNvSpPr/>
            <p:nvPr/>
          </p:nvSpPr>
          <p:spPr>
            <a:xfrm>
              <a:off x="-9460700" y="3471450"/>
              <a:ext cx="41775" cy="62225"/>
            </a:xfrm>
            <a:custGeom>
              <a:rect b="b" l="l" r="r" t="t"/>
              <a:pathLst>
                <a:path extrusionOk="0" h="2489" w="1671">
                  <a:moveTo>
                    <a:pt x="1" y="0"/>
                  </a:moveTo>
                  <a:lnTo>
                    <a:pt x="1" y="1670"/>
                  </a:lnTo>
                  <a:cubicBezTo>
                    <a:pt x="1" y="2142"/>
                    <a:pt x="347" y="2489"/>
                    <a:pt x="820" y="2489"/>
                  </a:cubicBezTo>
                  <a:cubicBezTo>
                    <a:pt x="1293" y="2489"/>
                    <a:pt x="1671" y="2142"/>
                    <a:pt x="1671" y="1670"/>
                  </a:cubicBezTo>
                  <a:lnTo>
                    <a:pt x="16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85"/>
            <p:cNvSpPr/>
            <p:nvPr/>
          </p:nvSpPr>
          <p:spPr>
            <a:xfrm>
              <a:off x="-9274800" y="3471450"/>
              <a:ext cx="41750" cy="62225"/>
            </a:xfrm>
            <a:custGeom>
              <a:rect b="b" l="l" r="r" t="t"/>
              <a:pathLst>
                <a:path extrusionOk="0" h="2489" w="1670">
                  <a:moveTo>
                    <a:pt x="0" y="0"/>
                  </a:moveTo>
                  <a:lnTo>
                    <a:pt x="0" y="1670"/>
                  </a:lnTo>
                  <a:cubicBezTo>
                    <a:pt x="0" y="2142"/>
                    <a:pt x="378" y="2489"/>
                    <a:pt x="851" y="2489"/>
                  </a:cubicBezTo>
                  <a:cubicBezTo>
                    <a:pt x="1323" y="2489"/>
                    <a:pt x="1670" y="2142"/>
                    <a:pt x="1670" y="1670"/>
                  </a:cubicBezTo>
                  <a:lnTo>
                    <a:pt x="16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85"/>
            <p:cNvSpPr/>
            <p:nvPr/>
          </p:nvSpPr>
          <p:spPr>
            <a:xfrm>
              <a:off x="-9398475" y="3471450"/>
              <a:ext cx="103200" cy="20500"/>
            </a:xfrm>
            <a:custGeom>
              <a:rect b="b" l="l" r="r" t="t"/>
              <a:pathLst>
                <a:path extrusionOk="0" h="820" w="4128">
                  <a:moveTo>
                    <a:pt x="1" y="0"/>
                  </a:moveTo>
                  <a:lnTo>
                    <a:pt x="1" y="819"/>
                  </a:lnTo>
                  <a:lnTo>
                    <a:pt x="4128" y="819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8" name="Google Shape;2388;p85"/>
          <p:cNvGrpSpPr/>
          <p:nvPr/>
        </p:nvGrpSpPr>
        <p:grpSpPr>
          <a:xfrm>
            <a:off x="5696731" y="3899608"/>
            <a:ext cx="356221" cy="356257"/>
            <a:chOff x="-9523700" y="3614000"/>
            <a:chExt cx="353675" cy="353675"/>
          </a:xfrm>
        </p:grpSpPr>
        <p:sp>
          <p:nvSpPr>
            <p:cNvPr id="2389" name="Google Shape;2389;p85"/>
            <p:cNvSpPr/>
            <p:nvPr/>
          </p:nvSpPr>
          <p:spPr>
            <a:xfrm>
              <a:off x="-9523700" y="3843975"/>
              <a:ext cx="124475" cy="123700"/>
            </a:xfrm>
            <a:custGeom>
              <a:rect b="b" l="l" r="r" t="t"/>
              <a:pathLst>
                <a:path extrusionOk="0" h="4948" w="4979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828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1" y="1103"/>
                    <a:pt x="1" y="2458"/>
                  </a:cubicBezTo>
                  <a:cubicBezTo>
                    <a:pt x="1" y="3844"/>
                    <a:pt x="1135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85"/>
            <p:cNvSpPr/>
            <p:nvPr/>
          </p:nvSpPr>
          <p:spPr>
            <a:xfrm>
              <a:off x="-9515825" y="3656525"/>
              <a:ext cx="116600" cy="195350"/>
            </a:xfrm>
            <a:custGeom>
              <a:rect b="b" l="l" r="r" t="t"/>
              <a:pathLst>
                <a:path extrusionOk="0" h="7814" w="4664">
                  <a:moveTo>
                    <a:pt x="2994" y="1"/>
                  </a:moveTo>
                  <a:cubicBezTo>
                    <a:pt x="2206" y="1"/>
                    <a:pt x="1513" y="536"/>
                    <a:pt x="1387" y="1324"/>
                  </a:cubicBezTo>
                  <a:lnTo>
                    <a:pt x="1" y="7499"/>
                  </a:lnTo>
                  <a:cubicBezTo>
                    <a:pt x="599" y="6963"/>
                    <a:pt x="1355" y="6648"/>
                    <a:pt x="2174" y="6648"/>
                  </a:cubicBezTo>
                  <a:cubicBezTo>
                    <a:pt x="3151" y="6648"/>
                    <a:pt x="4065" y="7089"/>
                    <a:pt x="4663" y="7814"/>
                  </a:cubicBezTo>
                  <a:lnTo>
                    <a:pt x="4663" y="1639"/>
                  </a:lnTo>
                  <a:cubicBezTo>
                    <a:pt x="4663" y="757"/>
                    <a:pt x="3907" y="1"/>
                    <a:pt x="29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85"/>
            <p:cNvSpPr/>
            <p:nvPr/>
          </p:nvSpPr>
          <p:spPr>
            <a:xfrm>
              <a:off x="-9481175" y="3614000"/>
              <a:ext cx="80375" cy="37050"/>
            </a:xfrm>
            <a:custGeom>
              <a:rect b="b" l="l" r="r" t="t"/>
              <a:pathLst>
                <a:path extrusionOk="0" h="1482" w="3215">
                  <a:moveTo>
                    <a:pt x="1608" y="0"/>
                  </a:moveTo>
                  <a:cubicBezTo>
                    <a:pt x="788" y="63"/>
                    <a:pt x="127" y="693"/>
                    <a:pt x="1" y="1481"/>
                  </a:cubicBezTo>
                  <a:cubicBezTo>
                    <a:pt x="442" y="1072"/>
                    <a:pt x="1009" y="851"/>
                    <a:pt x="1608" y="851"/>
                  </a:cubicBezTo>
                  <a:cubicBezTo>
                    <a:pt x="2238" y="851"/>
                    <a:pt x="2805" y="1072"/>
                    <a:pt x="3214" y="1481"/>
                  </a:cubicBezTo>
                  <a:cubicBezTo>
                    <a:pt x="3120" y="630"/>
                    <a:pt x="2427" y="0"/>
                    <a:pt x="16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85"/>
            <p:cNvSpPr/>
            <p:nvPr/>
          </p:nvSpPr>
          <p:spPr>
            <a:xfrm>
              <a:off x="-9294500" y="3843975"/>
              <a:ext cx="124475" cy="123700"/>
            </a:xfrm>
            <a:custGeom>
              <a:rect b="b" l="l" r="r" t="t"/>
              <a:pathLst>
                <a:path extrusionOk="0" h="4948" w="4979">
                  <a:moveTo>
                    <a:pt x="2489" y="1198"/>
                  </a:moveTo>
                  <a:cubicBezTo>
                    <a:pt x="3151" y="1198"/>
                    <a:pt x="3718" y="1765"/>
                    <a:pt x="3718" y="2427"/>
                  </a:cubicBezTo>
                  <a:cubicBezTo>
                    <a:pt x="3718" y="3088"/>
                    <a:pt x="3151" y="3687"/>
                    <a:pt x="2489" y="3687"/>
                  </a:cubicBezTo>
                  <a:cubicBezTo>
                    <a:pt x="1828" y="3687"/>
                    <a:pt x="1229" y="3151"/>
                    <a:pt x="1229" y="2427"/>
                  </a:cubicBezTo>
                  <a:cubicBezTo>
                    <a:pt x="1229" y="1734"/>
                    <a:pt x="1796" y="1198"/>
                    <a:pt x="2489" y="1198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3"/>
                    <a:pt x="0" y="2458"/>
                  </a:cubicBezTo>
                  <a:cubicBezTo>
                    <a:pt x="0" y="3844"/>
                    <a:pt x="1103" y="4947"/>
                    <a:pt x="2489" y="4947"/>
                  </a:cubicBezTo>
                  <a:cubicBezTo>
                    <a:pt x="3876" y="4947"/>
                    <a:pt x="4978" y="3844"/>
                    <a:pt x="4978" y="2458"/>
                  </a:cubicBezTo>
                  <a:cubicBezTo>
                    <a:pt x="4978" y="1103"/>
                    <a:pt x="3876" y="1"/>
                    <a:pt x="2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85"/>
            <p:cNvSpPr/>
            <p:nvPr/>
          </p:nvSpPr>
          <p:spPr>
            <a:xfrm>
              <a:off x="-9294500" y="3656525"/>
              <a:ext cx="116600" cy="195350"/>
            </a:xfrm>
            <a:custGeom>
              <a:rect b="b" l="l" r="r" t="t"/>
              <a:pathLst>
                <a:path extrusionOk="0" h="7814" w="4664">
                  <a:moveTo>
                    <a:pt x="1670" y="1"/>
                  </a:moveTo>
                  <a:cubicBezTo>
                    <a:pt x="757" y="1"/>
                    <a:pt x="0" y="757"/>
                    <a:pt x="0" y="1639"/>
                  </a:cubicBezTo>
                  <a:lnTo>
                    <a:pt x="0" y="7814"/>
                  </a:lnTo>
                  <a:cubicBezTo>
                    <a:pt x="599" y="7089"/>
                    <a:pt x="1513" y="6648"/>
                    <a:pt x="2489" y="6648"/>
                  </a:cubicBezTo>
                  <a:cubicBezTo>
                    <a:pt x="3308" y="6648"/>
                    <a:pt x="4065" y="6963"/>
                    <a:pt x="4663" y="7499"/>
                  </a:cubicBezTo>
                  <a:lnTo>
                    <a:pt x="3277" y="1324"/>
                  </a:lnTo>
                  <a:cubicBezTo>
                    <a:pt x="3119" y="536"/>
                    <a:pt x="2458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85"/>
            <p:cNvSpPr/>
            <p:nvPr/>
          </p:nvSpPr>
          <p:spPr>
            <a:xfrm>
              <a:off x="-9294500" y="3615575"/>
              <a:ext cx="81150" cy="36250"/>
            </a:xfrm>
            <a:custGeom>
              <a:rect b="b" l="l" r="r" t="t"/>
              <a:pathLst>
                <a:path extrusionOk="0" h="1450" w="3246">
                  <a:moveTo>
                    <a:pt x="1639" y="0"/>
                  </a:moveTo>
                  <a:cubicBezTo>
                    <a:pt x="788" y="0"/>
                    <a:pt x="126" y="630"/>
                    <a:pt x="0" y="1450"/>
                  </a:cubicBezTo>
                  <a:cubicBezTo>
                    <a:pt x="442" y="1040"/>
                    <a:pt x="1040" y="820"/>
                    <a:pt x="1639" y="820"/>
                  </a:cubicBezTo>
                  <a:cubicBezTo>
                    <a:pt x="2269" y="820"/>
                    <a:pt x="2804" y="1040"/>
                    <a:pt x="3245" y="1450"/>
                  </a:cubicBezTo>
                  <a:cubicBezTo>
                    <a:pt x="3119" y="599"/>
                    <a:pt x="2458" y="0"/>
                    <a:pt x="16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85"/>
            <p:cNvSpPr/>
            <p:nvPr/>
          </p:nvSpPr>
          <p:spPr>
            <a:xfrm>
              <a:off x="-9378775" y="3822725"/>
              <a:ext cx="63025" cy="41750"/>
            </a:xfrm>
            <a:custGeom>
              <a:rect b="b" l="l" r="r" t="t"/>
              <a:pathLst>
                <a:path extrusionOk="0" h="1670" w="2521">
                  <a:moveTo>
                    <a:pt x="0" y="0"/>
                  </a:moveTo>
                  <a:lnTo>
                    <a:pt x="0" y="1670"/>
                  </a:lnTo>
                  <a:lnTo>
                    <a:pt x="2521" y="1670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85"/>
            <p:cNvSpPr/>
            <p:nvPr/>
          </p:nvSpPr>
          <p:spPr>
            <a:xfrm>
              <a:off x="-9336250" y="3739225"/>
              <a:ext cx="21300" cy="63050"/>
            </a:xfrm>
            <a:custGeom>
              <a:rect b="b" l="l" r="r" t="t"/>
              <a:pathLst>
                <a:path extrusionOk="0" h="2522" w="852">
                  <a:moveTo>
                    <a:pt x="1" y="1"/>
                  </a:moveTo>
                  <a:lnTo>
                    <a:pt x="1" y="2521"/>
                  </a:lnTo>
                  <a:lnTo>
                    <a:pt x="851" y="2521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85"/>
            <p:cNvSpPr/>
            <p:nvPr/>
          </p:nvSpPr>
          <p:spPr>
            <a:xfrm>
              <a:off x="-9378775" y="3739225"/>
              <a:ext cx="20500" cy="63050"/>
            </a:xfrm>
            <a:custGeom>
              <a:rect b="b" l="l" r="r" t="t"/>
              <a:pathLst>
                <a:path extrusionOk="0" h="2522" w="820">
                  <a:moveTo>
                    <a:pt x="0" y="1"/>
                  </a:moveTo>
                  <a:lnTo>
                    <a:pt x="0" y="2521"/>
                  </a:lnTo>
                  <a:lnTo>
                    <a:pt x="820" y="2521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8" name="Google Shape;2398;p85"/>
          <p:cNvGrpSpPr/>
          <p:nvPr/>
        </p:nvGrpSpPr>
        <p:grpSpPr>
          <a:xfrm>
            <a:off x="5696728" y="2415539"/>
            <a:ext cx="356221" cy="333366"/>
            <a:chOff x="-12643475" y="3657325"/>
            <a:chExt cx="353675" cy="330950"/>
          </a:xfrm>
        </p:grpSpPr>
        <p:sp>
          <p:nvSpPr>
            <p:cNvPr id="2399" name="Google Shape;2399;p85"/>
            <p:cNvSpPr/>
            <p:nvPr/>
          </p:nvSpPr>
          <p:spPr>
            <a:xfrm>
              <a:off x="-12580475" y="3719550"/>
              <a:ext cx="19725" cy="19700"/>
            </a:xfrm>
            <a:custGeom>
              <a:rect b="b" l="l" r="r" t="t"/>
              <a:pathLst>
                <a:path extrusionOk="0" h="788" w="789">
                  <a:moveTo>
                    <a:pt x="379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599"/>
                    <a:pt x="190" y="788"/>
                    <a:pt x="379" y="788"/>
                  </a:cubicBezTo>
                  <a:cubicBezTo>
                    <a:pt x="599" y="788"/>
                    <a:pt x="788" y="599"/>
                    <a:pt x="788" y="410"/>
                  </a:cubicBezTo>
                  <a:cubicBezTo>
                    <a:pt x="788" y="189"/>
                    <a:pt x="599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85"/>
            <p:cNvSpPr/>
            <p:nvPr/>
          </p:nvSpPr>
          <p:spPr>
            <a:xfrm>
              <a:off x="-12456800" y="3719550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85"/>
            <p:cNvSpPr/>
            <p:nvPr/>
          </p:nvSpPr>
          <p:spPr>
            <a:xfrm>
              <a:off x="-12643475" y="3657325"/>
              <a:ext cx="268600" cy="144950"/>
            </a:xfrm>
            <a:custGeom>
              <a:rect b="b" l="l" r="r" t="t"/>
              <a:pathLst>
                <a:path extrusionOk="0" h="5798" w="10744">
                  <a:moveTo>
                    <a:pt x="2899" y="1670"/>
                  </a:moveTo>
                  <a:cubicBezTo>
                    <a:pt x="3592" y="1670"/>
                    <a:pt x="4159" y="2205"/>
                    <a:pt x="4159" y="2899"/>
                  </a:cubicBezTo>
                  <a:cubicBezTo>
                    <a:pt x="4159" y="3560"/>
                    <a:pt x="3623" y="4159"/>
                    <a:pt x="2899" y="4159"/>
                  </a:cubicBezTo>
                  <a:cubicBezTo>
                    <a:pt x="2237" y="4159"/>
                    <a:pt x="1639" y="3592"/>
                    <a:pt x="1639" y="2899"/>
                  </a:cubicBezTo>
                  <a:cubicBezTo>
                    <a:pt x="1639" y="2205"/>
                    <a:pt x="2206" y="1670"/>
                    <a:pt x="2899" y="1670"/>
                  </a:cubicBezTo>
                  <a:close/>
                  <a:moveTo>
                    <a:pt x="7877" y="1670"/>
                  </a:moveTo>
                  <a:cubicBezTo>
                    <a:pt x="8538" y="1670"/>
                    <a:pt x="9137" y="2205"/>
                    <a:pt x="9137" y="2899"/>
                  </a:cubicBezTo>
                  <a:cubicBezTo>
                    <a:pt x="9137" y="3560"/>
                    <a:pt x="8570" y="4159"/>
                    <a:pt x="7877" y="4159"/>
                  </a:cubicBezTo>
                  <a:cubicBezTo>
                    <a:pt x="7215" y="4159"/>
                    <a:pt x="6616" y="3592"/>
                    <a:pt x="6616" y="2899"/>
                  </a:cubicBezTo>
                  <a:cubicBezTo>
                    <a:pt x="6616" y="2205"/>
                    <a:pt x="7152" y="1670"/>
                    <a:pt x="7877" y="1670"/>
                  </a:cubicBezTo>
                  <a:close/>
                  <a:moveTo>
                    <a:pt x="2899" y="0"/>
                  </a:moveTo>
                  <a:cubicBezTo>
                    <a:pt x="1292" y="0"/>
                    <a:pt x="32" y="1323"/>
                    <a:pt x="32" y="2899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3970" y="5797"/>
                    <a:pt x="4884" y="5198"/>
                    <a:pt x="5388" y="4379"/>
                  </a:cubicBezTo>
                  <a:cubicBezTo>
                    <a:pt x="5892" y="5230"/>
                    <a:pt x="6805" y="5797"/>
                    <a:pt x="7877" y="5797"/>
                  </a:cubicBezTo>
                  <a:cubicBezTo>
                    <a:pt x="9483" y="5797"/>
                    <a:pt x="10744" y="4505"/>
                    <a:pt x="10744" y="2899"/>
                  </a:cubicBezTo>
                  <a:cubicBezTo>
                    <a:pt x="10744" y="1260"/>
                    <a:pt x="9452" y="0"/>
                    <a:pt x="7877" y="0"/>
                  </a:cubicBezTo>
                  <a:cubicBezTo>
                    <a:pt x="6805" y="0"/>
                    <a:pt x="5892" y="599"/>
                    <a:pt x="5388" y="1418"/>
                  </a:cubicBezTo>
                  <a:cubicBezTo>
                    <a:pt x="4884" y="567"/>
                    <a:pt x="3970" y="0"/>
                    <a:pt x="28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85"/>
            <p:cNvSpPr/>
            <p:nvPr/>
          </p:nvSpPr>
          <p:spPr>
            <a:xfrm>
              <a:off x="-12581250" y="3905425"/>
              <a:ext cx="62250" cy="20500"/>
            </a:xfrm>
            <a:custGeom>
              <a:rect b="b" l="l" r="r" t="t"/>
              <a:pathLst>
                <a:path extrusionOk="0" h="820" w="2490">
                  <a:moveTo>
                    <a:pt x="0" y="0"/>
                  </a:moveTo>
                  <a:lnTo>
                    <a:pt x="0" y="819"/>
                  </a:lnTo>
                  <a:lnTo>
                    <a:pt x="2489" y="819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85"/>
            <p:cNvSpPr/>
            <p:nvPr/>
          </p:nvSpPr>
          <p:spPr>
            <a:xfrm>
              <a:off x="-12643475" y="3802250"/>
              <a:ext cx="269400" cy="185900"/>
            </a:xfrm>
            <a:custGeom>
              <a:rect b="b" l="l" r="r" t="t"/>
              <a:pathLst>
                <a:path extrusionOk="0" h="7436" w="10776">
                  <a:moveTo>
                    <a:pt x="7057" y="1670"/>
                  </a:moveTo>
                  <a:cubicBezTo>
                    <a:pt x="7278" y="1670"/>
                    <a:pt x="7436" y="1859"/>
                    <a:pt x="7436" y="2048"/>
                  </a:cubicBezTo>
                  <a:cubicBezTo>
                    <a:pt x="7436" y="2300"/>
                    <a:pt x="7247" y="2489"/>
                    <a:pt x="7057" y="2489"/>
                  </a:cubicBezTo>
                  <a:cubicBezTo>
                    <a:pt x="6805" y="2489"/>
                    <a:pt x="6616" y="2300"/>
                    <a:pt x="6616" y="2048"/>
                  </a:cubicBezTo>
                  <a:cubicBezTo>
                    <a:pt x="6616" y="1859"/>
                    <a:pt x="6805" y="1670"/>
                    <a:pt x="7057" y="1670"/>
                  </a:cubicBezTo>
                  <a:close/>
                  <a:moveTo>
                    <a:pt x="8696" y="1670"/>
                  </a:moveTo>
                  <a:cubicBezTo>
                    <a:pt x="8948" y="1670"/>
                    <a:pt x="9137" y="1859"/>
                    <a:pt x="9137" y="2048"/>
                  </a:cubicBezTo>
                  <a:cubicBezTo>
                    <a:pt x="9137" y="2300"/>
                    <a:pt x="8948" y="2489"/>
                    <a:pt x="8696" y="2489"/>
                  </a:cubicBezTo>
                  <a:cubicBezTo>
                    <a:pt x="8475" y="2489"/>
                    <a:pt x="8318" y="2300"/>
                    <a:pt x="8318" y="2048"/>
                  </a:cubicBezTo>
                  <a:cubicBezTo>
                    <a:pt x="8255" y="1859"/>
                    <a:pt x="8475" y="1670"/>
                    <a:pt x="8696" y="1670"/>
                  </a:cubicBezTo>
                  <a:close/>
                  <a:moveTo>
                    <a:pt x="5388" y="3277"/>
                  </a:moveTo>
                  <a:cubicBezTo>
                    <a:pt x="5640" y="3277"/>
                    <a:pt x="5829" y="3466"/>
                    <a:pt x="5829" y="3686"/>
                  </a:cubicBezTo>
                  <a:lnTo>
                    <a:pt x="5829" y="5356"/>
                  </a:lnTo>
                  <a:cubicBezTo>
                    <a:pt x="5829" y="5608"/>
                    <a:pt x="5640" y="5797"/>
                    <a:pt x="5388" y="5797"/>
                  </a:cubicBezTo>
                  <a:lnTo>
                    <a:pt x="2080" y="5797"/>
                  </a:lnTo>
                  <a:cubicBezTo>
                    <a:pt x="1859" y="5797"/>
                    <a:pt x="1639" y="5608"/>
                    <a:pt x="1639" y="5356"/>
                  </a:cubicBezTo>
                  <a:lnTo>
                    <a:pt x="1639" y="3686"/>
                  </a:lnTo>
                  <a:cubicBezTo>
                    <a:pt x="1639" y="3466"/>
                    <a:pt x="1859" y="3277"/>
                    <a:pt x="2080" y="3277"/>
                  </a:cubicBezTo>
                  <a:close/>
                  <a:moveTo>
                    <a:pt x="5230" y="0"/>
                  </a:moveTo>
                  <a:cubicBezTo>
                    <a:pt x="4600" y="504"/>
                    <a:pt x="3781" y="819"/>
                    <a:pt x="2899" y="819"/>
                  </a:cubicBezTo>
                  <a:cubicBezTo>
                    <a:pt x="2080" y="819"/>
                    <a:pt x="1324" y="536"/>
                    <a:pt x="756" y="126"/>
                  </a:cubicBezTo>
                  <a:cubicBezTo>
                    <a:pt x="315" y="315"/>
                    <a:pt x="32" y="756"/>
                    <a:pt x="32" y="1260"/>
                  </a:cubicBezTo>
                  <a:lnTo>
                    <a:pt x="32" y="6206"/>
                  </a:lnTo>
                  <a:cubicBezTo>
                    <a:pt x="0" y="6900"/>
                    <a:pt x="536" y="7435"/>
                    <a:pt x="1261" y="7435"/>
                  </a:cubicBezTo>
                  <a:lnTo>
                    <a:pt x="9515" y="7435"/>
                  </a:lnTo>
                  <a:cubicBezTo>
                    <a:pt x="10208" y="7435"/>
                    <a:pt x="10775" y="6900"/>
                    <a:pt x="10775" y="6206"/>
                  </a:cubicBezTo>
                  <a:lnTo>
                    <a:pt x="10775" y="1260"/>
                  </a:lnTo>
                  <a:cubicBezTo>
                    <a:pt x="10775" y="756"/>
                    <a:pt x="10460" y="315"/>
                    <a:pt x="10082" y="126"/>
                  </a:cubicBezTo>
                  <a:cubicBezTo>
                    <a:pt x="9452" y="536"/>
                    <a:pt x="8727" y="819"/>
                    <a:pt x="7908" y="819"/>
                  </a:cubicBezTo>
                  <a:cubicBezTo>
                    <a:pt x="7057" y="819"/>
                    <a:pt x="6270" y="504"/>
                    <a:pt x="55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85"/>
            <p:cNvSpPr/>
            <p:nvPr/>
          </p:nvSpPr>
          <p:spPr>
            <a:xfrm>
              <a:off x="-12352850" y="3802125"/>
              <a:ext cx="63050" cy="186150"/>
            </a:xfrm>
            <a:custGeom>
              <a:rect b="b" l="l" r="r" t="t"/>
              <a:pathLst>
                <a:path extrusionOk="0" h="7446" w="2522">
                  <a:moveTo>
                    <a:pt x="2092" y="0"/>
                  </a:moveTo>
                  <a:cubicBezTo>
                    <a:pt x="2035" y="0"/>
                    <a:pt x="1976" y="10"/>
                    <a:pt x="1923" y="37"/>
                  </a:cubicBezTo>
                  <a:lnTo>
                    <a:pt x="1" y="982"/>
                  </a:lnTo>
                  <a:lnTo>
                    <a:pt x="1" y="6464"/>
                  </a:lnTo>
                  <a:lnTo>
                    <a:pt x="1923" y="7409"/>
                  </a:lnTo>
                  <a:cubicBezTo>
                    <a:pt x="1976" y="7435"/>
                    <a:pt x="2035" y="7445"/>
                    <a:pt x="2092" y="7445"/>
                  </a:cubicBezTo>
                  <a:cubicBezTo>
                    <a:pt x="2170" y="7445"/>
                    <a:pt x="2246" y="7427"/>
                    <a:pt x="2301" y="7409"/>
                  </a:cubicBezTo>
                  <a:cubicBezTo>
                    <a:pt x="2427" y="7314"/>
                    <a:pt x="2521" y="7220"/>
                    <a:pt x="2521" y="7062"/>
                  </a:cubicBezTo>
                  <a:lnTo>
                    <a:pt x="2521" y="415"/>
                  </a:lnTo>
                  <a:cubicBezTo>
                    <a:pt x="2521" y="257"/>
                    <a:pt x="2427" y="131"/>
                    <a:pt x="2301" y="37"/>
                  </a:cubicBezTo>
                  <a:cubicBezTo>
                    <a:pt x="2246" y="18"/>
                    <a:pt x="2170" y="0"/>
                    <a:pt x="20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5" name="Google Shape;2405;p85"/>
          <p:cNvGrpSpPr/>
          <p:nvPr/>
        </p:nvGrpSpPr>
        <p:grpSpPr>
          <a:xfrm>
            <a:off x="6224065" y="2949564"/>
            <a:ext cx="356221" cy="353059"/>
            <a:chOff x="-12643475" y="4081850"/>
            <a:chExt cx="353675" cy="350500"/>
          </a:xfrm>
        </p:grpSpPr>
        <p:sp>
          <p:nvSpPr>
            <p:cNvPr id="2406" name="Google Shape;2406;p85"/>
            <p:cNvSpPr/>
            <p:nvPr/>
          </p:nvSpPr>
          <p:spPr>
            <a:xfrm>
              <a:off x="-12552125" y="4262400"/>
              <a:ext cx="22875" cy="20125"/>
            </a:xfrm>
            <a:custGeom>
              <a:rect b="b" l="l" r="r" t="t"/>
              <a:pathLst>
                <a:path extrusionOk="0" h="805" w="915">
                  <a:moveTo>
                    <a:pt x="458" y="1"/>
                  </a:moveTo>
                  <a:cubicBezTo>
                    <a:pt x="348" y="1"/>
                    <a:pt x="237" y="40"/>
                    <a:pt x="158" y="119"/>
                  </a:cubicBezTo>
                  <a:cubicBezTo>
                    <a:pt x="1" y="276"/>
                    <a:pt x="1" y="528"/>
                    <a:pt x="158" y="686"/>
                  </a:cubicBezTo>
                  <a:cubicBezTo>
                    <a:pt x="237" y="765"/>
                    <a:pt x="348" y="804"/>
                    <a:pt x="458" y="804"/>
                  </a:cubicBezTo>
                  <a:cubicBezTo>
                    <a:pt x="568" y="804"/>
                    <a:pt x="678" y="765"/>
                    <a:pt x="757" y="686"/>
                  </a:cubicBezTo>
                  <a:cubicBezTo>
                    <a:pt x="915" y="528"/>
                    <a:pt x="915" y="276"/>
                    <a:pt x="757" y="119"/>
                  </a:cubicBezTo>
                  <a:cubicBezTo>
                    <a:pt x="678" y="40"/>
                    <a:pt x="568" y="1"/>
                    <a:pt x="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85"/>
            <p:cNvSpPr/>
            <p:nvPr/>
          </p:nvSpPr>
          <p:spPr>
            <a:xfrm>
              <a:off x="-12480450" y="4241725"/>
              <a:ext cx="69350" cy="47275"/>
            </a:xfrm>
            <a:custGeom>
              <a:rect b="b" l="l" r="r" t="t"/>
              <a:pathLst>
                <a:path extrusionOk="0" h="1891" w="2774">
                  <a:moveTo>
                    <a:pt x="568" y="1"/>
                  </a:moveTo>
                  <a:lnTo>
                    <a:pt x="1" y="568"/>
                  </a:lnTo>
                  <a:lnTo>
                    <a:pt x="2206" y="1891"/>
                  </a:lnTo>
                  <a:lnTo>
                    <a:pt x="2773" y="1324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85"/>
            <p:cNvSpPr/>
            <p:nvPr/>
          </p:nvSpPr>
          <p:spPr>
            <a:xfrm>
              <a:off x="-12643475" y="4081850"/>
              <a:ext cx="353675" cy="350500"/>
            </a:xfrm>
            <a:custGeom>
              <a:rect b="b" l="l" r="r" t="t"/>
              <a:pathLst>
                <a:path extrusionOk="0" h="14020" w="14147">
                  <a:moveTo>
                    <a:pt x="8207" y="3127"/>
                  </a:moveTo>
                  <a:cubicBezTo>
                    <a:pt x="8318" y="3127"/>
                    <a:pt x="8428" y="3166"/>
                    <a:pt x="8507" y="3245"/>
                  </a:cubicBezTo>
                  <a:lnTo>
                    <a:pt x="9105" y="3812"/>
                  </a:lnTo>
                  <a:cubicBezTo>
                    <a:pt x="9263" y="3970"/>
                    <a:pt x="9263" y="4253"/>
                    <a:pt x="9105" y="4411"/>
                  </a:cubicBezTo>
                  <a:cubicBezTo>
                    <a:pt x="9027" y="4490"/>
                    <a:pt x="8916" y="4529"/>
                    <a:pt x="8806" y="4529"/>
                  </a:cubicBezTo>
                  <a:cubicBezTo>
                    <a:pt x="8696" y="4529"/>
                    <a:pt x="8585" y="4490"/>
                    <a:pt x="8507" y="4411"/>
                  </a:cubicBezTo>
                  <a:lnTo>
                    <a:pt x="7908" y="3812"/>
                  </a:lnTo>
                  <a:cubicBezTo>
                    <a:pt x="7751" y="3655"/>
                    <a:pt x="7751" y="3403"/>
                    <a:pt x="7908" y="3245"/>
                  </a:cubicBezTo>
                  <a:cubicBezTo>
                    <a:pt x="7987" y="3166"/>
                    <a:pt x="8097" y="3127"/>
                    <a:pt x="8207" y="3127"/>
                  </a:cubicBezTo>
                  <a:close/>
                  <a:moveTo>
                    <a:pt x="9940" y="4860"/>
                  </a:moveTo>
                  <a:cubicBezTo>
                    <a:pt x="10050" y="4860"/>
                    <a:pt x="10161" y="4899"/>
                    <a:pt x="10239" y="4978"/>
                  </a:cubicBezTo>
                  <a:lnTo>
                    <a:pt x="10838" y="5545"/>
                  </a:lnTo>
                  <a:cubicBezTo>
                    <a:pt x="10996" y="5766"/>
                    <a:pt x="10996" y="5986"/>
                    <a:pt x="10838" y="6144"/>
                  </a:cubicBezTo>
                  <a:cubicBezTo>
                    <a:pt x="10759" y="6222"/>
                    <a:pt x="10649" y="6262"/>
                    <a:pt x="10539" y="6262"/>
                  </a:cubicBezTo>
                  <a:cubicBezTo>
                    <a:pt x="10429" y="6262"/>
                    <a:pt x="10318" y="6222"/>
                    <a:pt x="10239" y="6144"/>
                  </a:cubicBezTo>
                  <a:lnTo>
                    <a:pt x="9641" y="5545"/>
                  </a:lnTo>
                  <a:cubicBezTo>
                    <a:pt x="9483" y="5388"/>
                    <a:pt x="9483" y="5136"/>
                    <a:pt x="9641" y="4978"/>
                  </a:cubicBezTo>
                  <a:cubicBezTo>
                    <a:pt x="9720" y="4899"/>
                    <a:pt x="9830" y="4860"/>
                    <a:pt x="9940" y="4860"/>
                  </a:cubicBezTo>
                  <a:close/>
                  <a:moveTo>
                    <a:pt x="7058" y="5467"/>
                  </a:moveTo>
                  <a:cubicBezTo>
                    <a:pt x="7125" y="5467"/>
                    <a:pt x="7192" y="5481"/>
                    <a:pt x="7247" y="5514"/>
                  </a:cubicBezTo>
                  <a:lnTo>
                    <a:pt x="10145" y="7278"/>
                  </a:lnTo>
                  <a:cubicBezTo>
                    <a:pt x="10397" y="7404"/>
                    <a:pt x="10429" y="7719"/>
                    <a:pt x="10271" y="7908"/>
                  </a:cubicBezTo>
                  <a:lnTo>
                    <a:pt x="7373" y="10838"/>
                  </a:lnTo>
                  <a:cubicBezTo>
                    <a:pt x="7136" y="11074"/>
                    <a:pt x="6821" y="11192"/>
                    <a:pt x="6498" y="11192"/>
                  </a:cubicBezTo>
                  <a:cubicBezTo>
                    <a:pt x="6175" y="11192"/>
                    <a:pt x="5845" y="11074"/>
                    <a:pt x="5577" y="10838"/>
                  </a:cubicBezTo>
                  <a:cubicBezTo>
                    <a:pt x="5104" y="10365"/>
                    <a:pt x="5104" y="9578"/>
                    <a:pt x="5577" y="9074"/>
                  </a:cubicBezTo>
                  <a:cubicBezTo>
                    <a:pt x="5813" y="8837"/>
                    <a:pt x="6144" y="8719"/>
                    <a:pt x="6475" y="8719"/>
                  </a:cubicBezTo>
                  <a:cubicBezTo>
                    <a:pt x="6805" y="8719"/>
                    <a:pt x="7136" y="8837"/>
                    <a:pt x="7373" y="9074"/>
                  </a:cubicBezTo>
                  <a:cubicBezTo>
                    <a:pt x="7467" y="9168"/>
                    <a:pt x="7562" y="9294"/>
                    <a:pt x="7593" y="9420"/>
                  </a:cubicBezTo>
                  <a:lnTo>
                    <a:pt x="8160" y="8853"/>
                  </a:lnTo>
                  <a:lnTo>
                    <a:pt x="5955" y="7561"/>
                  </a:lnTo>
                  <a:lnTo>
                    <a:pt x="5010" y="8507"/>
                  </a:lnTo>
                  <a:cubicBezTo>
                    <a:pt x="4773" y="8743"/>
                    <a:pt x="4458" y="8861"/>
                    <a:pt x="4135" y="8861"/>
                  </a:cubicBezTo>
                  <a:cubicBezTo>
                    <a:pt x="3812" y="8861"/>
                    <a:pt x="3482" y="8743"/>
                    <a:pt x="3214" y="8507"/>
                  </a:cubicBezTo>
                  <a:cubicBezTo>
                    <a:pt x="2741" y="8034"/>
                    <a:pt x="2741" y="7246"/>
                    <a:pt x="3214" y="6742"/>
                  </a:cubicBezTo>
                  <a:cubicBezTo>
                    <a:pt x="3450" y="6506"/>
                    <a:pt x="3781" y="6388"/>
                    <a:pt x="4112" y="6388"/>
                  </a:cubicBezTo>
                  <a:cubicBezTo>
                    <a:pt x="4443" y="6388"/>
                    <a:pt x="4773" y="6506"/>
                    <a:pt x="5010" y="6742"/>
                  </a:cubicBezTo>
                  <a:cubicBezTo>
                    <a:pt x="5104" y="6837"/>
                    <a:pt x="5199" y="6963"/>
                    <a:pt x="5230" y="7089"/>
                  </a:cubicBezTo>
                  <a:lnTo>
                    <a:pt x="6742" y="5577"/>
                  </a:lnTo>
                  <a:cubicBezTo>
                    <a:pt x="6804" y="5515"/>
                    <a:pt x="6932" y="5467"/>
                    <a:pt x="7058" y="5467"/>
                  </a:cubicBezTo>
                  <a:close/>
                  <a:moveTo>
                    <a:pt x="9042" y="0"/>
                  </a:moveTo>
                  <a:cubicBezTo>
                    <a:pt x="8948" y="0"/>
                    <a:pt x="8853" y="32"/>
                    <a:pt x="8790" y="126"/>
                  </a:cubicBezTo>
                  <a:cubicBezTo>
                    <a:pt x="8711" y="205"/>
                    <a:pt x="8601" y="244"/>
                    <a:pt x="8491" y="244"/>
                  </a:cubicBezTo>
                  <a:cubicBezTo>
                    <a:pt x="8381" y="244"/>
                    <a:pt x="8270" y="205"/>
                    <a:pt x="8192" y="126"/>
                  </a:cubicBezTo>
                  <a:cubicBezTo>
                    <a:pt x="8113" y="47"/>
                    <a:pt x="8003" y="8"/>
                    <a:pt x="7892" y="8"/>
                  </a:cubicBezTo>
                  <a:cubicBezTo>
                    <a:pt x="7782" y="8"/>
                    <a:pt x="7672" y="47"/>
                    <a:pt x="7593" y="126"/>
                  </a:cubicBezTo>
                  <a:lnTo>
                    <a:pt x="6490" y="1229"/>
                  </a:lnTo>
                  <a:lnTo>
                    <a:pt x="7373" y="2080"/>
                  </a:lnTo>
                  <a:cubicBezTo>
                    <a:pt x="7530" y="2237"/>
                    <a:pt x="7530" y="2521"/>
                    <a:pt x="7373" y="2678"/>
                  </a:cubicBezTo>
                  <a:cubicBezTo>
                    <a:pt x="7294" y="2757"/>
                    <a:pt x="7184" y="2796"/>
                    <a:pt x="7073" y="2796"/>
                  </a:cubicBezTo>
                  <a:cubicBezTo>
                    <a:pt x="6963" y="2796"/>
                    <a:pt x="6853" y="2757"/>
                    <a:pt x="6774" y="2678"/>
                  </a:cubicBezTo>
                  <a:lnTo>
                    <a:pt x="5892" y="1828"/>
                  </a:lnTo>
                  <a:lnTo>
                    <a:pt x="158" y="7561"/>
                  </a:lnTo>
                  <a:cubicBezTo>
                    <a:pt x="0" y="7719"/>
                    <a:pt x="0" y="8002"/>
                    <a:pt x="158" y="8160"/>
                  </a:cubicBezTo>
                  <a:cubicBezTo>
                    <a:pt x="221" y="8223"/>
                    <a:pt x="284" y="8349"/>
                    <a:pt x="284" y="8444"/>
                  </a:cubicBezTo>
                  <a:cubicBezTo>
                    <a:pt x="284" y="8538"/>
                    <a:pt x="221" y="8633"/>
                    <a:pt x="158" y="8696"/>
                  </a:cubicBezTo>
                  <a:cubicBezTo>
                    <a:pt x="63" y="8790"/>
                    <a:pt x="32" y="8916"/>
                    <a:pt x="32" y="8979"/>
                  </a:cubicBezTo>
                  <a:cubicBezTo>
                    <a:pt x="32" y="9105"/>
                    <a:pt x="63" y="9168"/>
                    <a:pt x="158" y="9263"/>
                  </a:cubicBezTo>
                  <a:lnTo>
                    <a:pt x="756" y="9861"/>
                  </a:lnTo>
                  <a:cubicBezTo>
                    <a:pt x="820" y="9924"/>
                    <a:pt x="946" y="9956"/>
                    <a:pt x="1009" y="9956"/>
                  </a:cubicBezTo>
                  <a:cubicBezTo>
                    <a:pt x="1135" y="9956"/>
                    <a:pt x="1229" y="9924"/>
                    <a:pt x="1292" y="9861"/>
                  </a:cubicBezTo>
                  <a:cubicBezTo>
                    <a:pt x="1371" y="9782"/>
                    <a:pt x="1481" y="9743"/>
                    <a:pt x="1591" y="9743"/>
                  </a:cubicBezTo>
                  <a:cubicBezTo>
                    <a:pt x="1702" y="9743"/>
                    <a:pt x="1812" y="9782"/>
                    <a:pt x="1891" y="9861"/>
                  </a:cubicBezTo>
                  <a:cubicBezTo>
                    <a:pt x="1985" y="9924"/>
                    <a:pt x="2017" y="10050"/>
                    <a:pt x="2017" y="10113"/>
                  </a:cubicBezTo>
                  <a:cubicBezTo>
                    <a:pt x="2017" y="10239"/>
                    <a:pt x="1985" y="10334"/>
                    <a:pt x="1891" y="10397"/>
                  </a:cubicBezTo>
                  <a:cubicBezTo>
                    <a:pt x="1733" y="10554"/>
                    <a:pt x="1733" y="10838"/>
                    <a:pt x="1891" y="10995"/>
                  </a:cubicBezTo>
                  <a:lnTo>
                    <a:pt x="3088" y="12161"/>
                  </a:lnTo>
                  <a:cubicBezTo>
                    <a:pt x="3167" y="12240"/>
                    <a:pt x="3269" y="12279"/>
                    <a:pt x="3371" y="12279"/>
                  </a:cubicBezTo>
                  <a:cubicBezTo>
                    <a:pt x="3474" y="12279"/>
                    <a:pt x="3576" y="12240"/>
                    <a:pt x="3655" y="12161"/>
                  </a:cubicBezTo>
                  <a:cubicBezTo>
                    <a:pt x="3734" y="12082"/>
                    <a:pt x="3844" y="12043"/>
                    <a:pt x="3954" y="12043"/>
                  </a:cubicBezTo>
                  <a:cubicBezTo>
                    <a:pt x="4065" y="12043"/>
                    <a:pt x="4175" y="12082"/>
                    <a:pt x="4254" y="12161"/>
                  </a:cubicBezTo>
                  <a:cubicBezTo>
                    <a:pt x="4411" y="12319"/>
                    <a:pt x="4411" y="12602"/>
                    <a:pt x="4254" y="12760"/>
                  </a:cubicBezTo>
                  <a:cubicBezTo>
                    <a:pt x="4159" y="12854"/>
                    <a:pt x="4128" y="12949"/>
                    <a:pt x="4128" y="13043"/>
                  </a:cubicBezTo>
                  <a:cubicBezTo>
                    <a:pt x="4128" y="13169"/>
                    <a:pt x="4159" y="13232"/>
                    <a:pt x="4254" y="13327"/>
                  </a:cubicBezTo>
                  <a:lnTo>
                    <a:pt x="4852" y="13894"/>
                  </a:lnTo>
                  <a:cubicBezTo>
                    <a:pt x="4915" y="13988"/>
                    <a:pt x="5041" y="14020"/>
                    <a:pt x="5136" y="14020"/>
                  </a:cubicBezTo>
                  <a:cubicBezTo>
                    <a:pt x="5230" y="14020"/>
                    <a:pt x="5325" y="13988"/>
                    <a:pt x="5388" y="13894"/>
                  </a:cubicBezTo>
                  <a:cubicBezTo>
                    <a:pt x="5466" y="13815"/>
                    <a:pt x="5577" y="13776"/>
                    <a:pt x="5687" y="13776"/>
                  </a:cubicBezTo>
                  <a:cubicBezTo>
                    <a:pt x="5797" y="13776"/>
                    <a:pt x="5908" y="13815"/>
                    <a:pt x="5986" y="13894"/>
                  </a:cubicBezTo>
                  <a:cubicBezTo>
                    <a:pt x="6081" y="13988"/>
                    <a:pt x="6175" y="14020"/>
                    <a:pt x="6270" y="14020"/>
                  </a:cubicBezTo>
                  <a:cubicBezTo>
                    <a:pt x="6396" y="14020"/>
                    <a:pt x="6459" y="13988"/>
                    <a:pt x="6553" y="13894"/>
                  </a:cubicBezTo>
                  <a:lnTo>
                    <a:pt x="12287" y="8160"/>
                  </a:lnTo>
                  <a:lnTo>
                    <a:pt x="11437" y="7278"/>
                  </a:lnTo>
                  <a:cubicBezTo>
                    <a:pt x="11248" y="7120"/>
                    <a:pt x="11248" y="6837"/>
                    <a:pt x="11437" y="6711"/>
                  </a:cubicBezTo>
                  <a:cubicBezTo>
                    <a:pt x="11515" y="6632"/>
                    <a:pt x="11618" y="6593"/>
                    <a:pt x="11720" y="6593"/>
                  </a:cubicBezTo>
                  <a:cubicBezTo>
                    <a:pt x="11823" y="6593"/>
                    <a:pt x="11925" y="6632"/>
                    <a:pt x="12004" y="6711"/>
                  </a:cubicBezTo>
                  <a:lnTo>
                    <a:pt x="12886" y="7561"/>
                  </a:lnTo>
                  <a:lnTo>
                    <a:pt x="13989" y="6459"/>
                  </a:lnTo>
                  <a:cubicBezTo>
                    <a:pt x="14146" y="6301"/>
                    <a:pt x="14146" y="6018"/>
                    <a:pt x="13989" y="5860"/>
                  </a:cubicBezTo>
                  <a:cubicBezTo>
                    <a:pt x="13894" y="5797"/>
                    <a:pt x="13863" y="5671"/>
                    <a:pt x="13863" y="5608"/>
                  </a:cubicBezTo>
                  <a:cubicBezTo>
                    <a:pt x="13863" y="5482"/>
                    <a:pt x="13894" y="5388"/>
                    <a:pt x="13989" y="5325"/>
                  </a:cubicBezTo>
                  <a:cubicBezTo>
                    <a:pt x="14115" y="5293"/>
                    <a:pt x="14146" y="5167"/>
                    <a:pt x="14146" y="5041"/>
                  </a:cubicBezTo>
                  <a:cubicBezTo>
                    <a:pt x="14146" y="4915"/>
                    <a:pt x="14115" y="4852"/>
                    <a:pt x="14020" y="4757"/>
                  </a:cubicBezTo>
                  <a:lnTo>
                    <a:pt x="13421" y="4190"/>
                  </a:lnTo>
                  <a:cubicBezTo>
                    <a:pt x="13358" y="4096"/>
                    <a:pt x="13232" y="4064"/>
                    <a:pt x="13138" y="4064"/>
                  </a:cubicBezTo>
                  <a:cubicBezTo>
                    <a:pt x="13075" y="4064"/>
                    <a:pt x="12949" y="4096"/>
                    <a:pt x="12886" y="4190"/>
                  </a:cubicBezTo>
                  <a:cubicBezTo>
                    <a:pt x="12807" y="4269"/>
                    <a:pt x="12697" y="4309"/>
                    <a:pt x="12587" y="4309"/>
                  </a:cubicBezTo>
                  <a:cubicBezTo>
                    <a:pt x="12476" y="4309"/>
                    <a:pt x="12366" y="4269"/>
                    <a:pt x="12287" y="4190"/>
                  </a:cubicBezTo>
                  <a:cubicBezTo>
                    <a:pt x="12193" y="4096"/>
                    <a:pt x="12161" y="3970"/>
                    <a:pt x="12161" y="3907"/>
                  </a:cubicBezTo>
                  <a:cubicBezTo>
                    <a:pt x="12161" y="3781"/>
                    <a:pt x="12193" y="3718"/>
                    <a:pt x="12287" y="3623"/>
                  </a:cubicBezTo>
                  <a:cubicBezTo>
                    <a:pt x="12445" y="3466"/>
                    <a:pt x="12445" y="3182"/>
                    <a:pt x="12287" y="3025"/>
                  </a:cubicBezTo>
                  <a:lnTo>
                    <a:pt x="11090" y="1859"/>
                  </a:lnTo>
                  <a:cubicBezTo>
                    <a:pt x="11011" y="1780"/>
                    <a:pt x="10909" y="1741"/>
                    <a:pt x="10807" y="1741"/>
                  </a:cubicBezTo>
                  <a:cubicBezTo>
                    <a:pt x="10704" y="1741"/>
                    <a:pt x="10602" y="1780"/>
                    <a:pt x="10523" y="1859"/>
                  </a:cubicBezTo>
                  <a:cubicBezTo>
                    <a:pt x="10444" y="1938"/>
                    <a:pt x="10334" y="1977"/>
                    <a:pt x="10224" y="1977"/>
                  </a:cubicBezTo>
                  <a:cubicBezTo>
                    <a:pt x="10113" y="1977"/>
                    <a:pt x="10003" y="1938"/>
                    <a:pt x="9924" y="1859"/>
                  </a:cubicBezTo>
                  <a:cubicBezTo>
                    <a:pt x="9767" y="1701"/>
                    <a:pt x="9767" y="1418"/>
                    <a:pt x="9924" y="1260"/>
                  </a:cubicBezTo>
                  <a:cubicBezTo>
                    <a:pt x="9987" y="1197"/>
                    <a:pt x="10050" y="1071"/>
                    <a:pt x="10050" y="977"/>
                  </a:cubicBezTo>
                  <a:cubicBezTo>
                    <a:pt x="10050" y="882"/>
                    <a:pt x="9987" y="788"/>
                    <a:pt x="9924" y="725"/>
                  </a:cubicBezTo>
                  <a:lnTo>
                    <a:pt x="9326" y="126"/>
                  </a:lnTo>
                  <a:cubicBezTo>
                    <a:pt x="9263" y="32"/>
                    <a:pt x="9137" y="0"/>
                    <a:pt x="9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85"/>
            <p:cNvSpPr/>
            <p:nvPr/>
          </p:nvSpPr>
          <p:spPr>
            <a:xfrm>
              <a:off x="-12493050" y="4319900"/>
              <a:ext cx="22875" cy="20900"/>
            </a:xfrm>
            <a:custGeom>
              <a:rect b="b" l="l" r="r" t="t"/>
              <a:pathLst>
                <a:path extrusionOk="0" h="836" w="915">
                  <a:moveTo>
                    <a:pt x="446" y="1"/>
                  </a:moveTo>
                  <a:cubicBezTo>
                    <a:pt x="339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cubicBezTo>
                    <a:pt x="237" y="796"/>
                    <a:pt x="347" y="835"/>
                    <a:pt x="458" y="835"/>
                  </a:cubicBezTo>
                  <a:cubicBezTo>
                    <a:pt x="568" y="835"/>
                    <a:pt x="678" y="796"/>
                    <a:pt x="757" y="717"/>
                  </a:cubicBezTo>
                  <a:cubicBezTo>
                    <a:pt x="914" y="560"/>
                    <a:pt x="914" y="276"/>
                    <a:pt x="757" y="119"/>
                  </a:cubicBezTo>
                  <a:cubicBezTo>
                    <a:pt x="662" y="40"/>
                    <a:pt x="552" y="1"/>
                    <a:pt x="4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0" name="Google Shape;2410;p85"/>
          <p:cNvSpPr/>
          <p:nvPr/>
        </p:nvSpPr>
        <p:spPr>
          <a:xfrm>
            <a:off x="6790253" y="3900479"/>
            <a:ext cx="273732" cy="354519"/>
          </a:xfrm>
          <a:custGeom>
            <a:rect b="b" l="l" r="r" t="t"/>
            <a:pathLst>
              <a:path extrusionOk="0" h="14078" w="10871">
                <a:moveTo>
                  <a:pt x="8255" y="5009"/>
                </a:moveTo>
                <a:lnTo>
                  <a:pt x="8255" y="6648"/>
                </a:lnTo>
                <a:lnTo>
                  <a:pt x="2490" y="6648"/>
                </a:lnTo>
                <a:lnTo>
                  <a:pt x="2490" y="5009"/>
                </a:lnTo>
                <a:close/>
                <a:moveTo>
                  <a:pt x="9106" y="5230"/>
                </a:moveTo>
                <a:lnTo>
                  <a:pt x="9925" y="5639"/>
                </a:lnTo>
                <a:lnTo>
                  <a:pt x="9925" y="6679"/>
                </a:lnTo>
                <a:cubicBezTo>
                  <a:pt x="9799" y="6648"/>
                  <a:pt x="9641" y="6616"/>
                  <a:pt x="9484" y="6616"/>
                </a:cubicBezTo>
                <a:lnTo>
                  <a:pt x="9043" y="6616"/>
                </a:lnTo>
                <a:lnTo>
                  <a:pt x="9043" y="5230"/>
                </a:lnTo>
                <a:close/>
                <a:moveTo>
                  <a:pt x="1608" y="5261"/>
                </a:moveTo>
                <a:lnTo>
                  <a:pt x="1608" y="6648"/>
                </a:lnTo>
                <a:lnTo>
                  <a:pt x="1230" y="6648"/>
                </a:lnTo>
                <a:cubicBezTo>
                  <a:pt x="1072" y="6648"/>
                  <a:pt x="946" y="6679"/>
                  <a:pt x="789" y="6711"/>
                </a:cubicBezTo>
                <a:lnTo>
                  <a:pt x="789" y="5671"/>
                </a:lnTo>
                <a:lnTo>
                  <a:pt x="1608" y="5261"/>
                </a:lnTo>
                <a:close/>
                <a:moveTo>
                  <a:pt x="7405" y="9136"/>
                </a:moveTo>
                <a:lnTo>
                  <a:pt x="5357" y="10649"/>
                </a:lnTo>
                <a:lnTo>
                  <a:pt x="3277" y="9136"/>
                </a:lnTo>
                <a:close/>
                <a:moveTo>
                  <a:pt x="2049" y="0"/>
                </a:moveTo>
                <a:cubicBezTo>
                  <a:pt x="1828" y="0"/>
                  <a:pt x="1671" y="189"/>
                  <a:pt x="1671" y="378"/>
                </a:cubicBezTo>
                <a:lnTo>
                  <a:pt x="1671" y="4285"/>
                </a:lnTo>
                <a:lnTo>
                  <a:pt x="253" y="5009"/>
                </a:lnTo>
                <a:cubicBezTo>
                  <a:pt x="127" y="5041"/>
                  <a:pt x="1" y="5198"/>
                  <a:pt x="1" y="5356"/>
                </a:cubicBezTo>
                <a:lnTo>
                  <a:pt x="1" y="7845"/>
                </a:lnTo>
                <a:cubicBezTo>
                  <a:pt x="1" y="8506"/>
                  <a:pt x="568" y="9042"/>
                  <a:pt x="1261" y="9042"/>
                </a:cubicBezTo>
                <a:lnTo>
                  <a:pt x="1986" y="9042"/>
                </a:lnTo>
                <a:lnTo>
                  <a:pt x="4727" y="11153"/>
                </a:lnTo>
                <a:lnTo>
                  <a:pt x="1860" y="13295"/>
                </a:lnTo>
                <a:cubicBezTo>
                  <a:pt x="1671" y="13421"/>
                  <a:pt x="1608" y="13705"/>
                  <a:pt x="1765" y="13894"/>
                </a:cubicBezTo>
                <a:cubicBezTo>
                  <a:pt x="1842" y="14009"/>
                  <a:pt x="1978" y="14077"/>
                  <a:pt x="2115" y="14077"/>
                </a:cubicBezTo>
                <a:cubicBezTo>
                  <a:pt x="2202" y="14077"/>
                  <a:pt x="2290" y="14050"/>
                  <a:pt x="2364" y="13988"/>
                </a:cubicBezTo>
                <a:lnTo>
                  <a:pt x="5451" y="11657"/>
                </a:lnTo>
                <a:lnTo>
                  <a:pt x="8507" y="13988"/>
                </a:lnTo>
                <a:cubicBezTo>
                  <a:pt x="8586" y="14027"/>
                  <a:pt x="8675" y="14050"/>
                  <a:pt x="8763" y="14050"/>
                </a:cubicBezTo>
                <a:cubicBezTo>
                  <a:pt x="8889" y="14050"/>
                  <a:pt x="9014" y="14004"/>
                  <a:pt x="9106" y="13894"/>
                </a:cubicBezTo>
                <a:cubicBezTo>
                  <a:pt x="9232" y="13705"/>
                  <a:pt x="9232" y="13453"/>
                  <a:pt x="9011" y="13295"/>
                </a:cubicBezTo>
                <a:lnTo>
                  <a:pt x="6144" y="11153"/>
                </a:lnTo>
                <a:lnTo>
                  <a:pt x="8917" y="9042"/>
                </a:lnTo>
                <a:lnTo>
                  <a:pt x="9610" y="9042"/>
                </a:lnTo>
                <a:cubicBezTo>
                  <a:pt x="10271" y="9042"/>
                  <a:pt x="10870" y="8506"/>
                  <a:pt x="10870" y="7845"/>
                </a:cubicBezTo>
                <a:lnTo>
                  <a:pt x="10870" y="5387"/>
                </a:lnTo>
                <a:cubicBezTo>
                  <a:pt x="10870" y="5230"/>
                  <a:pt x="10744" y="5072"/>
                  <a:pt x="10650" y="5041"/>
                </a:cubicBezTo>
                <a:lnTo>
                  <a:pt x="9232" y="4316"/>
                </a:lnTo>
                <a:lnTo>
                  <a:pt x="9232" y="441"/>
                </a:lnTo>
                <a:cubicBezTo>
                  <a:pt x="9232" y="189"/>
                  <a:pt x="9011" y="32"/>
                  <a:pt x="8822" y="32"/>
                </a:cubicBezTo>
                <a:cubicBezTo>
                  <a:pt x="8602" y="32"/>
                  <a:pt x="8381" y="221"/>
                  <a:pt x="8381" y="441"/>
                </a:cubicBezTo>
                <a:lnTo>
                  <a:pt x="8381" y="851"/>
                </a:lnTo>
                <a:lnTo>
                  <a:pt x="2616" y="851"/>
                </a:lnTo>
                <a:lnTo>
                  <a:pt x="2616" y="378"/>
                </a:lnTo>
                <a:lnTo>
                  <a:pt x="2490" y="378"/>
                </a:lnTo>
                <a:cubicBezTo>
                  <a:pt x="2490" y="158"/>
                  <a:pt x="2269" y="0"/>
                  <a:pt x="204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1" name="Google Shape;2411;p85"/>
          <p:cNvGrpSpPr/>
          <p:nvPr/>
        </p:nvGrpSpPr>
        <p:grpSpPr>
          <a:xfrm>
            <a:off x="7311124" y="2959482"/>
            <a:ext cx="356221" cy="333240"/>
            <a:chOff x="-10858725" y="4092875"/>
            <a:chExt cx="353675" cy="330825"/>
          </a:xfrm>
        </p:grpSpPr>
        <p:sp>
          <p:nvSpPr>
            <p:cNvPr id="2412" name="Google Shape;2412;p85"/>
            <p:cNvSpPr/>
            <p:nvPr/>
          </p:nvSpPr>
          <p:spPr>
            <a:xfrm>
              <a:off x="-10795700" y="4237000"/>
              <a:ext cx="41750" cy="41775"/>
            </a:xfrm>
            <a:custGeom>
              <a:rect b="b" l="l" r="r" t="t"/>
              <a:pathLst>
                <a:path extrusionOk="0" h="1671" w="167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85"/>
            <p:cNvSpPr/>
            <p:nvPr/>
          </p:nvSpPr>
          <p:spPr>
            <a:xfrm>
              <a:off x="-10713000" y="4154300"/>
              <a:ext cx="41750" cy="41775"/>
            </a:xfrm>
            <a:custGeom>
              <a:rect b="b" l="l" r="r" t="t"/>
              <a:pathLst>
                <a:path extrusionOk="0" h="1671" w="1670">
                  <a:moveTo>
                    <a:pt x="851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51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85"/>
            <p:cNvSpPr/>
            <p:nvPr/>
          </p:nvSpPr>
          <p:spPr>
            <a:xfrm>
              <a:off x="-10713000" y="4320500"/>
              <a:ext cx="41750" cy="40975"/>
            </a:xfrm>
            <a:custGeom>
              <a:rect b="b" l="l" r="r" t="t"/>
              <a:pathLst>
                <a:path extrusionOk="0" h="1639" w="1670">
                  <a:moveTo>
                    <a:pt x="851" y="0"/>
                  </a:moveTo>
                  <a:cubicBezTo>
                    <a:pt x="378" y="0"/>
                    <a:pt x="0" y="347"/>
                    <a:pt x="0" y="819"/>
                  </a:cubicBezTo>
                  <a:cubicBezTo>
                    <a:pt x="0" y="1260"/>
                    <a:pt x="378" y="1638"/>
                    <a:pt x="851" y="1638"/>
                  </a:cubicBezTo>
                  <a:cubicBezTo>
                    <a:pt x="1292" y="1638"/>
                    <a:pt x="1670" y="1260"/>
                    <a:pt x="1670" y="819"/>
                  </a:cubicBezTo>
                  <a:cubicBezTo>
                    <a:pt x="1670" y="347"/>
                    <a:pt x="1292" y="0"/>
                    <a:pt x="8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85"/>
            <p:cNvSpPr/>
            <p:nvPr/>
          </p:nvSpPr>
          <p:spPr>
            <a:xfrm>
              <a:off x="-10858725" y="4092875"/>
              <a:ext cx="331625" cy="330825"/>
            </a:xfrm>
            <a:custGeom>
              <a:rect b="b" l="l" r="r" t="t"/>
              <a:pathLst>
                <a:path extrusionOk="0" h="13233" w="13265">
                  <a:moveTo>
                    <a:pt x="6648" y="1639"/>
                  </a:moveTo>
                  <a:cubicBezTo>
                    <a:pt x="7562" y="1639"/>
                    <a:pt x="8318" y="2395"/>
                    <a:pt x="8318" y="3308"/>
                  </a:cubicBezTo>
                  <a:cubicBezTo>
                    <a:pt x="8318" y="4222"/>
                    <a:pt x="7562" y="4947"/>
                    <a:pt x="6648" y="4947"/>
                  </a:cubicBezTo>
                  <a:cubicBezTo>
                    <a:pt x="5766" y="4947"/>
                    <a:pt x="5010" y="4222"/>
                    <a:pt x="5010" y="3308"/>
                  </a:cubicBezTo>
                  <a:cubicBezTo>
                    <a:pt x="5010" y="2395"/>
                    <a:pt x="5735" y="1639"/>
                    <a:pt x="6648" y="1639"/>
                  </a:cubicBezTo>
                  <a:close/>
                  <a:moveTo>
                    <a:pt x="6648" y="5797"/>
                  </a:moveTo>
                  <a:cubicBezTo>
                    <a:pt x="7121" y="5797"/>
                    <a:pt x="7499" y="6144"/>
                    <a:pt x="7499" y="6616"/>
                  </a:cubicBezTo>
                  <a:cubicBezTo>
                    <a:pt x="7499" y="7089"/>
                    <a:pt x="7121" y="7435"/>
                    <a:pt x="6648" y="7435"/>
                  </a:cubicBezTo>
                  <a:cubicBezTo>
                    <a:pt x="6207" y="7435"/>
                    <a:pt x="5829" y="7089"/>
                    <a:pt x="5829" y="6616"/>
                  </a:cubicBezTo>
                  <a:cubicBezTo>
                    <a:pt x="5829" y="6144"/>
                    <a:pt x="6207" y="5797"/>
                    <a:pt x="6648" y="5797"/>
                  </a:cubicBezTo>
                  <a:close/>
                  <a:moveTo>
                    <a:pt x="3372" y="4947"/>
                  </a:moveTo>
                  <a:cubicBezTo>
                    <a:pt x="4254" y="4947"/>
                    <a:pt x="5010" y="5703"/>
                    <a:pt x="5010" y="6616"/>
                  </a:cubicBezTo>
                  <a:cubicBezTo>
                    <a:pt x="5010" y="7530"/>
                    <a:pt x="4254" y="8255"/>
                    <a:pt x="3372" y="8255"/>
                  </a:cubicBezTo>
                  <a:cubicBezTo>
                    <a:pt x="2458" y="8255"/>
                    <a:pt x="1702" y="7530"/>
                    <a:pt x="1702" y="6616"/>
                  </a:cubicBezTo>
                  <a:cubicBezTo>
                    <a:pt x="1702" y="5703"/>
                    <a:pt x="2395" y="4947"/>
                    <a:pt x="3372" y="4947"/>
                  </a:cubicBezTo>
                  <a:close/>
                  <a:moveTo>
                    <a:pt x="9956" y="4947"/>
                  </a:moveTo>
                  <a:cubicBezTo>
                    <a:pt x="10870" y="4947"/>
                    <a:pt x="11626" y="5703"/>
                    <a:pt x="11626" y="6616"/>
                  </a:cubicBezTo>
                  <a:cubicBezTo>
                    <a:pt x="11626" y="7530"/>
                    <a:pt x="10870" y="8255"/>
                    <a:pt x="9956" y="8255"/>
                  </a:cubicBezTo>
                  <a:cubicBezTo>
                    <a:pt x="9074" y="8255"/>
                    <a:pt x="8318" y="7530"/>
                    <a:pt x="8318" y="6616"/>
                  </a:cubicBezTo>
                  <a:cubicBezTo>
                    <a:pt x="8318" y="5703"/>
                    <a:pt x="9011" y="4947"/>
                    <a:pt x="9956" y="4947"/>
                  </a:cubicBezTo>
                  <a:close/>
                  <a:moveTo>
                    <a:pt x="6648" y="8255"/>
                  </a:moveTo>
                  <a:cubicBezTo>
                    <a:pt x="7562" y="8255"/>
                    <a:pt x="8318" y="9011"/>
                    <a:pt x="8318" y="9924"/>
                  </a:cubicBezTo>
                  <a:cubicBezTo>
                    <a:pt x="8318" y="10838"/>
                    <a:pt x="7562" y="11563"/>
                    <a:pt x="6648" y="11563"/>
                  </a:cubicBezTo>
                  <a:cubicBezTo>
                    <a:pt x="5766" y="11563"/>
                    <a:pt x="5010" y="10838"/>
                    <a:pt x="5010" y="9924"/>
                  </a:cubicBezTo>
                  <a:cubicBezTo>
                    <a:pt x="5010" y="9011"/>
                    <a:pt x="5766" y="8255"/>
                    <a:pt x="6648" y="8255"/>
                  </a:cubicBezTo>
                  <a:close/>
                  <a:moveTo>
                    <a:pt x="6648" y="0"/>
                  </a:moveTo>
                  <a:cubicBezTo>
                    <a:pt x="2994" y="0"/>
                    <a:pt x="1" y="2962"/>
                    <a:pt x="1" y="6616"/>
                  </a:cubicBezTo>
                  <a:cubicBezTo>
                    <a:pt x="1" y="10271"/>
                    <a:pt x="2994" y="13232"/>
                    <a:pt x="6648" y="13232"/>
                  </a:cubicBezTo>
                  <a:cubicBezTo>
                    <a:pt x="10334" y="13232"/>
                    <a:pt x="13264" y="10271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85"/>
            <p:cNvSpPr/>
            <p:nvPr/>
          </p:nvSpPr>
          <p:spPr>
            <a:xfrm>
              <a:off x="-10630300" y="4237000"/>
              <a:ext cx="41750" cy="41775"/>
            </a:xfrm>
            <a:custGeom>
              <a:rect b="b" l="l" r="r" t="t"/>
              <a:pathLst>
                <a:path extrusionOk="0" h="1671" w="1670">
                  <a:moveTo>
                    <a:pt x="819" y="1"/>
                  </a:moveTo>
                  <a:cubicBezTo>
                    <a:pt x="378" y="1"/>
                    <a:pt x="0" y="379"/>
                    <a:pt x="0" y="851"/>
                  </a:cubicBezTo>
                  <a:cubicBezTo>
                    <a:pt x="0" y="1292"/>
                    <a:pt x="378" y="1670"/>
                    <a:pt x="819" y="1670"/>
                  </a:cubicBezTo>
                  <a:cubicBezTo>
                    <a:pt x="1292" y="1670"/>
                    <a:pt x="1670" y="1292"/>
                    <a:pt x="1670" y="851"/>
                  </a:cubicBezTo>
                  <a:cubicBezTo>
                    <a:pt x="1670" y="379"/>
                    <a:pt x="1292" y="1"/>
                    <a:pt x="8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85"/>
            <p:cNvSpPr/>
            <p:nvPr/>
          </p:nvSpPr>
          <p:spPr>
            <a:xfrm>
              <a:off x="-10607475" y="4340975"/>
              <a:ext cx="102425" cy="82725"/>
            </a:xfrm>
            <a:custGeom>
              <a:rect b="b" l="l" r="r" t="t"/>
              <a:pathLst>
                <a:path extrusionOk="0" h="3309" w="4097">
                  <a:moveTo>
                    <a:pt x="3309" y="0"/>
                  </a:moveTo>
                  <a:cubicBezTo>
                    <a:pt x="2584" y="1418"/>
                    <a:pt x="1418" y="2584"/>
                    <a:pt x="1" y="3308"/>
                  </a:cubicBezTo>
                  <a:lnTo>
                    <a:pt x="3655" y="3308"/>
                  </a:lnTo>
                  <a:cubicBezTo>
                    <a:pt x="3907" y="3308"/>
                    <a:pt x="4096" y="3119"/>
                    <a:pt x="4096" y="2867"/>
                  </a:cubicBezTo>
                  <a:lnTo>
                    <a:pt x="4096" y="378"/>
                  </a:lnTo>
                  <a:cubicBezTo>
                    <a:pt x="4065" y="189"/>
                    <a:pt x="3907" y="0"/>
                    <a:pt x="36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8" name="Google Shape;2418;p85"/>
          <p:cNvGrpSpPr/>
          <p:nvPr/>
        </p:nvGrpSpPr>
        <p:grpSpPr>
          <a:xfrm>
            <a:off x="6224126" y="3440257"/>
            <a:ext cx="356096" cy="354469"/>
            <a:chOff x="-9089725" y="3180200"/>
            <a:chExt cx="353550" cy="351900"/>
          </a:xfrm>
        </p:grpSpPr>
        <p:sp>
          <p:nvSpPr>
            <p:cNvPr id="2419" name="Google Shape;2419;p85"/>
            <p:cNvSpPr/>
            <p:nvPr/>
          </p:nvSpPr>
          <p:spPr>
            <a:xfrm>
              <a:off x="-9089725" y="3180200"/>
              <a:ext cx="165425" cy="250300"/>
            </a:xfrm>
            <a:custGeom>
              <a:rect b="b" l="l" r="r" t="t"/>
              <a:pathLst>
                <a:path extrusionOk="0" h="10012" w="6617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85"/>
            <p:cNvSpPr/>
            <p:nvPr/>
          </p:nvSpPr>
          <p:spPr>
            <a:xfrm>
              <a:off x="-8965275" y="3264575"/>
              <a:ext cx="229100" cy="267525"/>
            </a:xfrm>
            <a:custGeom>
              <a:rect b="b" l="l" r="r" t="t"/>
              <a:pathLst>
                <a:path extrusionOk="0" h="10701" w="9164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1" name="Google Shape;2421;p85"/>
          <p:cNvGrpSpPr/>
          <p:nvPr/>
        </p:nvGrpSpPr>
        <p:grpSpPr>
          <a:xfrm>
            <a:off x="7853565" y="1844029"/>
            <a:ext cx="315757" cy="354670"/>
            <a:chOff x="-8191825" y="3174500"/>
            <a:chExt cx="313500" cy="352100"/>
          </a:xfrm>
        </p:grpSpPr>
        <p:sp>
          <p:nvSpPr>
            <p:cNvPr id="2422" name="Google Shape;2422;p85"/>
            <p:cNvSpPr/>
            <p:nvPr/>
          </p:nvSpPr>
          <p:spPr>
            <a:xfrm>
              <a:off x="-8191825" y="3486400"/>
              <a:ext cx="310350" cy="40200"/>
            </a:xfrm>
            <a:custGeom>
              <a:rect b="b" l="l" r="r" t="t"/>
              <a:pathLst>
                <a:path extrusionOk="0" h="1608" w="12414">
                  <a:moveTo>
                    <a:pt x="0" y="1"/>
                  </a:moveTo>
                  <a:lnTo>
                    <a:pt x="0" y="1229"/>
                  </a:lnTo>
                  <a:lnTo>
                    <a:pt x="63" y="1229"/>
                  </a:lnTo>
                  <a:cubicBezTo>
                    <a:pt x="63" y="1450"/>
                    <a:pt x="252" y="1607"/>
                    <a:pt x="441" y="1607"/>
                  </a:cubicBezTo>
                  <a:lnTo>
                    <a:pt x="12035" y="1607"/>
                  </a:lnTo>
                  <a:cubicBezTo>
                    <a:pt x="12256" y="1607"/>
                    <a:pt x="12413" y="1418"/>
                    <a:pt x="12413" y="1229"/>
                  </a:cubicBezTo>
                  <a:lnTo>
                    <a:pt x="12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85"/>
            <p:cNvSpPr/>
            <p:nvPr/>
          </p:nvSpPr>
          <p:spPr>
            <a:xfrm>
              <a:off x="-8188675" y="3318650"/>
              <a:ext cx="310350" cy="146500"/>
            </a:xfrm>
            <a:custGeom>
              <a:rect b="b" l="l" r="r" t="t"/>
              <a:pathLst>
                <a:path extrusionOk="0" h="5860" w="12414">
                  <a:moveTo>
                    <a:pt x="5199" y="0"/>
                  </a:moveTo>
                  <a:lnTo>
                    <a:pt x="4096" y="2237"/>
                  </a:lnTo>
                  <a:cubicBezTo>
                    <a:pt x="4024" y="2404"/>
                    <a:pt x="3863" y="2481"/>
                    <a:pt x="3706" y="2481"/>
                  </a:cubicBezTo>
                  <a:cubicBezTo>
                    <a:pt x="3656" y="2481"/>
                    <a:pt x="3606" y="2473"/>
                    <a:pt x="3560" y="2457"/>
                  </a:cubicBezTo>
                  <a:cubicBezTo>
                    <a:pt x="3371" y="2331"/>
                    <a:pt x="3277" y="2111"/>
                    <a:pt x="3371" y="1890"/>
                  </a:cubicBezTo>
                  <a:lnTo>
                    <a:pt x="4222" y="126"/>
                  </a:lnTo>
                  <a:lnTo>
                    <a:pt x="4222" y="126"/>
                  </a:lnTo>
                  <a:cubicBezTo>
                    <a:pt x="1828" y="630"/>
                    <a:pt x="0" y="2836"/>
                    <a:pt x="0" y="5450"/>
                  </a:cubicBezTo>
                  <a:lnTo>
                    <a:pt x="0" y="5860"/>
                  </a:lnTo>
                  <a:lnTo>
                    <a:pt x="12413" y="5860"/>
                  </a:lnTo>
                  <a:lnTo>
                    <a:pt x="12413" y="5450"/>
                  </a:lnTo>
                  <a:cubicBezTo>
                    <a:pt x="12319" y="2836"/>
                    <a:pt x="10523" y="630"/>
                    <a:pt x="8129" y="126"/>
                  </a:cubicBezTo>
                  <a:lnTo>
                    <a:pt x="8129" y="126"/>
                  </a:lnTo>
                  <a:lnTo>
                    <a:pt x="8979" y="1890"/>
                  </a:lnTo>
                  <a:cubicBezTo>
                    <a:pt x="9105" y="2111"/>
                    <a:pt x="8979" y="2331"/>
                    <a:pt x="8790" y="2457"/>
                  </a:cubicBezTo>
                  <a:cubicBezTo>
                    <a:pt x="8741" y="2482"/>
                    <a:pt x="8685" y="2494"/>
                    <a:pt x="8628" y="2494"/>
                  </a:cubicBezTo>
                  <a:cubicBezTo>
                    <a:pt x="8468" y="2494"/>
                    <a:pt x="8301" y="2400"/>
                    <a:pt x="8255" y="2237"/>
                  </a:cubicBezTo>
                  <a:lnTo>
                    <a:pt x="7152" y="0"/>
                  </a:lnTo>
                  <a:lnTo>
                    <a:pt x="6585" y="0"/>
                  </a:lnTo>
                  <a:lnTo>
                    <a:pt x="6585" y="2899"/>
                  </a:lnTo>
                  <a:cubicBezTo>
                    <a:pt x="6585" y="3119"/>
                    <a:pt x="6396" y="3308"/>
                    <a:pt x="6207" y="3308"/>
                  </a:cubicBezTo>
                  <a:cubicBezTo>
                    <a:pt x="5955" y="3308"/>
                    <a:pt x="5797" y="3119"/>
                    <a:pt x="5797" y="2899"/>
                  </a:cubicBezTo>
                  <a:lnTo>
                    <a:pt x="5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85"/>
            <p:cNvSpPr/>
            <p:nvPr/>
          </p:nvSpPr>
          <p:spPr>
            <a:xfrm>
              <a:off x="-8169775" y="3174500"/>
              <a:ext cx="267825" cy="129975"/>
            </a:xfrm>
            <a:custGeom>
              <a:rect b="b" l="l" r="r" t="t"/>
              <a:pathLst>
                <a:path extrusionOk="0" h="5199" w="10713">
                  <a:moveTo>
                    <a:pt x="1639" y="1"/>
                  </a:moveTo>
                  <a:cubicBezTo>
                    <a:pt x="757" y="1"/>
                    <a:pt x="1" y="725"/>
                    <a:pt x="1" y="1639"/>
                  </a:cubicBezTo>
                  <a:lnTo>
                    <a:pt x="1" y="2080"/>
                  </a:lnTo>
                  <a:cubicBezTo>
                    <a:pt x="1" y="2301"/>
                    <a:pt x="190" y="2521"/>
                    <a:pt x="379" y="2521"/>
                  </a:cubicBezTo>
                  <a:lnTo>
                    <a:pt x="2521" y="2521"/>
                  </a:lnTo>
                  <a:lnTo>
                    <a:pt x="3057" y="5199"/>
                  </a:lnTo>
                  <a:cubicBezTo>
                    <a:pt x="3529" y="5073"/>
                    <a:pt x="4002" y="4978"/>
                    <a:pt x="4537" y="4978"/>
                  </a:cubicBezTo>
                  <a:lnTo>
                    <a:pt x="6176" y="4978"/>
                  </a:lnTo>
                  <a:cubicBezTo>
                    <a:pt x="6680" y="4978"/>
                    <a:pt x="7152" y="5073"/>
                    <a:pt x="7625" y="5199"/>
                  </a:cubicBezTo>
                  <a:lnTo>
                    <a:pt x="8192" y="2521"/>
                  </a:lnTo>
                  <a:lnTo>
                    <a:pt x="10303" y="2521"/>
                  </a:lnTo>
                  <a:cubicBezTo>
                    <a:pt x="10555" y="2521"/>
                    <a:pt x="10712" y="2301"/>
                    <a:pt x="10712" y="2080"/>
                  </a:cubicBezTo>
                  <a:lnTo>
                    <a:pt x="10712" y="1639"/>
                  </a:lnTo>
                  <a:cubicBezTo>
                    <a:pt x="10712" y="725"/>
                    <a:pt x="9956" y="1"/>
                    <a:pt x="9042" y="1"/>
                  </a:cubicBezTo>
                  <a:cubicBezTo>
                    <a:pt x="8160" y="1"/>
                    <a:pt x="7404" y="725"/>
                    <a:pt x="7404" y="1639"/>
                  </a:cubicBezTo>
                  <a:lnTo>
                    <a:pt x="7310" y="1639"/>
                  </a:lnTo>
                  <a:cubicBezTo>
                    <a:pt x="6617" y="1639"/>
                    <a:pt x="5892" y="1891"/>
                    <a:pt x="5325" y="2364"/>
                  </a:cubicBezTo>
                  <a:cubicBezTo>
                    <a:pt x="4852" y="1891"/>
                    <a:pt x="4128" y="1639"/>
                    <a:pt x="3372" y="1639"/>
                  </a:cubicBezTo>
                  <a:lnTo>
                    <a:pt x="3309" y="1639"/>
                  </a:lnTo>
                  <a:cubicBezTo>
                    <a:pt x="3309" y="725"/>
                    <a:pt x="2552" y="1"/>
                    <a:pt x="1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5" name="Google Shape;2425;p85"/>
          <p:cNvSpPr txBox="1"/>
          <p:nvPr/>
        </p:nvSpPr>
        <p:spPr>
          <a:xfrm>
            <a:off x="697275" y="8717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Processo criativo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6" name="Google Shape;2426;p85"/>
          <p:cNvSpPr txBox="1"/>
          <p:nvPr/>
        </p:nvSpPr>
        <p:spPr>
          <a:xfrm>
            <a:off x="4934600" y="871725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Arte</a:t>
            </a:r>
            <a:endParaRPr b="1" i="0" sz="2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427" name="Google Shape;2427;p85"/>
          <p:cNvCxnSpPr/>
          <p:nvPr/>
        </p:nvCxnSpPr>
        <p:spPr>
          <a:xfrm>
            <a:off x="4629216" y="635541"/>
            <a:ext cx="0" cy="4039500"/>
          </a:xfrm>
          <a:prstGeom prst="straightConnector1">
            <a:avLst/>
          </a:prstGeom>
          <a:noFill/>
          <a:ln cap="flat" cmpd="sng" w="14300">
            <a:solidFill>
              <a:srgbClr val="FF66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2" name="Google Shape;2432;p86"/>
          <p:cNvGrpSpPr/>
          <p:nvPr/>
        </p:nvGrpSpPr>
        <p:grpSpPr>
          <a:xfrm>
            <a:off x="4004042" y="1612619"/>
            <a:ext cx="442373" cy="420775"/>
            <a:chOff x="-6690625" y="3631325"/>
            <a:chExt cx="307225" cy="292225"/>
          </a:xfrm>
        </p:grpSpPr>
        <p:sp>
          <p:nvSpPr>
            <p:cNvPr id="2433" name="Google Shape;2433;p86"/>
            <p:cNvSpPr/>
            <p:nvPr/>
          </p:nvSpPr>
          <p:spPr>
            <a:xfrm>
              <a:off x="-6690625" y="3631325"/>
              <a:ext cx="222925" cy="292225"/>
            </a:xfrm>
            <a:custGeom>
              <a:rect b="b" l="l" r="r" t="t"/>
              <a:pathLst>
                <a:path extrusionOk="0" h="11689" w="8917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86"/>
            <p:cNvSpPr/>
            <p:nvPr/>
          </p:nvSpPr>
          <p:spPr>
            <a:xfrm>
              <a:off x="-6604350" y="3832175"/>
              <a:ext cx="58675" cy="56550"/>
            </a:xfrm>
            <a:custGeom>
              <a:rect b="b" l="l" r="r" t="t"/>
              <a:pathLst>
                <a:path extrusionOk="0" h="2262" w="2347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86"/>
            <p:cNvSpPr/>
            <p:nvPr/>
          </p:nvSpPr>
          <p:spPr>
            <a:xfrm>
              <a:off x="-6470875" y="3684775"/>
              <a:ext cx="87475" cy="71800"/>
            </a:xfrm>
            <a:custGeom>
              <a:rect b="b" l="l" r="r" t="t"/>
              <a:pathLst>
                <a:path extrusionOk="0" h="2872" w="3499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86"/>
            <p:cNvSpPr/>
            <p:nvPr/>
          </p:nvSpPr>
          <p:spPr>
            <a:xfrm>
              <a:off x="-6578775" y="3721900"/>
              <a:ext cx="143375" cy="143375"/>
            </a:xfrm>
            <a:custGeom>
              <a:rect b="b" l="l" r="r" t="t"/>
              <a:pathLst>
                <a:path extrusionOk="0" h="5735" w="5735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86"/>
            <p:cNvSpPr/>
            <p:nvPr/>
          </p:nvSpPr>
          <p:spPr>
            <a:xfrm>
              <a:off x="-6685100" y="3636850"/>
              <a:ext cx="47275" cy="46475"/>
            </a:xfrm>
            <a:custGeom>
              <a:rect b="b" l="l" r="r" t="t"/>
              <a:pathLst>
                <a:path extrusionOk="0" h="1859" w="1891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8" name="Google Shape;2438;p86"/>
          <p:cNvGrpSpPr/>
          <p:nvPr/>
        </p:nvGrpSpPr>
        <p:grpSpPr>
          <a:xfrm>
            <a:off x="3425392" y="1613323"/>
            <a:ext cx="421927" cy="419371"/>
            <a:chOff x="-6689825" y="3992050"/>
            <a:chExt cx="293025" cy="291250"/>
          </a:xfrm>
        </p:grpSpPr>
        <p:sp>
          <p:nvSpPr>
            <p:cNvPr id="2439" name="Google Shape;2439;p86"/>
            <p:cNvSpPr/>
            <p:nvPr/>
          </p:nvSpPr>
          <p:spPr>
            <a:xfrm>
              <a:off x="-6547275" y="3992050"/>
              <a:ext cx="30750" cy="65400"/>
            </a:xfrm>
            <a:custGeom>
              <a:rect b="b" l="l" r="r" t="t"/>
              <a:pathLst>
                <a:path extrusionOk="0" h="2616" w="123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86"/>
            <p:cNvSpPr/>
            <p:nvPr/>
          </p:nvSpPr>
          <p:spPr>
            <a:xfrm>
              <a:off x="-6547275" y="4143275"/>
              <a:ext cx="30750" cy="64600"/>
            </a:xfrm>
            <a:custGeom>
              <a:rect b="b" l="l" r="r" t="t"/>
              <a:pathLst>
                <a:path extrusionOk="0" h="2584" w="123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86"/>
            <p:cNvSpPr/>
            <p:nvPr/>
          </p:nvSpPr>
          <p:spPr>
            <a:xfrm>
              <a:off x="-6551200" y="4073975"/>
              <a:ext cx="34675" cy="51200"/>
            </a:xfrm>
            <a:custGeom>
              <a:rect b="b" l="l" r="r" t="t"/>
              <a:pathLst>
                <a:path extrusionOk="0" h="2048" w="1387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86"/>
            <p:cNvSpPr/>
            <p:nvPr/>
          </p:nvSpPr>
          <p:spPr>
            <a:xfrm>
              <a:off x="-6475600" y="3994425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86"/>
            <p:cNvSpPr/>
            <p:nvPr/>
          </p:nvSpPr>
          <p:spPr>
            <a:xfrm>
              <a:off x="-6449600" y="4073975"/>
              <a:ext cx="52800" cy="51200"/>
            </a:xfrm>
            <a:custGeom>
              <a:rect b="b" l="l" r="r" t="t"/>
              <a:pathLst>
                <a:path extrusionOk="0" h="2048" w="2112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86"/>
            <p:cNvSpPr/>
            <p:nvPr/>
          </p:nvSpPr>
          <p:spPr>
            <a:xfrm>
              <a:off x="-6500000" y="3992050"/>
              <a:ext cx="30725" cy="65400"/>
            </a:xfrm>
            <a:custGeom>
              <a:rect b="b" l="l" r="r" t="t"/>
              <a:pathLst>
                <a:path extrusionOk="0" h="2616" w="1229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86"/>
            <p:cNvSpPr/>
            <p:nvPr/>
          </p:nvSpPr>
          <p:spPr>
            <a:xfrm>
              <a:off x="-6500000" y="4143275"/>
              <a:ext cx="30725" cy="64600"/>
            </a:xfrm>
            <a:custGeom>
              <a:rect b="b" l="l" r="r" t="t"/>
              <a:pathLst>
                <a:path extrusionOk="0" h="2584" w="1229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86"/>
            <p:cNvSpPr/>
            <p:nvPr/>
          </p:nvSpPr>
          <p:spPr>
            <a:xfrm>
              <a:off x="-6689825" y="4141700"/>
              <a:ext cx="149675" cy="141600"/>
            </a:xfrm>
            <a:custGeom>
              <a:rect b="b" l="l" r="r" t="t"/>
              <a:pathLst>
                <a:path extrusionOk="0" h="5664" w="5987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86"/>
            <p:cNvSpPr/>
            <p:nvPr/>
          </p:nvSpPr>
          <p:spPr>
            <a:xfrm>
              <a:off x="-6475600" y="4141700"/>
              <a:ext cx="70125" cy="64600"/>
            </a:xfrm>
            <a:custGeom>
              <a:rect b="b" l="l" r="r" t="t"/>
              <a:pathLst>
                <a:path extrusionOk="0" h="2584" w="2805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86"/>
            <p:cNvSpPr/>
            <p:nvPr/>
          </p:nvSpPr>
          <p:spPr>
            <a:xfrm>
              <a:off x="-6618950" y="4073975"/>
              <a:ext cx="52025" cy="51200"/>
            </a:xfrm>
            <a:custGeom>
              <a:rect b="b" l="l" r="r" t="t"/>
              <a:pathLst>
                <a:path extrusionOk="0" h="2048" w="2081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86"/>
            <p:cNvSpPr/>
            <p:nvPr/>
          </p:nvSpPr>
          <p:spPr>
            <a:xfrm>
              <a:off x="-6610275" y="3992850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86"/>
            <p:cNvSpPr/>
            <p:nvPr/>
          </p:nvSpPr>
          <p:spPr>
            <a:xfrm>
              <a:off x="-6500000" y="4073975"/>
              <a:ext cx="35450" cy="51200"/>
            </a:xfrm>
            <a:custGeom>
              <a:rect b="b" l="l" r="r" t="t"/>
              <a:pathLst>
                <a:path extrusionOk="0" h="2048" w="1418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1" name="Google Shape;2451;p86"/>
          <p:cNvGrpSpPr/>
          <p:nvPr/>
        </p:nvGrpSpPr>
        <p:grpSpPr>
          <a:xfrm>
            <a:off x="3194992" y="2184342"/>
            <a:ext cx="423043" cy="419659"/>
            <a:chOff x="-4837325" y="3612425"/>
            <a:chExt cx="293800" cy="291450"/>
          </a:xfrm>
        </p:grpSpPr>
        <p:sp>
          <p:nvSpPr>
            <p:cNvPr id="2452" name="Google Shape;2452;p86"/>
            <p:cNvSpPr/>
            <p:nvPr/>
          </p:nvSpPr>
          <p:spPr>
            <a:xfrm>
              <a:off x="-4836550" y="3612425"/>
              <a:ext cx="293025" cy="170925"/>
            </a:xfrm>
            <a:custGeom>
              <a:rect b="b" l="l" r="r" t="t"/>
              <a:pathLst>
                <a:path extrusionOk="0" h="6837" w="11721">
                  <a:moveTo>
                    <a:pt x="6837" y="2017"/>
                  </a:moveTo>
                  <a:lnTo>
                    <a:pt x="6837" y="2741"/>
                  </a:lnTo>
                  <a:lnTo>
                    <a:pt x="4789" y="2741"/>
                  </a:lnTo>
                  <a:lnTo>
                    <a:pt x="4789" y="2017"/>
                  </a:lnTo>
                  <a:close/>
                  <a:moveTo>
                    <a:pt x="4411" y="0"/>
                  </a:moveTo>
                  <a:cubicBezTo>
                    <a:pt x="3466" y="0"/>
                    <a:pt x="2741" y="725"/>
                    <a:pt x="2741" y="1702"/>
                  </a:cubicBezTo>
                  <a:lnTo>
                    <a:pt x="2741" y="2741"/>
                  </a:lnTo>
                  <a:lnTo>
                    <a:pt x="1166" y="2741"/>
                  </a:lnTo>
                  <a:cubicBezTo>
                    <a:pt x="536" y="2741"/>
                    <a:pt x="1" y="3277"/>
                    <a:pt x="1" y="3875"/>
                  </a:cubicBezTo>
                  <a:lnTo>
                    <a:pt x="1" y="4254"/>
                  </a:lnTo>
                  <a:cubicBezTo>
                    <a:pt x="1513" y="5860"/>
                    <a:pt x="3592" y="6837"/>
                    <a:pt x="5829" y="6837"/>
                  </a:cubicBezTo>
                  <a:cubicBezTo>
                    <a:pt x="8097" y="6837"/>
                    <a:pt x="10208" y="5892"/>
                    <a:pt x="11720" y="4254"/>
                  </a:cubicBezTo>
                  <a:lnTo>
                    <a:pt x="11720" y="3718"/>
                  </a:lnTo>
                  <a:cubicBezTo>
                    <a:pt x="11657" y="3214"/>
                    <a:pt x="11185" y="2741"/>
                    <a:pt x="10649" y="2741"/>
                  </a:cubicBezTo>
                  <a:lnTo>
                    <a:pt x="8885" y="2741"/>
                  </a:lnTo>
                  <a:lnTo>
                    <a:pt x="8885" y="1702"/>
                  </a:lnTo>
                  <a:cubicBezTo>
                    <a:pt x="8885" y="756"/>
                    <a:pt x="8129" y="0"/>
                    <a:pt x="7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86"/>
            <p:cNvSpPr/>
            <p:nvPr/>
          </p:nvSpPr>
          <p:spPr>
            <a:xfrm>
              <a:off x="-4837325" y="3743950"/>
              <a:ext cx="291425" cy="159925"/>
            </a:xfrm>
            <a:custGeom>
              <a:rect b="b" l="l" r="r" t="t"/>
              <a:pathLst>
                <a:path extrusionOk="0" h="6397" w="11657">
                  <a:moveTo>
                    <a:pt x="11657" y="1"/>
                  </a:moveTo>
                  <a:cubicBezTo>
                    <a:pt x="10523" y="1072"/>
                    <a:pt x="9073" y="1828"/>
                    <a:pt x="7530" y="2143"/>
                  </a:cubicBezTo>
                  <a:lnTo>
                    <a:pt x="7530" y="2647"/>
                  </a:lnTo>
                  <a:cubicBezTo>
                    <a:pt x="7530" y="3214"/>
                    <a:pt x="7057" y="3687"/>
                    <a:pt x="6490" y="3687"/>
                  </a:cubicBezTo>
                  <a:lnTo>
                    <a:pt x="5135" y="3687"/>
                  </a:lnTo>
                  <a:cubicBezTo>
                    <a:pt x="4568" y="3687"/>
                    <a:pt x="4096" y="3214"/>
                    <a:pt x="4096" y="2647"/>
                  </a:cubicBezTo>
                  <a:lnTo>
                    <a:pt x="4096" y="2143"/>
                  </a:lnTo>
                  <a:cubicBezTo>
                    <a:pt x="2552" y="1828"/>
                    <a:pt x="1134" y="1103"/>
                    <a:pt x="0" y="64"/>
                  </a:cubicBezTo>
                  <a:lnTo>
                    <a:pt x="0" y="4695"/>
                  </a:lnTo>
                  <a:cubicBezTo>
                    <a:pt x="0" y="5640"/>
                    <a:pt x="756" y="6396"/>
                    <a:pt x="1701" y="6396"/>
                  </a:cubicBezTo>
                  <a:lnTo>
                    <a:pt x="9956" y="6396"/>
                  </a:lnTo>
                  <a:cubicBezTo>
                    <a:pt x="10901" y="6396"/>
                    <a:pt x="11657" y="5640"/>
                    <a:pt x="11657" y="4695"/>
                  </a:cubicBezTo>
                  <a:lnTo>
                    <a:pt x="116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86"/>
            <p:cNvSpPr/>
            <p:nvPr/>
          </p:nvSpPr>
          <p:spPr>
            <a:xfrm>
              <a:off x="-4716825" y="3799075"/>
              <a:ext cx="51225" cy="18950"/>
            </a:xfrm>
            <a:custGeom>
              <a:rect b="b" l="l" r="r" t="t"/>
              <a:pathLst>
                <a:path extrusionOk="0" h="758" w="2049">
                  <a:moveTo>
                    <a:pt x="0" y="1"/>
                  </a:moveTo>
                  <a:lnTo>
                    <a:pt x="0" y="411"/>
                  </a:lnTo>
                  <a:cubicBezTo>
                    <a:pt x="0" y="600"/>
                    <a:pt x="158" y="757"/>
                    <a:pt x="347" y="757"/>
                  </a:cubicBezTo>
                  <a:lnTo>
                    <a:pt x="1670" y="757"/>
                  </a:lnTo>
                  <a:cubicBezTo>
                    <a:pt x="1891" y="757"/>
                    <a:pt x="2048" y="600"/>
                    <a:pt x="2048" y="411"/>
                  </a:cubicBezTo>
                  <a:lnTo>
                    <a:pt x="2048" y="1"/>
                  </a:lnTo>
                  <a:cubicBezTo>
                    <a:pt x="1686" y="48"/>
                    <a:pt x="1347" y="72"/>
                    <a:pt x="1012" y="72"/>
                  </a:cubicBezTo>
                  <a:cubicBezTo>
                    <a:pt x="678" y="72"/>
                    <a:pt x="347" y="4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5" name="Google Shape;2455;p86"/>
          <p:cNvGrpSpPr/>
          <p:nvPr/>
        </p:nvGrpSpPr>
        <p:grpSpPr>
          <a:xfrm>
            <a:off x="3197360" y="2787858"/>
            <a:ext cx="420775" cy="419659"/>
            <a:chOff x="-4837325" y="3971575"/>
            <a:chExt cx="292225" cy="291450"/>
          </a:xfrm>
        </p:grpSpPr>
        <p:sp>
          <p:nvSpPr>
            <p:cNvPr id="2456" name="Google Shape;2456;p86"/>
            <p:cNvSpPr/>
            <p:nvPr/>
          </p:nvSpPr>
          <p:spPr>
            <a:xfrm>
              <a:off x="-4734150" y="4073975"/>
              <a:ext cx="86650" cy="86650"/>
            </a:xfrm>
            <a:custGeom>
              <a:rect b="b" l="l" r="r" t="t"/>
              <a:pathLst>
                <a:path extrusionOk="0" h="3466" w="3466">
                  <a:moveTo>
                    <a:pt x="1701" y="725"/>
                  </a:moveTo>
                  <a:cubicBezTo>
                    <a:pt x="2269" y="725"/>
                    <a:pt x="2773" y="1197"/>
                    <a:pt x="2773" y="1733"/>
                  </a:cubicBezTo>
                  <a:cubicBezTo>
                    <a:pt x="2773" y="2300"/>
                    <a:pt x="2300" y="2804"/>
                    <a:pt x="1733" y="2804"/>
                  </a:cubicBezTo>
                  <a:cubicBezTo>
                    <a:pt x="1197" y="2804"/>
                    <a:pt x="693" y="2300"/>
                    <a:pt x="693" y="1733"/>
                  </a:cubicBezTo>
                  <a:cubicBezTo>
                    <a:pt x="693" y="1197"/>
                    <a:pt x="1166" y="725"/>
                    <a:pt x="1701" y="725"/>
                  </a:cubicBezTo>
                  <a:close/>
                  <a:moveTo>
                    <a:pt x="1701" y="0"/>
                  </a:moveTo>
                  <a:cubicBezTo>
                    <a:pt x="756" y="0"/>
                    <a:pt x="0" y="756"/>
                    <a:pt x="0" y="1701"/>
                  </a:cubicBezTo>
                  <a:cubicBezTo>
                    <a:pt x="0" y="2647"/>
                    <a:pt x="851" y="3466"/>
                    <a:pt x="1796" y="3466"/>
                  </a:cubicBezTo>
                  <a:cubicBezTo>
                    <a:pt x="2741" y="3466"/>
                    <a:pt x="3466" y="2647"/>
                    <a:pt x="3466" y="1701"/>
                  </a:cubicBezTo>
                  <a:cubicBezTo>
                    <a:pt x="3434" y="756"/>
                    <a:pt x="2647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86"/>
            <p:cNvSpPr/>
            <p:nvPr/>
          </p:nvSpPr>
          <p:spPr>
            <a:xfrm>
              <a:off x="-4700300" y="4108625"/>
              <a:ext cx="18950" cy="17350"/>
            </a:xfrm>
            <a:custGeom>
              <a:rect b="b" l="l" r="r" t="t"/>
              <a:pathLst>
                <a:path extrusionOk="0" h="694" w="758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757" y="536"/>
                    <a:pt x="757" y="347"/>
                  </a:cubicBezTo>
                  <a:cubicBezTo>
                    <a:pt x="757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86"/>
            <p:cNvSpPr/>
            <p:nvPr/>
          </p:nvSpPr>
          <p:spPr>
            <a:xfrm>
              <a:off x="-4748325" y="3971575"/>
              <a:ext cx="203225" cy="204025"/>
            </a:xfrm>
            <a:custGeom>
              <a:rect b="b" l="l" r="r" t="t"/>
              <a:pathLst>
                <a:path extrusionOk="0" h="8161" w="8129">
                  <a:moveTo>
                    <a:pt x="2268" y="1"/>
                  </a:moveTo>
                  <a:cubicBezTo>
                    <a:pt x="1449" y="1"/>
                    <a:pt x="693" y="158"/>
                    <a:pt x="0" y="473"/>
                  </a:cubicBezTo>
                  <a:lnTo>
                    <a:pt x="1512" y="3561"/>
                  </a:lnTo>
                  <a:cubicBezTo>
                    <a:pt x="1764" y="3466"/>
                    <a:pt x="1985" y="3435"/>
                    <a:pt x="2268" y="3435"/>
                  </a:cubicBezTo>
                  <a:cubicBezTo>
                    <a:pt x="3623" y="3435"/>
                    <a:pt x="4726" y="4506"/>
                    <a:pt x="4726" y="5829"/>
                  </a:cubicBezTo>
                  <a:cubicBezTo>
                    <a:pt x="4726" y="6112"/>
                    <a:pt x="4663" y="6396"/>
                    <a:pt x="4600" y="6617"/>
                  </a:cubicBezTo>
                  <a:lnTo>
                    <a:pt x="7656" y="8160"/>
                  </a:lnTo>
                  <a:cubicBezTo>
                    <a:pt x="7971" y="7436"/>
                    <a:pt x="8128" y="6617"/>
                    <a:pt x="8128" y="5829"/>
                  </a:cubicBezTo>
                  <a:cubicBezTo>
                    <a:pt x="8128" y="2647"/>
                    <a:pt x="5513" y="1"/>
                    <a:pt x="22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86"/>
            <p:cNvSpPr/>
            <p:nvPr/>
          </p:nvSpPr>
          <p:spPr>
            <a:xfrm>
              <a:off x="-4656175" y="4151950"/>
              <a:ext cx="91375" cy="91375"/>
            </a:xfrm>
            <a:custGeom>
              <a:rect b="b" l="l" r="r" t="t"/>
              <a:pathLst>
                <a:path extrusionOk="0" h="3655" w="3655">
                  <a:moveTo>
                    <a:pt x="599" y="0"/>
                  </a:moveTo>
                  <a:cubicBezTo>
                    <a:pt x="441" y="221"/>
                    <a:pt x="252" y="441"/>
                    <a:pt x="0" y="599"/>
                  </a:cubicBezTo>
                  <a:lnTo>
                    <a:pt x="1544" y="3655"/>
                  </a:lnTo>
                  <a:cubicBezTo>
                    <a:pt x="2395" y="3151"/>
                    <a:pt x="3151" y="2395"/>
                    <a:pt x="3655" y="1544"/>
                  </a:cubicBezTo>
                  <a:lnTo>
                    <a:pt x="5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86"/>
            <p:cNvSpPr/>
            <p:nvPr/>
          </p:nvSpPr>
          <p:spPr>
            <a:xfrm>
              <a:off x="-4817650" y="3991275"/>
              <a:ext cx="91400" cy="91375"/>
            </a:xfrm>
            <a:custGeom>
              <a:rect b="b" l="l" r="r" t="t"/>
              <a:pathLst>
                <a:path extrusionOk="0" h="3655" w="3656">
                  <a:moveTo>
                    <a:pt x="2143" y="0"/>
                  </a:moveTo>
                  <a:cubicBezTo>
                    <a:pt x="1261" y="504"/>
                    <a:pt x="536" y="1260"/>
                    <a:pt x="1" y="2111"/>
                  </a:cubicBezTo>
                  <a:lnTo>
                    <a:pt x="3088" y="3655"/>
                  </a:lnTo>
                  <a:cubicBezTo>
                    <a:pt x="3246" y="3434"/>
                    <a:pt x="3435" y="3214"/>
                    <a:pt x="3655" y="3088"/>
                  </a:cubicBezTo>
                  <a:lnTo>
                    <a:pt x="2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86"/>
            <p:cNvSpPr/>
            <p:nvPr/>
          </p:nvSpPr>
          <p:spPr>
            <a:xfrm>
              <a:off x="-4837325" y="4059000"/>
              <a:ext cx="204000" cy="204025"/>
            </a:xfrm>
            <a:custGeom>
              <a:rect b="b" l="l" r="r" t="t"/>
              <a:pathLst>
                <a:path extrusionOk="0" h="8161" w="8160">
                  <a:moveTo>
                    <a:pt x="473" y="1"/>
                  </a:moveTo>
                  <a:cubicBezTo>
                    <a:pt x="158" y="725"/>
                    <a:pt x="0" y="1513"/>
                    <a:pt x="0" y="2300"/>
                  </a:cubicBezTo>
                  <a:cubicBezTo>
                    <a:pt x="0" y="5482"/>
                    <a:pt x="2615" y="8160"/>
                    <a:pt x="5828" y="8160"/>
                  </a:cubicBezTo>
                  <a:cubicBezTo>
                    <a:pt x="6648" y="8160"/>
                    <a:pt x="7435" y="8003"/>
                    <a:pt x="8160" y="7688"/>
                  </a:cubicBezTo>
                  <a:lnTo>
                    <a:pt x="6616" y="4632"/>
                  </a:lnTo>
                  <a:cubicBezTo>
                    <a:pt x="6396" y="4695"/>
                    <a:pt x="6144" y="4726"/>
                    <a:pt x="5860" y="4726"/>
                  </a:cubicBezTo>
                  <a:cubicBezTo>
                    <a:pt x="4537" y="4726"/>
                    <a:pt x="3434" y="3624"/>
                    <a:pt x="3434" y="2300"/>
                  </a:cubicBezTo>
                  <a:cubicBezTo>
                    <a:pt x="3434" y="2017"/>
                    <a:pt x="3466" y="1796"/>
                    <a:pt x="3560" y="1544"/>
                  </a:cubicBez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2" name="Google Shape;2462;p86"/>
          <p:cNvGrpSpPr/>
          <p:nvPr/>
        </p:nvGrpSpPr>
        <p:grpSpPr>
          <a:xfrm>
            <a:off x="5182988" y="1638152"/>
            <a:ext cx="430998" cy="369730"/>
            <a:chOff x="-3037625" y="3254850"/>
            <a:chExt cx="299325" cy="256775"/>
          </a:xfrm>
        </p:grpSpPr>
        <p:sp>
          <p:nvSpPr>
            <p:cNvPr id="2463" name="Google Shape;2463;p86"/>
            <p:cNvSpPr/>
            <p:nvPr/>
          </p:nvSpPr>
          <p:spPr>
            <a:xfrm>
              <a:off x="-3037625" y="3460400"/>
              <a:ext cx="152825" cy="51225"/>
            </a:xfrm>
            <a:custGeom>
              <a:rect b="b" l="l" r="r" t="t"/>
              <a:pathLst>
                <a:path extrusionOk="0" h="2049" w="6113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86"/>
            <p:cNvSpPr/>
            <p:nvPr/>
          </p:nvSpPr>
          <p:spPr>
            <a:xfrm>
              <a:off x="-2884825" y="3460400"/>
              <a:ext cx="146525" cy="51225"/>
            </a:xfrm>
            <a:custGeom>
              <a:rect b="b" l="l" r="r" t="t"/>
              <a:pathLst>
                <a:path extrusionOk="0" h="2049" w="5861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86"/>
            <p:cNvSpPr/>
            <p:nvPr/>
          </p:nvSpPr>
          <p:spPr>
            <a:xfrm>
              <a:off x="-2909225" y="3313125"/>
              <a:ext cx="59875" cy="72475"/>
            </a:xfrm>
            <a:custGeom>
              <a:rect b="b" l="l" r="r" t="t"/>
              <a:pathLst>
                <a:path extrusionOk="0" h="2899" w="2395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86"/>
            <p:cNvSpPr/>
            <p:nvPr/>
          </p:nvSpPr>
          <p:spPr>
            <a:xfrm>
              <a:off x="-3029750" y="3254850"/>
              <a:ext cx="291450" cy="188250"/>
            </a:xfrm>
            <a:custGeom>
              <a:rect b="b" l="l" r="r" t="t"/>
              <a:pathLst>
                <a:path extrusionOk="0" h="7530" w="11658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7" name="Google Shape;2467;p86"/>
          <p:cNvGrpSpPr/>
          <p:nvPr/>
        </p:nvGrpSpPr>
        <p:grpSpPr>
          <a:xfrm>
            <a:off x="6060398" y="2787281"/>
            <a:ext cx="423079" cy="420811"/>
            <a:chOff x="-3031325" y="3597450"/>
            <a:chExt cx="293825" cy="292250"/>
          </a:xfrm>
        </p:grpSpPr>
        <p:sp>
          <p:nvSpPr>
            <p:cNvPr id="2468" name="Google Shape;2468;p86"/>
            <p:cNvSpPr/>
            <p:nvPr/>
          </p:nvSpPr>
          <p:spPr>
            <a:xfrm>
              <a:off x="-3029750" y="3597450"/>
              <a:ext cx="292250" cy="67775"/>
            </a:xfrm>
            <a:custGeom>
              <a:rect b="b" l="l" r="r" t="t"/>
              <a:pathLst>
                <a:path extrusionOk="0" h="2711" w="11690">
                  <a:moveTo>
                    <a:pt x="1702" y="1387"/>
                  </a:moveTo>
                  <a:cubicBezTo>
                    <a:pt x="1891" y="1387"/>
                    <a:pt x="2049" y="1545"/>
                    <a:pt x="2049" y="1734"/>
                  </a:cubicBezTo>
                  <a:cubicBezTo>
                    <a:pt x="2049" y="1923"/>
                    <a:pt x="1891" y="2080"/>
                    <a:pt x="1702" y="2080"/>
                  </a:cubicBezTo>
                  <a:cubicBezTo>
                    <a:pt x="1513" y="2080"/>
                    <a:pt x="1356" y="1923"/>
                    <a:pt x="1356" y="1734"/>
                  </a:cubicBezTo>
                  <a:cubicBezTo>
                    <a:pt x="1356" y="1545"/>
                    <a:pt x="1513" y="1387"/>
                    <a:pt x="1702" y="1387"/>
                  </a:cubicBezTo>
                  <a:close/>
                  <a:moveTo>
                    <a:pt x="3120" y="1387"/>
                  </a:moveTo>
                  <a:cubicBezTo>
                    <a:pt x="3309" y="1387"/>
                    <a:pt x="3466" y="1545"/>
                    <a:pt x="3466" y="1734"/>
                  </a:cubicBezTo>
                  <a:cubicBezTo>
                    <a:pt x="3466" y="1923"/>
                    <a:pt x="3309" y="2080"/>
                    <a:pt x="3120" y="2080"/>
                  </a:cubicBezTo>
                  <a:cubicBezTo>
                    <a:pt x="2931" y="2080"/>
                    <a:pt x="2773" y="1923"/>
                    <a:pt x="2773" y="1734"/>
                  </a:cubicBezTo>
                  <a:cubicBezTo>
                    <a:pt x="2773" y="1545"/>
                    <a:pt x="2931" y="1387"/>
                    <a:pt x="3120" y="1387"/>
                  </a:cubicBezTo>
                  <a:close/>
                  <a:moveTo>
                    <a:pt x="9985" y="1417"/>
                  </a:moveTo>
                  <a:cubicBezTo>
                    <a:pt x="10400" y="1417"/>
                    <a:pt x="10449" y="2080"/>
                    <a:pt x="9956" y="2080"/>
                  </a:cubicBezTo>
                  <a:lnTo>
                    <a:pt x="5861" y="2080"/>
                  </a:lnTo>
                  <a:cubicBezTo>
                    <a:pt x="5451" y="2080"/>
                    <a:pt x="5388" y="1418"/>
                    <a:pt x="5861" y="1418"/>
                  </a:cubicBezTo>
                  <a:lnTo>
                    <a:pt x="9956" y="1418"/>
                  </a:lnTo>
                  <a:cubicBezTo>
                    <a:pt x="9966" y="1418"/>
                    <a:pt x="9976" y="1417"/>
                    <a:pt x="9985" y="141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10"/>
                  </a:lnTo>
                  <a:lnTo>
                    <a:pt x="11689" y="2710"/>
                  </a:lnTo>
                  <a:lnTo>
                    <a:pt x="11689" y="1040"/>
                  </a:lnTo>
                  <a:cubicBezTo>
                    <a:pt x="11658" y="473"/>
                    <a:pt x="11248" y="1"/>
                    <a:pt x="106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86"/>
            <p:cNvSpPr/>
            <p:nvPr/>
          </p:nvSpPr>
          <p:spPr>
            <a:xfrm>
              <a:off x="-3031325" y="3687250"/>
              <a:ext cx="292250" cy="153600"/>
            </a:xfrm>
            <a:custGeom>
              <a:rect b="b" l="l" r="r" t="t"/>
              <a:pathLst>
                <a:path extrusionOk="0" h="6144" w="11690">
                  <a:moveTo>
                    <a:pt x="1" y="0"/>
                  </a:moveTo>
                  <a:lnTo>
                    <a:pt x="1" y="5104"/>
                  </a:lnTo>
                  <a:lnTo>
                    <a:pt x="64" y="5104"/>
                  </a:lnTo>
                  <a:cubicBezTo>
                    <a:pt x="64" y="5671"/>
                    <a:pt x="536" y="6144"/>
                    <a:pt x="1104" y="6144"/>
                  </a:cubicBezTo>
                  <a:lnTo>
                    <a:pt x="4475" y="6144"/>
                  </a:lnTo>
                  <a:cubicBezTo>
                    <a:pt x="4317" y="5671"/>
                    <a:pt x="4223" y="5199"/>
                    <a:pt x="4223" y="4695"/>
                  </a:cubicBezTo>
                  <a:lnTo>
                    <a:pt x="4223" y="2395"/>
                  </a:lnTo>
                  <a:cubicBezTo>
                    <a:pt x="4223" y="1790"/>
                    <a:pt x="4686" y="1366"/>
                    <a:pt x="5227" y="1366"/>
                  </a:cubicBezTo>
                  <a:cubicBezTo>
                    <a:pt x="5362" y="1366"/>
                    <a:pt x="5502" y="1393"/>
                    <a:pt x="5640" y="1450"/>
                  </a:cubicBezTo>
                  <a:cubicBezTo>
                    <a:pt x="5735" y="1481"/>
                    <a:pt x="5861" y="1544"/>
                    <a:pt x="5987" y="1544"/>
                  </a:cubicBezTo>
                  <a:cubicBezTo>
                    <a:pt x="6144" y="1544"/>
                    <a:pt x="6365" y="1450"/>
                    <a:pt x="6900" y="977"/>
                  </a:cubicBezTo>
                  <a:cubicBezTo>
                    <a:pt x="7090" y="788"/>
                    <a:pt x="7349" y="693"/>
                    <a:pt x="7613" y="693"/>
                  </a:cubicBezTo>
                  <a:cubicBezTo>
                    <a:pt x="7877" y="693"/>
                    <a:pt x="8145" y="788"/>
                    <a:pt x="8350" y="977"/>
                  </a:cubicBezTo>
                  <a:cubicBezTo>
                    <a:pt x="8822" y="1450"/>
                    <a:pt x="9106" y="1544"/>
                    <a:pt x="9263" y="1544"/>
                  </a:cubicBezTo>
                  <a:cubicBezTo>
                    <a:pt x="9358" y="1544"/>
                    <a:pt x="9484" y="1481"/>
                    <a:pt x="9610" y="1450"/>
                  </a:cubicBezTo>
                  <a:cubicBezTo>
                    <a:pt x="9742" y="1393"/>
                    <a:pt x="9878" y="1366"/>
                    <a:pt x="10011" y="1366"/>
                  </a:cubicBezTo>
                  <a:cubicBezTo>
                    <a:pt x="10544" y="1366"/>
                    <a:pt x="11028" y="1790"/>
                    <a:pt x="11028" y="2395"/>
                  </a:cubicBezTo>
                  <a:lnTo>
                    <a:pt x="11028" y="4695"/>
                  </a:lnTo>
                  <a:cubicBezTo>
                    <a:pt x="11028" y="5199"/>
                    <a:pt x="10933" y="5671"/>
                    <a:pt x="10744" y="6144"/>
                  </a:cubicBezTo>
                  <a:cubicBezTo>
                    <a:pt x="11248" y="6112"/>
                    <a:pt x="11689" y="5671"/>
                    <a:pt x="11689" y="5104"/>
                  </a:cubicBezTo>
                  <a:lnTo>
                    <a:pt x="116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86"/>
            <p:cNvSpPr/>
            <p:nvPr/>
          </p:nvSpPr>
          <p:spPr>
            <a:xfrm>
              <a:off x="-2908450" y="3724275"/>
              <a:ext cx="59900" cy="164625"/>
            </a:xfrm>
            <a:custGeom>
              <a:rect b="b" l="l" r="r" t="t"/>
              <a:pathLst>
                <a:path extrusionOk="0" h="6585" w="2396">
                  <a:moveTo>
                    <a:pt x="2395" y="0"/>
                  </a:moveTo>
                  <a:cubicBezTo>
                    <a:pt x="1904" y="491"/>
                    <a:pt x="1500" y="721"/>
                    <a:pt x="1085" y="721"/>
                  </a:cubicBezTo>
                  <a:cubicBezTo>
                    <a:pt x="887" y="721"/>
                    <a:pt x="687" y="669"/>
                    <a:pt x="473" y="567"/>
                  </a:cubicBezTo>
                  <a:cubicBezTo>
                    <a:pt x="423" y="548"/>
                    <a:pt x="374" y="539"/>
                    <a:pt x="327" y="539"/>
                  </a:cubicBezTo>
                  <a:cubicBezTo>
                    <a:pt x="142" y="539"/>
                    <a:pt x="1" y="681"/>
                    <a:pt x="1" y="882"/>
                  </a:cubicBezTo>
                  <a:lnTo>
                    <a:pt x="1" y="3214"/>
                  </a:lnTo>
                  <a:cubicBezTo>
                    <a:pt x="1" y="3718"/>
                    <a:pt x="127" y="4222"/>
                    <a:pt x="316" y="4663"/>
                  </a:cubicBezTo>
                  <a:cubicBezTo>
                    <a:pt x="725" y="5513"/>
                    <a:pt x="1387" y="6238"/>
                    <a:pt x="2395" y="6585"/>
                  </a:cubicBezTo>
                  <a:lnTo>
                    <a:pt x="2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86"/>
            <p:cNvSpPr/>
            <p:nvPr/>
          </p:nvSpPr>
          <p:spPr>
            <a:xfrm>
              <a:off x="-2831250" y="3725850"/>
              <a:ext cx="59875" cy="163850"/>
            </a:xfrm>
            <a:custGeom>
              <a:rect b="b" l="l" r="r" t="t"/>
              <a:pathLst>
                <a:path extrusionOk="0" h="6554" w="2395">
                  <a:moveTo>
                    <a:pt x="0" y="0"/>
                  </a:moveTo>
                  <a:lnTo>
                    <a:pt x="0" y="6553"/>
                  </a:lnTo>
                  <a:cubicBezTo>
                    <a:pt x="1008" y="6175"/>
                    <a:pt x="1670" y="5450"/>
                    <a:pt x="2079" y="4631"/>
                  </a:cubicBezTo>
                  <a:cubicBezTo>
                    <a:pt x="2269" y="4159"/>
                    <a:pt x="2395" y="3686"/>
                    <a:pt x="2395" y="3182"/>
                  </a:cubicBezTo>
                  <a:lnTo>
                    <a:pt x="2395" y="851"/>
                  </a:lnTo>
                  <a:cubicBezTo>
                    <a:pt x="2395" y="623"/>
                    <a:pt x="2212" y="477"/>
                    <a:pt x="2042" y="477"/>
                  </a:cubicBezTo>
                  <a:cubicBezTo>
                    <a:pt x="2000" y="477"/>
                    <a:pt x="1959" y="485"/>
                    <a:pt x="1922" y="504"/>
                  </a:cubicBezTo>
                  <a:cubicBezTo>
                    <a:pt x="1704" y="598"/>
                    <a:pt x="1496" y="647"/>
                    <a:pt x="1291" y="647"/>
                  </a:cubicBezTo>
                  <a:cubicBezTo>
                    <a:pt x="873" y="647"/>
                    <a:pt x="465" y="44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2" name="Google Shape;2472;p86"/>
          <p:cNvGrpSpPr/>
          <p:nvPr/>
        </p:nvGrpSpPr>
        <p:grpSpPr>
          <a:xfrm>
            <a:off x="6047273" y="3438077"/>
            <a:ext cx="421927" cy="370882"/>
            <a:chOff x="-3030525" y="3973150"/>
            <a:chExt cx="293025" cy="257575"/>
          </a:xfrm>
        </p:grpSpPr>
        <p:sp>
          <p:nvSpPr>
            <p:cNvPr id="2473" name="Google Shape;2473;p86"/>
            <p:cNvSpPr/>
            <p:nvPr/>
          </p:nvSpPr>
          <p:spPr>
            <a:xfrm>
              <a:off x="-3029750" y="397315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86"/>
            <p:cNvSpPr/>
            <p:nvPr/>
          </p:nvSpPr>
          <p:spPr>
            <a:xfrm>
              <a:off x="-3030525" y="4059000"/>
              <a:ext cx="292225" cy="171725"/>
            </a:xfrm>
            <a:custGeom>
              <a:rect b="b" l="l" r="r" t="t"/>
              <a:pathLst>
                <a:path extrusionOk="0" h="6869" w="11689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5" name="Google Shape;2475;p86"/>
          <p:cNvGrpSpPr/>
          <p:nvPr/>
        </p:nvGrpSpPr>
        <p:grpSpPr>
          <a:xfrm>
            <a:off x="918079" y="3474924"/>
            <a:ext cx="421927" cy="297195"/>
            <a:chOff x="-1199300" y="3279250"/>
            <a:chExt cx="293025" cy="206400"/>
          </a:xfrm>
        </p:grpSpPr>
        <p:sp>
          <p:nvSpPr>
            <p:cNvPr id="2476" name="Google Shape;2476;p86"/>
            <p:cNvSpPr/>
            <p:nvPr/>
          </p:nvSpPr>
          <p:spPr>
            <a:xfrm>
              <a:off x="-1183550" y="3395050"/>
              <a:ext cx="261525" cy="90600"/>
            </a:xfrm>
            <a:custGeom>
              <a:rect b="b" l="l" r="r" t="t"/>
              <a:pathLst>
                <a:path extrusionOk="0" h="3624" w="10461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86"/>
            <p:cNvSpPr/>
            <p:nvPr/>
          </p:nvSpPr>
          <p:spPr>
            <a:xfrm>
              <a:off x="-1184325" y="3279250"/>
              <a:ext cx="261500" cy="129400"/>
            </a:xfrm>
            <a:custGeom>
              <a:rect b="b" l="l" r="r" t="t"/>
              <a:pathLst>
                <a:path extrusionOk="0" h="5176" w="1046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86"/>
            <p:cNvSpPr/>
            <p:nvPr/>
          </p:nvSpPr>
          <p:spPr>
            <a:xfrm>
              <a:off x="-1199300" y="3294225"/>
              <a:ext cx="90600" cy="175650"/>
            </a:xfrm>
            <a:custGeom>
              <a:rect b="b" l="l" r="r" t="t"/>
              <a:pathLst>
                <a:path extrusionOk="0" h="7026" w="3624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86"/>
            <p:cNvSpPr/>
            <p:nvPr/>
          </p:nvSpPr>
          <p:spPr>
            <a:xfrm>
              <a:off x="-996875" y="3294225"/>
              <a:ext cx="90600" cy="177225"/>
            </a:xfrm>
            <a:custGeom>
              <a:rect b="b" l="l" r="r" t="t"/>
              <a:pathLst>
                <a:path extrusionOk="0" h="7089" w="3624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0" name="Google Shape;2480;p86"/>
          <p:cNvGrpSpPr/>
          <p:nvPr/>
        </p:nvGrpSpPr>
        <p:grpSpPr>
          <a:xfrm>
            <a:off x="930550" y="2184341"/>
            <a:ext cx="421927" cy="419659"/>
            <a:chOff x="-6329100" y="3632100"/>
            <a:chExt cx="293025" cy="291450"/>
          </a:xfrm>
        </p:grpSpPr>
        <p:sp>
          <p:nvSpPr>
            <p:cNvPr id="2481" name="Google Shape;2481;p86"/>
            <p:cNvSpPr/>
            <p:nvPr/>
          </p:nvSpPr>
          <p:spPr>
            <a:xfrm>
              <a:off x="-6210700" y="3751600"/>
              <a:ext cx="174625" cy="171950"/>
            </a:xfrm>
            <a:custGeom>
              <a:rect b="b" l="l" r="r" t="t"/>
              <a:pathLst>
                <a:path extrusionOk="0" h="6878" w="6985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86"/>
            <p:cNvSpPr/>
            <p:nvPr/>
          </p:nvSpPr>
          <p:spPr>
            <a:xfrm>
              <a:off x="-6272400" y="3691975"/>
              <a:ext cx="136300" cy="135500"/>
            </a:xfrm>
            <a:custGeom>
              <a:rect b="b" l="l" r="r" t="t"/>
              <a:pathLst>
                <a:path extrusionOk="0" h="5420" w="5452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86"/>
            <p:cNvSpPr/>
            <p:nvPr/>
          </p:nvSpPr>
          <p:spPr>
            <a:xfrm>
              <a:off x="-6329100" y="3632100"/>
              <a:ext cx="257575" cy="256025"/>
            </a:xfrm>
            <a:custGeom>
              <a:rect b="b" l="l" r="r" t="t"/>
              <a:pathLst>
                <a:path extrusionOk="0" h="10241" w="10303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4" name="Google Shape;2484;p86"/>
          <p:cNvGrpSpPr/>
          <p:nvPr/>
        </p:nvGrpSpPr>
        <p:grpSpPr>
          <a:xfrm>
            <a:off x="932934" y="2787859"/>
            <a:ext cx="419623" cy="419659"/>
            <a:chOff x="-6329875" y="3992050"/>
            <a:chExt cx="291425" cy="291450"/>
          </a:xfrm>
        </p:grpSpPr>
        <p:sp>
          <p:nvSpPr>
            <p:cNvPr id="2485" name="Google Shape;2485;p86"/>
            <p:cNvSpPr/>
            <p:nvPr/>
          </p:nvSpPr>
          <p:spPr>
            <a:xfrm>
              <a:off x="-6090450" y="4077900"/>
              <a:ext cx="52000" cy="34675"/>
            </a:xfrm>
            <a:custGeom>
              <a:rect b="b" l="l" r="r" t="t"/>
              <a:pathLst>
                <a:path extrusionOk="0" h="1387" w="2080">
                  <a:moveTo>
                    <a:pt x="1" y="1"/>
                  </a:moveTo>
                  <a:lnTo>
                    <a:pt x="1" y="1387"/>
                  </a:lnTo>
                  <a:lnTo>
                    <a:pt x="2080" y="1387"/>
                  </a:lnTo>
                  <a:lnTo>
                    <a:pt x="2080" y="1040"/>
                  </a:ln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86"/>
            <p:cNvSpPr/>
            <p:nvPr/>
          </p:nvSpPr>
          <p:spPr>
            <a:xfrm>
              <a:off x="-6262925" y="3992050"/>
              <a:ext cx="154400" cy="155200"/>
            </a:xfrm>
            <a:custGeom>
              <a:rect b="b" l="l" r="r" t="t"/>
              <a:pathLst>
                <a:path extrusionOk="0" h="6208" w="6176">
                  <a:moveTo>
                    <a:pt x="5167" y="1387"/>
                  </a:moveTo>
                  <a:cubicBezTo>
                    <a:pt x="5608" y="1387"/>
                    <a:pt x="5639" y="2048"/>
                    <a:pt x="5167" y="2048"/>
                  </a:cubicBezTo>
                  <a:lnTo>
                    <a:pt x="1071" y="2048"/>
                  </a:lnTo>
                  <a:cubicBezTo>
                    <a:pt x="1053" y="2051"/>
                    <a:pt x="1035" y="2052"/>
                    <a:pt x="1018" y="2052"/>
                  </a:cubicBezTo>
                  <a:cubicBezTo>
                    <a:pt x="628" y="2052"/>
                    <a:pt x="618" y="1387"/>
                    <a:pt x="1071" y="1387"/>
                  </a:cubicBezTo>
                  <a:close/>
                  <a:moveTo>
                    <a:pt x="5167" y="2773"/>
                  </a:moveTo>
                  <a:cubicBezTo>
                    <a:pt x="5608" y="2773"/>
                    <a:pt x="5639" y="3435"/>
                    <a:pt x="5167" y="3435"/>
                  </a:cubicBezTo>
                  <a:lnTo>
                    <a:pt x="1071" y="3435"/>
                  </a:lnTo>
                  <a:cubicBezTo>
                    <a:pt x="630" y="3435"/>
                    <a:pt x="599" y="2773"/>
                    <a:pt x="1071" y="2773"/>
                  </a:cubicBezTo>
                  <a:close/>
                  <a:moveTo>
                    <a:pt x="5167" y="4159"/>
                  </a:moveTo>
                  <a:cubicBezTo>
                    <a:pt x="5608" y="4159"/>
                    <a:pt x="5639" y="4821"/>
                    <a:pt x="5167" y="4821"/>
                  </a:cubicBezTo>
                  <a:lnTo>
                    <a:pt x="1071" y="4821"/>
                  </a:lnTo>
                  <a:cubicBezTo>
                    <a:pt x="630" y="4821"/>
                    <a:pt x="599" y="4159"/>
                    <a:pt x="1071" y="415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6207"/>
                  </a:lnTo>
                  <a:lnTo>
                    <a:pt x="4726" y="6207"/>
                  </a:lnTo>
                  <a:cubicBezTo>
                    <a:pt x="5041" y="6207"/>
                    <a:pt x="5198" y="5672"/>
                    <a:pt x="5356" y="5420"/>
                  </a:cubicBezTo>
                  <a:cubicBezTo>
                    <a:pt x="5513" y="5104"/>
                    <a:pt x="5828" y="4884"/>
                    <a:pt x="6175" y="4852"/>
                  </a:cubicBezTo>
                  <a:lnTo>
                    <a:pt x="6175" y="379"/>
                  </a:lnTo>
                  <a:cubicBezTo>
                    <a:pt x="6175" y="158"/>
                    <a:pt x="6018" y="1"/>
                    <a:pt x="58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86"/>
            <p:cNvSpPr/>
            <p:nvPr/>
          </p:nvSpPr>
          <p:spPr>
            <a:xfrm>
              <a:off x="-6329875" y="4044825"/>
              <a:ext cx="51200" cy="102425"/>
            </a:xfrm>
            <a:custGeom>
              <a:rect b="b" l="l" r="r" t="t"/>
              <a:pathLst>
                <a:path extrusionOk="0" h="4097" w="2048">
                  <a:moveTo>
                    <a:pt x="1040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4096"/>
                  </a:lnTo>
                  <a:lnTo>
                    <a:pt x="2048" y="4096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86"/>
            <p:cNvSpPr/>
            <p:nvPr/>
          </p:nvSpPr>
          <p:spPr>
            <a:xfrm>
              <a:off x="-6329875" y="4129900"/>
              <a:ext cx="291425" cy="153600"/>
            </a:xfrm>
            <a:custGeom>
              <a:rect b="b" l="l" r="r" t="t"/>
              <a:pathLst>
                <a:path extrusionOk="0" h="6144" w="11657">
                  <a:moveTo>
                    <a:pt x="8948" y="0"/>
                  </a:moveTo>
                  <a:cubicBezTo>
                    <a:pt x="8664" y="0"/>
                    <a:pt x="8506" y="473"/>
                    <a:pt x="8349" y="788"/>
                  </a:cubicBezTo>
                  <a:cubicBezTo>
                    <a:pt x="8191" y="1166"/>
                    <a:pt x="7845" y="1355"/>
                    <a:pt x="7467" y="1355"/>
                  </a:cubicBezTo>
                  <a:lnTo>
                    <a:pt x="0" y="1355"/>
                  </a:lnTo>
                  <a:lnTo>
                    <a:pt x="0" y="5135"/>
                  </a:lnTo>
                  <a:cubicBezTo>
                    <a:pt x="0" y="5671"/>
                    <a:pt x="473" y="6143"/>
                    <a:pt x="1040" y="6143"/>
                  </a:cubicBezTo>
                  <a:lnTo>
                    <a:pt x="10649" y="6143"/>
                  </a:lnTo>
                  <a:cubicBezTo>
                    <a:pt x="11184" y="6143"/>
                    <a:pt x="11657" y="5671"/>
                    <a:pt x="11657" y="5135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9" name="Google Shape;2489;p86"/>
          <p:cNvGrpSpPr/>
          <p:nvPr/>
        </p:nvGrpSpPr>
        <p:grpSpPr>
          <a:xfrm>
            <a:off x="4603176" y="1611484"/>
            <a:ext cx="423079" cy="423043"/>
            <a:chOff x="-4478975" y="3251700"/>
            <a:chExt cx="293825" cy="293800"/>
          </a:xfrm>
        </p:grpSpPr>
        <p:sp>
          <p:nvSpPr>
            <p:cNvPr id="2490" name="Google Shape;2490;p86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86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86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3" name="Google Shape;2493;p86"/>
          <p:cNvGrpSpPr/>
          <p:nvPr/>
        </p:nvGrpSpPr>
        <p:grpSpPr>
          <a:xfrm>
            <a:off x="3745472" y="2184342"/>
            <a:ext cx="423079" cy="419659"/>
            <a:chOff x="-4475825" y="3612425"/>
            <a:chExt cx="293825" cy="291450"/>
          </a:xfrm>
        </p:grpSpPr>
        <p:sp>
          <p:nvSpPr>
            <p:cNvPr id="2494" name="Google Shape;2494;p86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86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86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7" name="Google Shape;2497;p86"/>
          <p:cNvGrpSpPr/>
          <p:nvPr/>
        </p:nvGrpSpPr>
        <p:grpSpPr>
          <a:xfrm>
            <a:off x="3743870" y="2787877"/>
            <a:ext cx="428730" cy="419623"/>
            <a:chOff x="-4480550" y="3970800"/>
            <a:chExt cx="297750" cy="291425"/>
          </a:xfrm>
        </p:grpSpPr>
        <p:sp>
          <p:nvSpPr>
            <p:cNvPr id="2498" name="Google Shape;2498;p86"/>
            <p:cNvSpPr/>
            <p:nvPr/>
          </p:nvSpPr>
          <p:spPr>
            <a:xfrm>
              <a:off x="-4426200" y="4058225"/>
              <a:ext cx="51225" cy="69325"/>
            </a:xfrm>
            <a:custGeom>
              <a:rect b="b" l="l" r="r" t="t"/>
              <a:pathLst>
                <a:path extrusionOk="0" h="2773" w="2049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86"/>
            <p:cNvSpPr/>
            <p:nvPr/>
          </p:nvSpPr>
          <p:spPr>
            <a:xfrm>
              <a:off x="-4480550" y="3970800"/>
              <a:ext cx="297750" cy="291425"/>
            </a:xfrm>
            <a:custGeom>
              <a:rect b="b" l="l" r="r" t="t"/>
              <a:pathLst>
                <a:path extrusionOk="0" h="11657" w="1191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0" name="Google Shape;2500;p86"/>
          <p:cNvGrpSpPr/>
          <p:nvPr/>
        </p:nvGrpSpPr>
        <p:grpSpPr>
          <a:xfrm>
            <a:off x="6692789" y="2787858"/>
            <a:ext cx="420811" cy="419659"/>
            <a:chOff x="-2671375" y="3597450"/>
            <a:chExt cx="292250" cy="291450"/>
          </a:xfrm>
        </p:grpSpPr>
        <p:sp>
          <p:nvSpPr>
            <p:cNvPr id="2501" name="Google Shape;2501;p86"/>
            <p:cNvSpPr/>
            <p:nvPr/>
          </p:nvSpPr>
          <p:spPr>
            <a:xfrm>
              <a:off x="-2654050" y="3597450"/>
              <a:ext cx="260725" cy="51225"/>
            </a:xfrm>
            <a:custGeom>
              <a:rect b="b" l="l" r="r" t="t"/>
              <a:pathLst>
                <a:path extrusionOk="0" h="2049" w="10429">
                  <a:moveTo>
                    <a:pt x="1513" y="1"/>
                  </a:moveTo>
                  <a:cubicBezTo>
                    <a:pt x="1072" y="1"/>
                    <a:pt x="725" y="253"/>
                    <a:pt x="568" y="631"/>
                  </a:cubicBezTo>
                  <a:lnTo>
                    <a:pt x="1" y="2049"/>
                  </a:lnTo>
                  <a:lnTo>
                    <a:pt x="10429" y="2049"/>
                  </a:lnTo>
                  <a:lnTo>
                    <a:pt x="9830" y="631"/>
                  </a:lnTo>
                  <a:cubicBezTo>
                    <a:pt x="9673" y="253"/>
                    <a:pt x="9263" y="1"/>
                    <a:pt x="88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86"/>
            <p:cNvSpPr/>
            <p:nvPr/>
          </p:nvSpPr>
          <p:spPr>
            <a:xfrm>
              <a:off x="-2671375" y="3667550"/>
              <a:ext cx="292250" cy="221350"/>
            </a:xfrm>
            <a:custGeom>
              <a:rect b="b" l="l" r="r" t="t"/>
              <a:pathLst>
                <a:path extrusionOk="0" h="8854" w="11690">
                  <a:moveTo>
                    <a:pt x="1733" y="1324"/>
                  </a:moveTo>
                  <a:cubicBezTo>
                    <a:pt x="1922" y="1324"/>
                    <a:pt x="2080" y="1481"/>
                    <a:pt x="2080" y="1702"/>
                  </a:cubicBezTo>
                  <a:cubicBezTo>
                    <a:pt x="2080" y="1891"/>
                    <a:pt x="1922" y="2049"/>
                    <a:pt x="1733" y="2049"/>
                  </a:cubicBezTo>
                  <a:cubicBezTo>
                    <a:pt x="1544" y="2049"/>
                    <a:pt x="1387" y="1891"/>
                    <a:pt x="1387" y="1702"/>
                  </a:cubicBezTo>
                  <a:cubicBezTo>
                    <a:pt x="1387" y="1481"/>
                    <a:pt x="1544" y="1324"/>
                    <a:pt x="1733" y="1324"/>
                  </a:cubicBezTo>
                  <a:close/>
                  <a:moveTo>
                    <a:pt x="10019" y="1387"/>
                  </a:moveTo>
                  <a:cubicBezTo>
                    <a:pt x="10492" y="1387"/>
                    <a:pt x="10492" y="2049"/>
                    <a:pt x="10019" y="2049"/>
                  </a:cubicBezTo>
                  <a:lnTo>
                    <a:pt x="3781" y="2049"/>
                  </a:lnTo>
                  <a:cubicBezTo>
                    <a:pt x="3340" y="2049"/>
                    <a:pt x="3309" y="1387"/>
                    <a:pt x="3781" y="1387"/>
                  </a:cubicBezTo>
                  <a:close/>
                  <a:moveTo>
                    <a:pt x="1733" y="4096"/>
                  </a:moveTo>
                  <a:cubicBezTo>
                    <a:pt x="1922" y="4096"/>
                    <a:pt x="2080" y="4254"/>
                    <a:pt x="2080" y="4443"/>
                  </a:cubicBezTo>
                  <a:cubicBezTo>
                    <a:pt x="2080" y="4632"/>
                    <a:pt x="1922" y="4789"/>
                    <a:pt x="1733" y="4789"/>
                  </a:cubicBezTo>
                  <a:cubicBezTo>
                    <a:pt x="1544" y="4789"/>
                    <a:pt x="1387" y="4632"/>
                    <a:pt x="1387" y="4443"/>
                  </a:cubicBezTo>
                  <a:cubicBezTo>
                    <a:pt x="1387" y="4254"/>
                    <a:pt x="1544" y="4096"/>
                    <a:pt x="1733" y="4096"/>
                  </a:cubicBezTo>
                  <a:close/>
                  <a:moveTo>
                    <a:pt x="10050" y="4127"/>
                  </a:moveTo>
                  <a:cubicBezTo>
                    <a:pt x="10492" y="4127"/>
                    <a:pt x="10481" y="4789"/>
                    <a:pt x="10019" y="4789"/>
                  </a:cubicBezTo>
                  <a:lnTo>
                    <a:pt x="3781" y="4789"/>
                  </a:lnTo>
                  <a:cubicBezTo>
                    <a:pt x="3340" y="4789"/>
                    <a:pt x="3309" y="4128"/>
                    <a:pt x="3781" y="4128"/>
                  </a:cubicBezTo>
                  <a:lnTo>
                    <a:pt x="10019" y="4128"/>
                  </a:lnTo>
                  <a:cubicBezTo>
                    <a:pt x="10030" y="4127"/>
                    <a:pt x="10040" y="4127"/>
                    <a:pt x="10050" y="4127"/>
                  </a:cubicBezTo>
                  <a:close/>
                  <a:moveTo>
                    <a:pt x="1733" y="6806"/>
                  </a:moveTo>
                  <a:cubicBezTo>
                    <a:pt x="1922" y="6806"/>
                    <a:pt x="2080" y="6963"/>
                    <a:pt x="2080" y="7152"/>
                  </a:cubicBezTo>
                  <a:cubicBezTo>
                    <a:pt x="2080" y="7373"/>
                    <a:pt x="1922" y="7499"/>
                    <a:pt x="1733" y="7499"/>
                  </a:cubicBezTo>
                  <a:cubicBezTo>
                    <a:pt x="1544" y="7499"/>
                    <a:pt x="1387" y="7373"/>
                    <a:pt x="1387" y="7152"/>
                  </a:cubicBezTo>
                  <a:cubicBezTo>
                    <a:pt x="1387" y="6963"/>
                    <a:pt x="1544" y="6806"/>
                    <a:pt x="1733" y="6806"/>
                  </a:cubicBezTo>
                  <a:close/>
                  <a:moveTo>
                    <a:pt x="10019" y="6837"/>
                  </a:moveTo>
                  <a:cubicBezTo>
                    <a:pt x="10492" y="6837"/>
                    <a:pt x="10492" y="7499"/>
                    <a:pt x="10019" y="7499"/>
                  </a:cubicBezTo>
                  <a:lnTo>
                    <a:pt x="3781" y="7499"/>
                  </a:lnTo>
                  <a:cubicBezTo>
                    <a:pt x="3340" y="7499"/>
                    <a:pt x="3309" y="6837"/>
                    <a:pt x="3781" y="6837"/>
                  </a:cubicBezTo>
                  <a:close/>
                  <a:moveTo>
                    <a:pt x="379" y="1"/>
                  </a:moveTo>
                  <a:lnTo>
                    <a:pt x="95" y="631"/>
                  </a:lnTo>
                  <a:cubicBezTo>
                    <a:pt x="64" y="757"/>
                    <a:pt x="1" y="883"/>
                    <a:pt x="1" y="1009"/>
                  </a:cubicBezTo>
                  <a:lnTo>
                    <a:pt x="1" y="2395"/>
                  </a:lnTo>
                  <a:cubicBezTo>
                    <a:pt x="1" y="2679"/>
                    <a:pt x="127" y="2899"/>
                    <a:pt x="284" y="3057"/>
                  </a:cubicBezTo>
                  <a:cubicBezTo>
                    <a:pt x="127" y="3246"/>
                    <a:pt x="1" y="3498"/>
                    <a:pt x="1" y="3718"/>
                  </a:cubicBezTo>
                  <a:lnTo>
                    <a:pt x="1" y="5104"/>
                  </a:lnTo>
                  <a:cubicBezTo>
                    <a:pt x="1" y="5388"/>
                    <a:pt x="127" y="5609"/>
                    <a:pt x="284" y="5766"/>
                  </a:cubicBezTo>
                  <a:cubicBezTo>
                    <a:pt x="127" y="5987"/>
                    <a:pt x="1" y="6207"/>
                    <a:pt x="1" y="6459"/>
                  </a:cubicBezTo>
                  <a:lnTo>
                    <a:pt x="1" y="7814"/>
                  </a:lnTo>
                  <a:cubicBezTo>
                    <a:pt x="1" y="8381"/>
                    <a:pt x="473" y="8854"/>
                    <a:pt x="1040" y="8854"/>
                  </a:cubicBezTo>
                  <a:lnTo>
                    <a:pt x="10649" y="8854"/>
                  </a:lnTo>
                  <a:cubicBezTo>
                    <a:pt x="11185" y="8854"/>
                    <a:pt x="11658" y="8381"/>
                    <a:pt x="11658" y="7814"/>
                  </a:cubicBezTo>
                  <a:lnTo>
                    <a:pt x="11658" y="6459"/>
                  </a:lnTo>
                  <a:cubicBezTo>
                    <a:pt x="11658" y="6176"/>
                    <a:pt x="11563" y="5924"/>
                    <a:pt x="11405" y="5766"/>
                  </a:cubicBezTo>
                  <a:cubicBezTo>
                    <a:pt x="11563" y="5577"/>
                    <a:pt x="11658" y="5357"/>
                    <a:pt x="11658" y="5104"/>
                  </a:cubicBezTo>
                  <a:lnTo>
                    <a:pt x="11658" y="3718"/>
                  </a:lnTo>
                  <a:cubicBezTo>
                    <a:pt x="11658" y="3466"/>
                    <a:pt x="11563" y="3214"/>
                    <a:pt x="11405" y="3057"/>
                  </a:cubicBezTo>
                  <a:cubicBezTo>
                    <a:pt x="11563" y="2868"/>
                    <a:pt x="11658" y="2616"/>
                    <a:pt x="11658" y="2395"/>
                  </a:cubicBezTo>
                  <a:lnTo>
                    <a:pt x="11658" y="1009"/>
                  </a:lnTo>
                  <a:lnTo>
                    <a:pt x="11689" y="1009"/>
                  </a:lnTo>
                  <a:cubicBezTo>
                    <a:pt x="11689" y="883"/>
                    <a:pt x="11658" y="757"/>
                    <a:pt x="11626" y="631"/>
                  </a:cubicBezTo>
                  <a:lnTo>
                    <a:pt x="113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3" name="Google Shape;2503;p86"/>
          <p:cNvGrpSpPr/>
          <p:nvPr/>
        </p:nvGrpSpPr>
        <p:grpSpPr>
          <a:xfrm>
            <a:off x="6677974" y="3412544"/>
            <a:ext cx="423043" cy="421927"/>
            <a:chOff x="-2670575" y="3956600"/>
            <a:chExt cx="293800" cy="293025"/>
          </a:xfrm>
        </p:grpSpPr>
        <p:sp>
          <p:nvSpPr>
            <p:cNvPr id="2504" name="Google Shape;2504;p86"/>
            <p:cNvSpPr/>
            <p:nvPr/>
          </p:nvSpPr>
          <p:spPr>
            <a:xfrm>
              <a:off x="-2670575" y="3975525"/>
              <a:ext cx="116575" cy="34675"/>
            </a:xfrm>
            <a:custGeom>
              <a:rect b="b" l="l" r="r" t="t"/>
              <a:pathLst>
                <a:path extrusionOk="0" h="1387" w="4663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781" y="1386"/>
                  </a:lnTo>
                  <a:cubicBezTo>
                    <a:pt x="4001" y="882"/>
                    <a:pt x="4316" y="410"/>
                    <a:pt x="4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86"/>
            <p:cNvSpPr/>
            <p:nvPr/>
          </p:nvSpPr>
          <p:spPr>
            <a:xfrm>
              <a:off x="-2669800" y="4026700"/>
              <a:ext cx="170950" cy="136300"/>
            </a:xfrm>
            <a:custGeom>
              <a:rect b="b" l="l" r="r" t="t"/>
              <a:pathLst>
                <a:path extrusionOk="0" h="5452" w="6838">
                  <a:moveTo>
                    <a:pt x="1" y="1"/>
                  </a:moveTo>
                  <a:lnTo>
                    <a:pt x="1" y="5451"/>
                  </a:lnTo>
                  <a:lnTo>
                    <a:pt x="6837" y="5451"/>
                  </a:lnTo>
                  <a:lnTo>
                    <a:pt x="6837" y="5357"/>
                  </a:lnTo>
                  <a:cubicBezTo>
                    <a:pt x="6522" y="5294"/>
                    <a:pt x="6207" y="5168"/>
                    <a:pt x="5924" y="5042"/>
                  </a:cubicBezTo>
                  <a:lnTo>
                    <a:pt x="5104" y="5325"/>
                  </a:lnTo>
                  <a:cubicBezTo>
                    <a:pt x="4975" y="5368"/>
                    <a:pt x="4845" y="5389"/>
                    <a:pt x="4720" y="5389"/>
                  </a:cubicBezTo>
                  <a:cubicBezTo>
                    <a:pt x="3931" y="5389"/>
                    <a:pt x="3289" y="4597"/>
                    <a:pt x="3561" y="3781"/>
                  </a:cubicBezTo>
                  <a:lnTo>
                    <a:pt x="3844" y="2962"/>
                  </a:lnTo>
                  <a:cubicBezTo>
                    <a:pt x="3561" y="2364"/>
                    <a:pt x="3403" y="1702"/>
                    <a:pt x="3403" y="1041"/>
                  </a:cubicBezTo>
                  <a:cubicBezTo>
                    <a:pt x="3403" y="662"/>
                    <a:pt x="3466" y="316"/>
                    <a:pt x="3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86"/>
            <p:cNvSpPr/>
            <p:nvPr/>
          </p:nvSpPr>
          <p:spPr>
            <a:xfrm>
              <a:off x="-2669800" y="4179500"/>
              <a:ext cx="170950" cy="70125"/>
            </a:xfrm>
            <a:custGeom>
              <a:rect b="b" l="l" r="r" t="t"/>
              <a:pathLst>
                <a:path extrusionOk="0" h="2805" w="6838">
                  <a:moveTo>
                    <a:pt x="3403" y="757"/>
                  </a:moveTo>
                  <a:cubicBezTo>
                    <a:pt x="3592" y="757"/>
                    <a:pt x="3750" y="914"/>
                    <a:pt x="3750" y="1103"/>
                  </a:cubicBezTo>
                  <a:cubicBezTo>
                    <a:pt x="3750" y="1293"/>
                    <a:pt x="3592" y="1450"/>
                    <a:pt x="3403" y="1450"/>
                  </a:cubicBezTo>
                  <a:cubicBezTo>
                    <a:pt x="3214" y="1450"/>
                    <a:pt x="3057" y="1293"/>
                    <a:pt x="3057" y="1103"/>
                  </a:cubicBezTo>
                  <a:cubicBezTo>
                    <a:pt x="3057" y="914"/>
                    <a:pt x="3214" y="757"/>
                    <a:pt x="3403" y="757"/>
                  </a:cubicBezTo>
                  <a:close/>
                  <a:moveTo>
                    <a:pt x="1" y="1"/>
                  </a:moveTo>
                  <a:lnTo>
                    <a:pt x="1" y="1765"/>
                  </a:lnTo>
                  <a:cubicBezTo>
                    <a:pt x="1" y="2332"/>
                    <a:pt x="442" y="2805"/>
                    <a:pt x="1009" y="2805"/>
                  </a:cubicBezTo>
                  <a:lnTo>
                    <a:pt x="5829" y="2805"/>
                  </a:lnTo>
                  <a:cubicBezTo>
                    <a:pt x="6365" y="2805"/>
                    <a:pt x="6837" y="2332"/>
                    <a:pt x="6837" y="1765"/>
                  </a:cubicBezTo>
                  <a:lnTo>
                    <a:pt x="68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86"/>
            <p:cNvSpPr/>
            <p:nvPr/>
          </p:nvSpPr>
          <p:spPr>
            <a:xfrm>
              <a:off x="-2566625" y="3956600"/>
              <a:ext cx="189850" cy="190650"/>
            </a:xfrm>
            <a:custGeom>
              <a:rect b="b" l="l" r="r" t="t"/>
              <a:pathLst>
                <a:path extrusionOk="0" h="7626" w="7594">
                  <a:moveTo>
                    <a:pt x="3759" y="1391"/>
                  </a:moveTo>
                  <a:cubicBezTo>
                    <a:pt x="3929" y="1391"/>
                    <a:pt x="4096" y="1502"/>
                    <a:pt x="4096" y="1734"/>
                  </a:cubicBezTo>
                  <a:lnTo>
                    <a:pt x="4096" y="2175"/>
                  </a:lnTo>
                  <a:cubicBezTo>
                    <a:pt x="4254" y="2206"/>
                    <a:pt x="4349" y="2301"/>
                    <a:pt x="4475" y="2427"/>
                  </a:cubicBezTo>
                  <a:cubicBezTo>
                    <a:pt x="4716" y="2669"/>
                    <a:pt x="4494" y="3003"/>
                    <a:pt x="4235" y="3003"/>
                  </a:cubicBezTo>
                  <a:cubicBezTo>
                    <a:pt x="4157" y="3003"/>
                    <a:pt x="4075" y="2973"/>
                    <a:pt x="4002" y="2899"/>
                  </a:cubicBezTo>
                  <a:cubicBezTo>
                    <a:pt x="3926" y="2823"/>
                    <a:pt x="3839" y="2791"/>
                    <a:pt x="3756" y="2791"/>
                  </a:cubicBezTo>
                  <a:cubicBezTo>
                    <a:pt x="3493" y="2791"/>
                    <a:pt x="3266" y="3109"/>
                    <a:pt x="3529" y="3372"/>
                  </a:cubicBezTo>
                  <a:cubicBezTo>
                    <a:pt x="3624" y="3435"/>
                    <a:pt x="3687" y="3466"/>
                    <a:pt x="3781" y="3466"/>
                  </a:cubicBezTo>
                  <a:cubicBezTo>
                    <a:pt x="4317" y="3466"/>
                    <a:pt x="4790" y="3939"/>
                    <a:pt x="4790" y="4506"/>
                  </a:cubicBezTo>
                  <a:cubicBezTo>
                    <a:pt x="4790" y="4884"/>
                    <a:pt x="4569" y="5294"/>
                    <a:pt x="4128" y="5451"/>
                  </a:cubicBezTo>
                  <a:lnTo>
                    <a:pt x="4128" y="5829"/>
                  </a:lnTo>
                  <a:cubicBezTo>
                    <a:pt x="4128" y="6054"/>
                    <a:pt x="3957" y="6172"/>
                    <a:pt x="3789" y="6172"/>
                  </a:cubicBezTo>
                  <a:cubicBezTo>
                    <a:pt x="3626" y="6172"/>
                    <a:pt x="3466" y="6062"/>
                    <a:pt x="3466" y="5829"/>
                  </a:cubicBezTo>
                  <a:lnTo>
                    <a:pt x="3466" y="5451"/>
                  </a:lnTo>
                  <a:cubicBezTo>
                    <a:pt x="3309" y="5420"/>
                    <a:pt x="3183" y="5325"/>
                    <a:pt x="3057" y="5199"/>
                  </a:cubicBezTo>
                  <a:cubicBezTo>
                    <a:pt x="2815" y="4957"/>
                    <a:pt x="3037" y="4623"/>
                    <a:pt x="3296" y="4623"/>
                  </a:cubicBezTo>
                  <a:cubicBezTo>
                    <a:pt x="3374" y="4623"/>
                    <a:pt x="3456" y="4653"/>
                    <a:pt x="3529" y="4727"/>
                  </a:cubicBezTo>
                  <a:cubicBezTo>
                    <a:pt x="3603" y="4800"/>
                    <a:pt x="3684" y="4831"/>
                    <a:pt x="3763" y="4831"/>
                  </a:cubicBezTo>
                  <a:cubicBezTo>
                    <a:pt x="4022" y="4831"/>
                    <a:pt x="4244" y="4496"/>
                    <a:pt x="4002" y="4254"/>
                  </a:cubicBezTo>
                  <a:cubicBezTo>
                    <a:pt x="3939" y="4191"/>
                    <a:pt x="3844" y="4160"/>
                    <a:pt x="3781" y="4160"/>
                  </a:cubicBezTo>
                  <a:cubicBezTo>
                    <a:pt x="3214" y="4160"/>
                    <a:pt x="2742" y="3687"/>
                    <a:pt x="2742" y="3120"/>
                  </a:cubicBezTo>
                  <a:cubicBezTo>
                    <a:pt x="2742" y="2710"/>
                    <a:pt x="2994" y="2332"/>
                    <a:pt x="3403" y="2175"/>
                  </a:cubicBezTo>
                  <a:lnTo>
                    <a:pt x="3403" y="1734"/>
                  </a:lnTo>
                  <a:cubicBezTo>
                    <a:pt x="3403" y="1509"/>
                    <a:pt x="3583" y="1391"/>
                    <a:pt x="3759" y="1391"/>
                  </a:cubicBezTo>
                  <a:close/>
                  <a:moveTo>
                    <a:pt x="3781" y="1"/>
                  </a:moveTo>
                  <a:cubicBezTo>
                    <a:pt x="1734" y="1"/>
                    <a:pt x="1" y="1671"/>
                    <a:pt x="1" y="3782"/>
                  </a:cubicBezTo>
                  <a:cubicBezTo>
                    <a:pt x="1" y="4380"/>
                    <a:pt x="158" y="5010"/>
                    <a:pt x="410" y="5514"/>
                  </a:cubicBezTo>
                  <a:cubicBezTo>
                    <a:pt x="473" y="5609"/>
                    <a:pt x="473" y="5735"/>
                    <a:pt x="473" y="5798"/>
                  </a:cubicBezTo>
                  <a:lnTo>
                    <a:pt x="158" y="6774"/>
                  </a:lnTo>
                  <a:cubicBezTo>
                    <a:pt x="46" y="7141"/>
                    <a:pt x="311" y="7482"/>
                    <a:pt x="684" y="7482"/>
                  </a:cubicBezTo>
                  <a:cubicBezTo>
                    <a:pt x="728" y="7482"/>
                    <a:pt x="774" y="7478"/>
                    <a:pt x="820" y="7468"/>
                  </a:cubicBezTo>
                  <a:lnTo>
                    <a:pt x="1797" y="7121"/>
                  </a:lnTo>
                  <a:cubicBezTo>
                    <a:pt x="1831" y="7110"/>
                    <a:pt x="1866" y="7102"/>
                    <a:pt x="1900" y="7102"/>
                  </a:cubicBezTo>
                  <a:cubicBezTo>
                    <a:pt x="1960" y="7102"/>
                    <a:pt x="2020" y="7124"/>
                    <a:pt x="2080" y="7184"/>
                  </a:cubicBezTo>
                  <a:cubicBezTo>
                    <a:pt x="2584" y="7468"/>
                    <a:pt x="3214" y="7625"/>
                    <a:pt x="3813" y="7625"/>
                  </a:cubicBezTo>
                  <a:cubicBezTo>
                    <a:pt x="5892" y="7625"/>
                    <a:pt x="7594" y="5924"/>
                    <a:pt x="7594" y="3813"/>
                  </a:cubicBezTo>
                  <a:cubicBezTo>
                    <a:pt x="7499" y="1702"/>
                    <a:pt x="5861" y="1"/>
                    <a:pt x="3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8" name="Google Shape;2508;p86"/>
          <p:cNvGrpSpPr/>
          <p:nvPr/>
        </p:nvGrpSpPr>
        <p:grpSpPr>
          <a:xfrm>
            <a:off x="2648686" y="3414330"/>
            <a:ext cx="426462" cy="418363"/>
            <a:chOff x="-1183550" y="3586525"/>
            <a:chExt cx="296175" cy="290550"/>
          </a:xfrm>
        </p:grpSpPr>
        <p:sp>
          <p:nvSpPr>
            <p:cNvPr id="2509" name="Google Shape;2509;p86"/>
            <p:cNvSpPr/>
            <p:nvPr/>
          </p:nvSpPr>
          <p:spPr>
            <a:xfrm>
              <a:off x="-927575" y="3671500"/>
              <a:ext cx="40200" cy="16575"/>
            </a:xfrm>
            <a:custGeom>
              <a:rect b="b" l="l" r="r" t="t"/>
              <a:pathLst>
                <a:path extrusionOk="0" h="663" w="1608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86"/>
            <p:cNvSpPr/>
            <p:nvPr/>
          </p:nvSpPr>
          <p:spPr>
            <a:xfrm>
              <a:off x="-1183550" y="3671500"/>
              <a:ext cx="39400" cy="16575"/>
            </a:xfrm>
            <a:custGeom>
              <a:rect b="b" l="l" r="r" t="t"/>
              <a:pathLst>
                <a:path extrusionOk="0" h="663" w="1576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86"/>
            <p:cNvSpPr/>
            <p:nvPr/>
          </p:nvSpPr>
          <p:spPr>
            <a:xfrm>
              <a:off x="-944250" y="3603025"/>
              <a:ext cx="39525" cy="26375"/>
            </a:xfrm>
            <a:custGeom>
              <a:rect b="b" l="l" r="r" t="t"/>
              <a:pathLst>
                <a:path extrusionOk="0" h="1055" w="1581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86"/>
            <p:cNvSpPr/>
            <p:nvPr/>
          </p:nvSpPr>
          <p:spPr>
            <a:xfrm>
              <a:off x="-1166200" y="3731225"/>
              <a:ext cx="39700" cy="26075"/>
            </a:xfrm>
            <a:custGeom>
              <a:rect b="b" l="l" r="r" t="t"/>
              <a:pathLst>
                <a:path extrusionOk="0" h="1043" w="1588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86"/>
            <p:cNvSpPr/>
            <p:nvPr/>
          </p:nvSpPr>
          <p:spPr>
            <a:xfrm>
              <a:off x="-944925" y="3730950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86"/>
            <p:cNvSpPr/>
            <p:nvPr/>
          </p:nvSpPr>
          <p:spPr>
            <a:xfrm>
              <a:off x="-1167000" y="3603025"/>
              <a:ext cx="40200" cy="26375"/>
            </a:xfrm>
            <a:custGeom>
              <a:rect b="b" l="l" r="r" t="t"/>
              <a:pathLst>
                <a:path extrusionOk="0" h="1055" w="1608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86"/>
            <p:cNvSpPr/>
            <p:nvPr/>
          </p:nvSpPr>
          <p:spPr>
            <a:xfrm>
              <a:off x="-1065400" y="3658900"/>
              <a:ext cx="59875" cy="77200"/>
            </a:xfrm>
            <a:custGeom>
              <a:rect b="b" l="l" r="r" t="t"/>
              <a:pathLst>
                <a:path extrusionOk="0" h="3088" w="2395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86"/>
            <p:cNvSpPr/>
            <p:nvPr/>
          </p:nvSpPr>
          <p:spPr>
            <a:xfrm>
              <a:off x="-1078000" y="3809325"/>
              <a:ext cx="85075" cy="67750"/>
            </a:xfrm>
            <a:custGeom>
              <a:rect b="b" l="l" r="r" t="t"/>
              <a:pathLst>
                <a:path extrusionOk="0" h="2710" w="3403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86"/>
            <p:cNvSpPr/>
            <p:nvPr/>
          </p:nvSpPr>
          <p:spPr>
            <a:xfrm>
              <a:off x="-1135500" y="3586525"/>
              <a:ext cx="193775" cy="204700"/>
            </a:xfrm>
            <a:custGeom>
              <a:rect b="b" l="l" r="r" t="t"/>
              <a:pathLst>
                <a:path extrusionOk="0" h="8188" w="7751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8" name="Google Shape;2518;p86"/>
          <p:cNvGrpSpPr/>
          <p:nvPr/>
        </p:nvGrpSpPr>
        <p:grpSpPr>
          <a:xfrm>
            <a:off x="1523668" y="2184919"/>
            <a:ext cx="420811" cy="418507"/>
            <a:chOff x="-5971525" y="3273750"/>
            <a:chExt cx="292250" cy="290650"/>
          </a:xfrm>
        </p:grpSpPr>
        <p:sp>
          <p:nvSpPr>
            <p:cNvPr id="2519" name="Google Shape;2519;p86"/>
            <p:cNvSpPr/>
            <p:nvPr/>
          </p:nvSpPr>
          <p:spPr>
            <a:xfrm>
              <a:off x="-5868325" y="3273750"/>
              <a:ext cx="85075" cy="84300"/>
            </a:xfrm>
            <a:custGeom>
              <a:rect b="b" l="l" r="r" t="t"/>
              <a:pathLst>
                <a:path extrusionOk="0" h="3372" w="3403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86"/>
            <p:cNvSpPr/>
            <p:nvPr/>
          </p:nvSpPr>
          <p:spPr>
            <a:xfrm>
              <a:off x="-5971525" y="3308400"/>
              <a:ext cx="292250" cy="256000"/>
            </a:xfrm>
            <a:custGeom>
              <a:rect b="b" l="l" r="r" t="t"/>
              <a:pathLst>
                <a:path extrusionOk="0" h="10240" w="1169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1" name="Google Shape;2521;p86"/>
          <p:cNvGrpSpPr/>
          <p:nvPr/>
        </p:nvGrpSpPr>
        <p:grpSpPr>
          <a:xfrm>
            <a:off x="1537388" y="2786722"/>
            <a:ext cx="395865" cy="421927"/>
            <a:chOff x="-5971525" y="3990475"/>
            <a:chExt cx="274925" cy="293025"/>
          </a:xfrm>
        </p:grpSpPr>
        <p:sp>
          <p:nvSpPr>
            <p:cNvPr id="2522" name="Google Shape;2522;p86"/>
            <p:cNvSpPr/>
            <p:nvPr/>
          </p:nvSpPr>
          <p:spPr>
            <a:xfrm>
              <a:off x="-5851000" y="4061375"/>
              <a:ext cx="102400" cy="33875"/>
            </a:xfrm>
            <a:custGeom>
              <a:rect b="b" l="l" r="r" t="t"/>
              <a:pathLst>
                <a:path extrusionOk="0" h="1355" w="4096">
                  <a:moveTo>
                    <a:pt x="0" y="0"/>
                  </a:moveTo>
                  <a:lnTo>
                    <a:pt x="0" y="1355"/>
                  </a:lnTo>
                  <a:lnTo>
                    <a:pt x="4096" y="1355"/>
                  </a:lnTo>
                  <a:lnTo>
                    <a:pt x="4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86"/>
            <p:cNvSpPr/>
            <p:nvPr/>
          </p:nvSpPr>
          <p:spPr>
            <a:xfrm>
              <a:off x="-5971525" y="3990475"/>
              <a:ext cx="69350" cy="275700"/>
            </a:xfrm>
            <a:custGeom>
              <a:rect b="b" l="l" r="r" t="t"/>
              <a:pathLst>
                <a:path extrusionOk="0" h="11028" w="2774">
                  <a:moveTo>
                    <a:pt x="1041" y="1"/>
                  </a:moveTo>
                  <a:lnTo>
                    <a:pt x="1041" y="32"/>
                  </a:lnTo>
                  <a:cubicBezTo>
                    <a:pt x="473" y="32"/>
                    <a:pt x="1" y="505"/>
                    <a:pt x="1" y="1072"/>
                  </a:cubicBezTo>
                  <a:lnTo>
                    <a:pt x="1" y="9988"/>
                  </a:lnTo>
                  <a:cubicBezTo>
                    <a:pt x="1" y="10555"/>
                    <a:pt x="473" y="11027"/>
                    <a:pt x="1041" y="11027"/>
                  </a:cubicBezTo>
                  <a:lnTo>
                    <a:pt x="2395" y="11027"/>
                  </a:lnTo>
                  <a:cubicBezTo>
                    <a:pt x="2521" y="11027"/>
                    <a:pt x="2647" y="10996"/>
                    <a:pt x="2773" y="10933"/>
                  </a:cubicBezTo>
                  <a:lnTo>
                    <a:pt x="2773" y="64"/>
                  </a:lnTo>
                  <a:cubicBezTo>
                    <a:pt x="2647" y="32"/>
                    <a:pt x="2521" y="1"/>
                    <a:pt x="2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86"/>
            <p:cNvSpPr/>
            <p:nvPr/>
          </p:nvSpPr>
          <p:spPr>
            <a:xfrm>
              <a:off x="-5851000" y="4214950"/>
              <a:ext cx="103200" cy="68550"/>
            </a:xfrm>
            <a:custGeom>
              <a:rect b="b" l="l" r="r" t="t"/>
              <a:pathLst>
                <a:path extrusionOk="0" h="2742" w="4128">
                  <a:moveTo>
                    <a:pt x="3056" y="694"/>
                  </a:moveTo>
                  <a:cubicBezTo>
                    <a:pt x="3277" y="694"/>
                    <a:pt x="3434" y="851"/>
                    <a:pt x="3434" y="1072"/>
                  </a:cubicBezTo>
                  <a:cubicBezTo>
                    <a:pt x="3434" y="1261"/>
                    <a:pt x="3277" y="1418"/>
                    <a:pt x="3056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4"/>
                    <a:pt x="1008" y="694"/>
                  </a:cubicBezTo>
                  <a:close/>
                  <a:moveTo>
                    <a:pt x="32" y="1"/>
                  </a:moveTo>
                  <a:lnTo>
                    <a:pt x="32" y="2395"/>
                  </a:lnTo>
                  <a:lnTo>
                    <a:pt x="0" y="2395"/>
                  </a:lnTo>
                  <a:cubicBezTo>
                    <a:pt x="0" y="2584"/>
                    <a:pt x="158" y="2741"/>
                    <a:pt x="347" y="2741"/>
                  </a:cubicBezTo>
                  <a:lnTo>
                    <a:pt x="3781" y="2741"/>
                  </a:lnTo>
                  <a:cubicBezTo>
                    <a:pt x="3970" y="2741"/>
                    <a:pt x="4127" y="2584"/>
                    <a:pt x="4127" y="2395"/>
                  </a:cubicBezTo>
                  <a:lnTo>
                    <a:pt x="4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86"/>
            <p:cNvSpPr/>
            <p:nvPr/>
          </p:nvSpPr>
          <p:spPr>
            <a:xfrm>
              <a:off x="-5885675" y="4010175"/>
              <a:ext cx="189075" cy="239450"/>
            </a:xfrm>
            <a:custGeom>
              <a:rect b="b" l="l" r="r" t="t"/>
              <a:pathLst>
                <a:path extrusionOk="0" h="9578" w="7563">
                  <a:moveTo>
                    <a:pt x="5829" y="1323"/>
                  </a:moveTo>
                  <a:cubicBezTo>
                    <a:pt x="6018" y="1323"/>
                    <a:pt x="6176" y="1481"/>
                    <a:pt x="6176" y="1702"/>
                  </a:cubicBezTo>
                  <a:lnTo>
                    <a:pt x="6176" y="3749"/>
                  </a:lnTo>
                  <a:cubicBezTo>
                    <a:pt x="6176" y="3938"/>
                    <a:pt x="6018" y="4096"/>
                    <a:pt x="5829" y="4096"/>
                  </a:cubicBezTo>
                  <a:lnTo>
                    <a:pt x="1009" y="4096"/>
                  </a:lnTo>
                  <a:cubicBezTo>
                    <a:pt x="820" y="4096"/>
                    <a:pt x="663" y="3938"/>
                    <a:pt x="663" y="3749"/>
                  </a:cubicBezTo>
                  <a:lnTo>
                    <a:pt x="663" y="1702"/>
                  </a:lnTo>
                  <a:cubicBezTo>
                    <a:pt x="663" y="1481"/>
                    <a:pt x="820" y="1323"/>
                    <a:pt x="1009" y="1323"/>
                  </a:cubicBezTo>
                  <a:close/>
                  <a:moveTo>
                    <a:pt x="1734" y="4789"/>
                  </a:moveTo>
                  <a:cubicBezTo>
                    <a:pt x="2175" y="4789"/>
                    <a:pt x="2175" y="5482"/>
                    <a:pt x="1734" y="5482"/>
                  </a:cubicBezTo>
                  <a:lnTo>
                    <a:pt x="1072" y="5482"/>
                  </a:lnTo>
                  <a:cubicBezTo>
                    <a:pt x="631" y="5482"/>
                    <a:pt x="600" y="4789"/>
                    <a:pt x="1072" y="4789"/>
                  </a:cubicBezTo>
                  <a:close/>
                  <a:moveTo>
                    <a:pt x="3782" y="4758"/>
                  </a:moveTo>
                  <a:cubicBezTo>
                    <a:pt x="4223" y="4789"/>
                    <a:pt x="4223" y="5482"/>
                    <a:pt x="3782" y="5482"/>
                  </a:cubicBezTo>
                  <a:lnTo>
                    <a:pt x="3120" y="5482"/>
                  </a:lnTo>
                  <a:cubicBezTo>
                    <a:pt x="2899" y="5482"/>
                    <a:pt x="2742" y="5325"/>
                    <a:pt x="2742" y="5104"/>
                  </a:cubicBezTo>
                  <a:cubicBezTo>
                    <a:pt x="2742" y="4915"/>
                    <a:pt x="2899" y="4758"/>
                    <a:pt x="3120" y="4758"/>
                  </a:cubicBezTo>
                  <a:close/>
                  <a:moveTo>
                    <a:pt x="5829" y="4789"/>
                  </a:moveTo>
                  <a:cubicBezTo>
                    <a:pt x="6270" y="4789"/>
                    <a:pt x="6302" y="5482"/>
                    <a:pt x="5829" y="5482"/>
                  </a:cubicBezTo>
                  <a:lnTo>
                    <a:pt x="5168" y="5482"/>
                  </a:lnTo>
                  <a:cubicBezTo>
                    <a:pt x="4727" y="5482"/>
                    <a:pt x="4695" y="4789"/>
                    <a:pt x="5168" y="4789"/>
                  </a:cubicBezTo>
                  <a:close/>
                  <a:moveTo>
                    <a:pt x="1762" y="6174"/>
                  </a:moveTo>
                  <a:cubicBezTo>
                    <a:pt x="2175" y="6174"/>
                    <a:pt x="2165" y="6837"/>
                    <a:pt x="1734" y="6837"/>
                  </a:cubicBezTo>
                  <a:lnTo>
                    <a:pt x="1072" y="6837"/>
                  </a:lnTo>
                  <a:cubicBezTo>
                    <a:pt x="631" y="6837"/>
                    <a:pt x="600" y="6175"/>
                    <a:pt x="1072" y="6175"/>
                  </a:cubicBezTo>
                  <a:lnTo>
                    <a:pt x="1734" y="6175"/>
                  </a:lnTo>
                  <a:cubicBezTo>
                    <a:pt x="1744" y="6175"/>
                    <a:pt x="1753" y="6174"/>
                    <a:pt x="1762" y="6174"/>
                  </a:cubicBezTo>
                  <a:close/>
                  <a:moveTo>
                    <a:pt x="3782" y="6144"/>
                  </a:moveTo>
                  <a:cubicBezTo>
                    <a:pt x="4223" y="6144"/>
                    <a:pt x="4223" y="6837"/>
                    <a:pt x="3782" y="6837"/>
                  </a:cubicBezTo>
                  <a:lnTo>
                    <a:pt x="3120" y="6837"/>
                  </a:lnTo>
                  <a:cubicBezTo>
                    <a:pt x="2899" y="6837"/>
                    <a:pt x="2742" y="6679"/>
                    <a:pt x="2742" y="6490"/>
                  </a:cubicBezTo>
                  <a:cubicBezTo>
                    <a:pt x="2742" y="6301"/>
                    <a:pt x="2899" y="6144"/>
                    <a:pt x="3120" y="6144"/>
                  </a:cubicBezTo>
                  <a:close/>
                  <a:moveTo>
                    <a:pt x="5858" y="6174"/>
                  </a:moveTo>
                  <a:cubicBezTo>
                    <a:pt x="6272" y="6174"/>
                    <a:pt x="6291" y="6837"/>
                    <a:pt x="5829" y="6837"/>
                  </a:cubicBezTo>
                  <a:lnTo>
                    <a:pt x="5168" y="6837"/>
                  </a:lnTo>
                  <a:cubicBezTo>
                    <a:pt x="4727" y="6837"/>
                    <a:pt x="4695" y="6175"/>
                    <a:pt x="5168" y="6175"/>
                  </a:cubicBezTo>
                  <a:lnTo>
                    <a:pt x="5829" y="6175"/>
                  </a:lnTo>
                  <a:cubicBezTo>
                    <a:pt x="5839" y="6175"/>
                    <a:pt x="5849" y="6174"/>
                    <a:pt x="5858" y="6174"/>
                  </a:cubicBezTo>
                  <a:close/>
                  <a:moveTo>
                    <a:pt x="1" y="0"/>
                  </a:moveTo>
                  <a:lnTo>
                    <a:pt x="1" y="9578"/>
                  </a:lnTo>
                  <a:lnTo>
                    <a:pt x="663" y="9578"/>
                  </a:lnTo>
                  <a:lnTo>
                    <a:pt x="663" y="7876"/>
                  </a:lnTo>
                  <a:cubicBezTo>
                    <a:pt x="663" y="7687"/>
                    <a:pt x="820" y="7530"/>
                    <a:pt x="1009" y="7530"/>
                  </a:cubicBezTo>
                  <a:lnTo>
                    <a:pt x="5829" y="7530"/>
                  </a:lnTo>
                  <a:cubicBezTo>
                    <a:pt x="6018" y="7530"/>
                    <a:pt x="6176" y="7687"/>
                    <a:pt x="6176" y="7876"/>
                  </a:cubicBezTo>
                  <a:lnTo>
                    <a:pt x="6176" y="9578"/>
                  </a:lnTo>
                  <a:lnTo>
                    <a:pt x="6522" y="9578"/>
                  </a:lnTo>
                  <a:cubicBezTo>
                    <a:pt x="7090" y="9578"/>
                    <a:pt x="7562" y="9105"/>
                    <a:pt x="7562" y="8538"/>
                  </a:cubicBezTo>
                  <a:lnTo>
                    <a:pt x="7562" y="1008"/>
                  </a:lnTo>
                  <a:cubicBezTo>
                    <a:pt x="7531" y="473"/>
                    <a:pt x="7090" y="0"/>
                    <a:pt x="64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6" name="Google Shape;2526;p86"/>
          <p:cNvGrpSpPr/>
          <p:nvPr/>
        </p:nvGrpSpPr>
        <p:grpSpPr>
          <a:xfrm>
            <a:off x="7241204" y="2184919"/>
            <a:ext cx="420775" cy="418507"/>
            <a:chOff x="-4118225" y="3253275"/>
            <a:chExt cx="292225" cy="290650"/>
          </a:xfrm>
        </p:grpSpPr>
        <p:sp>
          <p:nvSpPr>
            <p:cNvPr id="2527" name="Google Shape;2527;p86"/>
            <p:cNvSpPr/>
            <p:nvPr/>
          </p:nvSpPr>
          <p:spPr>
            <a:xfrm>
              <a:off x="-4118225" y="3287125"/>
              <a:ext cx="256725" cy="256800"/>
            </a:xfrm>
            <a:custGeom>
              <a:rect b="b" l="l" r="r" t="t"/>
              <a:pathLst>
                <a:path extrusionOk="0" h="10272" w="10269">
                  <a:moveTo>
                    <a:pt x="5104" y="1"/>
                  </a:moveTo>
                  <a:cubicBezTo>
                    <a:pt x="2268" y="1"/>
                    <a:pt x="0" y="2301"/>
                    <a:pt x="0" y="5136"/>
                  </a:cubicBezTo>
                  <a:cubicBezTo>
                    <a:pt x="0" y="7972"/>
                    <a:pt x="2268" y="10271"/>
                    <a:pt x="5104" y="10271"/>
                  </a:cubicBezTo>
                  <a:cubicBezTo>
                    <a:pt x="7939" y="10271"/>
                    <a:pt x="10239" y="8003"/>
                    <a:pt x="10239" y="5168"/>
                  </a:cubicBezTo>
                  <a:cubicBezTo>
                    <a:pt x="10268" y="4993"/>
                    <a:pt x="10108" y="4818"/>
                    <a:pt x="9910" y="4818"/>
                  </a:cubicBezTo>
                  <a:cubicBezTo>
                    <a:pt x="9894" y="4818"/>
                    <a:pt x="9877" y="4819"/>
                    <a:pt x="9861" y="4821"/>
                  </a:cubicBezTo>
                  <a:lnTo>
                    <a:pt x="5797" y="4821"/>
                  </a:lnTo>
                  <a:cubicBezTo>
                    <a:pt x="5639" y="4821"/>
                    <a:pt x="5450" y="4695"/>
                    <a:pt x="5450" y="4506"/>
                  </a:cubicBezTo>
                  <a:lnTo>
                    <a:pt x="5450" y="347"/>
                  </a:lnTo>
                  <a:cubicBezTo>
                    <a:pt x="5450" y="158"/>
                    <a:pt x="5324" y="1"/>
                    <a:pt x="51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86"/>
            <p:cNvSpPr/>
            <p:nvPr/>
          </p:nvSpPr>
          <p:spPr>
            <a:xfrm>
              <a:off x="-3963850" y="3253275"/>
              <a:ext cx="137850" cy="137850"/>
            </a:xfrm>
            <a:custGeom>
              <a:rect b="b" l="l" r="r" t="t"/>
              <a:pathLst>
                <a:path extrusionOk="0" h="5514" w="551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35"/>
                  </a:lnTo>
                  <a:cubicBezTo>
                    <a:pt x="0" y="5356"/>
                    <a:pt x="158" y="5514"/>
                    <a:pt x="347" y="5514"/>
                  </a:cubicBezTo>
                  <a:lnTo>
                    <a:pt x="5167" y="5514"/>
                  </a:lnTo>
                  <a:cubicBezTo>
                    <a:pt x="5356" y="5514"/>
                    <a:pt x="5513" y="5356"/>
                    <a:pt x="5513" y="5135"/>
                  </a:cubicBezTo>
                  <a:cubicBezTo>
                    <a:pt x="5513" y="2269"/>
                    <a:pt x="3182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9" name="Google Shape;2529;p86"/>
          <p:cNvGrpSpPr/>
          <p:nvPr/>
        </p:nvGrpSpPr>
        <p:grpSpPr>
          <a:xfrm>
            <a:off x="4352952" y="2184071"/>
            <a:ext cx="319874" cy="420199"/>
            <a:chOff x="-4082800" y="3612425"/>
            <a:chExt cx="222150" cy="291825"/>
          </a:xfrm>
        </p:grpSpPr>
        <p:sp>
          <p:nvSpPr>
            <p:cNvPr id="2530" name="Google Shape;2530;p86"/>
            <p:cNvSpPr/>
            <p:nvPr/>
          </p:nvSpPr>
          <p:spPr>
            <a:xfrm>
              <a:off x="-4027650" y="3663625"/>
              <a:ext cx="112650" cy="119725"/>
            </a:xfrm>
            <a:custGeom>
              <a:rect b="b" l="l" r="r" t="t"/>
              <a:pathLst>
                <a:path extrusionOk="0" h="4789" w="4506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86"/>
            <p:cNvSpPr/>
            <p:nvPr/>
          </p:nvSpPr>
          <p:spPr>
            <a:xfrm>
              <a:off x="-4082800" y="3612425"/>
              <a:ext cx="222150" cy="291825"/>
            </a:xfrm>
            <a:custGeom>
              <a:rect b="b" l="l" r="r" t="t"/>
              <a:pathLst>
                <a:path extrusionOk="0" h="11673" w="8886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86"/>
            <p:cNvSpPr/>
            <p:nvPr/>
          </p:nvSpPr>
          <p:spPr>
            <a:xfrm>
              <a:off x="-3980400" y="3714800"/>
              <a:ext cx="17350" cy="17375"/>
            </a:xfrm>
            <a:custGeom>
              <a:rect b="b" l="l" r="r" t="t"/>
              <a:pathLst>
                <a:path extrusionOk="0" h="695" w="694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3" name="Google Shape;2533;p86"/>
          <p:cNvGrpSpPr/>
          <p:nvPr/>
        </p:nvGrpSpPr>
        <p:grpSpPr>
          <a:xfrm>
            <a:off x="4303738" y="2773616"/>
            <a:ext cx="420775" cy="393561"/>
            <a:chOff x="-4118225" y="3990475"/>
            <a:chExt cx="292225" cy="273325"/>
          </a:xfrm>
        </p:grpSpPr>
        <p:sp>
          <p:nvSpPr>
            <p:cNvPr id="2534" name="Google Shape;2534;p86"/>
            <p:cNvSpPr/>
            <p:nvPr/>
          </p:nvSpPr>
          <p:spPr>
            <a:xfrm>
              <a:off x="-3963850" y="404010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86"/>
            <p:cNvSpPr/>
            <p:nvPr/>
          </p:nvSpPr>
          <p:spPr>
            <a:xfrm>
              <a:off x="-4015050" y="3990475"/>
              <a:ext cx="153600" cy="153625"/>
            </a:xfrm>
            <a:custGeom>
              <a:rect b="b" l="l" r="r" t="t"/>
              <a:pathLst>
                <a:path extrusionOk="0" h="6145" w="6144">
                  <a:moveTo>
                    <a:pt x="3056" y="1324"/>
                  </a:moveTo>
                  <a:cubicBezTo>
                    <a:pt x="4001" y="1324"/>
                    <a:pt x="4757" y="2080"/>
                    <a:pt x="4757" y="3025"/>
                  </a:cubicBezTo>
                  <a:cubicBezTo>
                    <a:pt x="4757" y="3970"/>
                    <a:pt x="4033" y="4726"/>
                    <a:pt x="3056" y="4726"/>
                  </a:cubicBezTo>
                  <a:cubicBezTo>
                    <a:pt x="2111" y="4726"/>
                    <a:pt x="1386" y="3970"/>
                    <a:pt x="1386" y="3025"/>
                  </a:cubicBezTo>
                  <a:cubicBezTo>
                    <a:pt x="1386" y="2080"/>
                    <a:pt x="2111" y="1324"/>
                    <a:pt x="3056" y="132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55"/>
                    <a:pt x="0" y="3057"/>
                  </a:cubicBezTo>
                  <a:cubicBezTo>
                    <a:pt x="0" y="4758"/>
                    <a:pt x="1323" y="6144"/>
                    <a:pt x="3056" y="6144"/>
                  </a:cubicBezTo>
                  <a:cubicBezTo>
                    <a:pt x="4757" y="6144"/>
                    <a:pt x="6144" y="4758"/>
                    <a:pt x="6144" y="3057"/>
                  </a:cubicBezTo>
                  <a:cubicBezTo>
                    <a:pt x="6144" y="1355"/>
                    <a:pt x="4757" y="1"/>
                    <a:pt x="3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86"/>
            <p:cNvSpPr/>
            <p:nvPr/>
          </p:nvSpPr>
          <p:spPr>
            <a:xfrm>
              <a:off x="-4118225" y="4144075"/>
              <a:ext cx="33875" cy="119725"/>
            </a:xfrm>
            <a:custGeom>
              <a:rect b="b" l="l" r="r" t="t"/>
              <a:pathLst>
                <a:path extrusionOk="0" h="4789" w="135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1008" y="4789"/>
                  </a:lnTo>
                  <a:cubicBezTo>
                    <a:pt x="1134" y="4789"/>
                    <a:pt x="1260" y="4757"/>
                    <a:pt x="1355" y="4726"/>
                  </a:cubicBezTo>
                  <a:lnTo>
                    <a:pt x="1355" y="63"/>
                  </a:lnTo>
                  <a:cubicBezTo>
                    <a:pt x="1260" y="32"/>
                    <a:pt x="1134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86"/>
            <p:cNvSpPr/>
            <p:nvPr/>
          </p:nvSpPr>
          <p:spPr>
            <a:xfrm>
              <a:off x="-4067050" y="4143750"/>
              <a:ext cx="241050" cy="120050"/>
            </a:xfrm>
            <a:custGeom>
              <a:rect b="b" l="l" r="r" t="t"/>
              <a:pathLst>
                <a:path extrusionOk="0" h="4802" w="9642">
                  <a:moveTo>
                    <a:pt x="1750" y="1"/>
                  </a:moveTo>
                  <a:cubicBezTo>
                    <a:pt x="1124" y="1"/>
                    <a:pt x="537" y="197"/>
                    <a:pt x="1" y="549"/>
                  </a:cubicBezTo>
                  <a:lnTo>
                    <a:pt x="1" y="4550"/>
                  </a:lnTo>
                  <a:cubicBezTo>
                    <a:pt x="410" y="4707"/>
                    <a:pt x="883" y="4802"/>
                    <a:pt x="1356" y="4802"/>
                  </a:cubicBezTo>
                  <a:lnTo>
                    <a:pt x="5294" y="4802"/>
                  </a:lnTo>
                  <a:cubicBezTo>
                    <a:pt x="5735" y="4802"/>
                    <a:pt x="6144" y="4644"/>
                    <a:pt x="6459" y="4392"/>
                  </a:cubicBezTo>
                  <a:cubicBezTo>
                    <a:pt x="6459" y="4392"/>
                    <a:pt x="8507" y="2502"/>
                    <a:pt x="9169" y="1872"/>
                  </a:cubicBezTo>
                  <a:cubicBezTo>
                    <a:pt x="9169" y="1872"/>
                    <a:pt x="9547" y="1399"/>
                    <a:pt x="9547" y="1021"/>
                  </a:cubicBezTo>
                  <a:cubicBezTo>
                    <a:pt x="9641" y="454"/>
                    <a:pt x="9169" y="13"/>
                    <a:pt x="8602" y="13"/>
                  </a:cubicBezTo>
                  <a:cubicBezTo>
                    <a:pt x="8413" y="13"/>
                    <a:pt x="7751" y="202"/>
                    <a:pt x="6711" y="1777"/>
                  </a:cubicBezTo>
                  <a:cubicBezTo>
                    <a:pt x="6333" y="2376"/>
                    <a:pt x="5766" y="2754"/>
                    <a:pt x="5199" y="2754"/>
                  </a:cubicBezTo>
                  <a:lnTo>
                    <a:pt x="2710" y="2754"/>
                  </a:lnTo>
                  <a:cubicBezTo>
                    <a:pt x="2584" y="2754"/>
                    <a:pt x="2458" y="2849"/>
                    <a:pt x="2395" y="2975"/>
                  </a:cubicBezTo>
                  <a:cubicBezTo>
                    <a:pt x="2333" y="3099"/>
                    <a:pt x="2223" y="3152"/>
                    <a:pt x="2110" y="3152"/>
                  </a:cubicBezTo>
                  <a:cubicBezTo>
                    <a:pt x="1880" y="3152"/>
                    <a:pt x="1638" y="2934"/>
                    <a:pt x="1765" y="2660"/>
                  </a:cubicBezTo>
                  <a:cubicBezTo>
                    <a:pt x="1923" y="2344"/>
                    <a:pt x="2238" y="2092"/>
                    <a:pt x="2616" y="2092"/>
                  </a:cubicBezTo>
                  <a:lnTo>
                    <a:pt x="5231" y="2092"/>
                  </a:lnTo>
                  <a:cubicBezTo>
                    <a:pt x="6081" y="2061"/>
                    <a:pt x="6081" y="706"/>
                    <a:pt x="5136" y="706"/>
                  </a:cubicBezTo>
                  <a:lnTo>
                    <a:pt x="3844" y="706"/>
                  </a:lnTo>
                  <a:cubicBezTo>
                    <a:pt x="3116" y="220"/>
                    <a:pt x="2412" y="1"/>
                    <a:pt x="1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8" name="Google Shape;2538;p86"/>
          <p:cNvGrpSpPr/>
          <p:nvPr/>
        </p:nvGrpSpPr>
        <p:grpSpPr>
          <a:xfrm>
            <a:off x="7818744" y="2183206"/>
            <a:ext cx="394713" cy="421927"/>
            <a:chOff x="-2312225" y="3238300"/>
            <a:chExt cx="274125" cy="293025"/>
          </a:xfrm>
        </p:grpSpPr>
        <p:sp>
          <p:nvSpPr>
            <p:cNvPr id="2539" name="Google Shape;2539;p86"/>
            <p:cNvSpPr/>
            <p:nvPr/>
          </p:nvSpPr>
          <p:spPr>
            <a:xfrm>
              <a:off x="-2241325" y="3289500"/>
              <a:ext cx="203225" cy="241825"/>
            </a:xfrm>
            <a:custGeom>
              <a:rect b="b" l="l" r="r" t="t"/>
              <a:pathLst>
                <a:path extrusionOk="0" h="9673" w="8129">
                  <a:moveTo>
                    <a:pt x="2458" y="0"/>
                  </a:moveTo>
                  <a:cubicBezTo>
                    <a:pt x="2174" y="0"/>
                    <a:pt x="1954" y="221"/>
                    <a:pt x="1954" y="504"/>
                  </a:cubicBezTo>
                  <a:lnTo>
                    <a:pt x="1954" y="2836"/>
                  </a:lnTo>
                  <a:lnTo>
                    <a:pt x="1954" y="5167"/>
                  </a:lnTo>
                  <a:lnTo>
                    <a:pt x="914" y="4128"/>
                  </a:lnTo>
                  <a:cubicBezTo>
                    <a:pt x="820" y="4033"/>
                    <a:pt x="693" y="3986"/>
                    <a:pt x="567" y="3986"/>
                  </a:cubicBezTo>
                  <a:cubicBezTo>
                    <a:pt x="441" y="3986"/>
                    <a:pt x="315" y="4033"/>
                    <a:pt x="221" y="4128"/>
                  </a:cubicBezTo>
                  <a:cubicBezTo>
                    <a:pt x="0" y="4317"/>
                    <a:pt x="0" y="4632"/>
                    <a:pt x="221" y="4852"/>
                  </a:cubicBezTo>
                  <a:lnTo>
                    <a:pt x="2678" y="7310"/>
                  </a:lnTo>
                  <a:lnTo>
                    <a:pt x="2678" y="8664"/>
                  </a:lnTo>
                  <a:cubicBezTo>
                    <a:pt x="2678" y="9200"/>
                    <a:pt x="3151" y="9672"/>
                    <a:pt x="3718" y="9672"/>
                  </a:cubicBezTo>
                  <a:lnTo>
                    <a:pt x="6459" y="9672"/>
                  </a:lnTo>
                  <a:cubicBezTo>
                    <a:pt x="7026" y="9672"/>
                    <a:pt x="7499" y="9200"/>
                    <a:pt x="7499" y="8664"/>
                  </a:cubicBezTo>
                  <a:lnTo>
                    <a:pt x="7499" y="8066"/>
                  </a:lnTo>
                  <a:cubicBezTo>
                    <a:pt x="7688" y="7656"/>
                    <a:pt x="7845" y="7278"/>
                    <a:pt x="7940" y="6837"/>
                  </a:cubicBezTo>
                  <a:cubicBezTo>
                    <a:pt x="8034" y="6396"/>
                    <a:pt x="8129" y="5986"/>
                    <a:pt x="8129" y="5514"/>
                  </a:cubicBezTo>
                  <a:lnTo>
                    <a:pt x="8129" y="3308"/>
                  </a:lnTo>
                  <a:cubicBezTo>
                    <a:pt x="8129" y="3025"/>
                    <a:pt x="7877" y="2773"/>
                    <a:pt x="7625" y="2773"/>
                  </a:cubicBezTo>
                  <a:cubicBezTo>
                    <a:pt x="7341" y="2773"/>
                    <a:pt x="7089" y="3025"/>
                    <a:pt x="7089" y="3308"/>
                  </a:cubicBezTo>
                  <a:lnTo>
                    <a:pt x="7089" y="3812"/>
                  </a:lnTo>
                  <a:cubicBezTo>
                    <a:pt x="7089" y="4002"/>
                    <a:pt x="6931" y="4159"/>
                    <a:pt x="6742" y="4159"/>
                  </a:cubicBezTo>
                  <a:cubicBezTo>
                    <a:pt x="6553" y="4159"/>
                    <a:pt x="6396" y="4002"/>
                    <a:pt x="6396" y="3812"/>
                  </a:cubicBezTo>
                  <a:lnTo>
                    <a:pt x="6396" y="2615"/>
                  </a:lnTo>
                  <a:cubicBezTo>
                    <a:pt x="6396" y="2363"/>
                    <a:pt x="6144" y="2111"/>
                    <a:pt x="5892" y="2111"/>
                  </a:cubicBezTo>
                  <a:cubicBezTo>
                    <a:pt x="5608" y="2111"/>
                    <a:pt x="5356" y="2363"/>
                    <a:pt x="5356" y="2615"/>
                  </a:cubicBezTo>
                  <a:cubicBezTo>
                    <a:pt x="5357" y="2615"/>
                    <a:pt x="5358" y="2615"/>
                    <a:pt x="5359" y="2615"/>
                  </a:cubicBezTo>
                  <a:cubicBezTo>
                    <a:pt x="5418" y="2615"/>
                    <a:pt x="5419" y="3769"/>
                    <a:pt x="5419" y="3781"/>
                  </a:cubicBezTo>
                  <a:lnTo>
                    <a:pt x="5419" y="3781"/>
                  </a:lnTo>
                  <a:cubicBezTo>
                    <a:pt x="5419" y="3970"/>
                    <a:pt x="5262" y="4128"/>
                    <a:pt x="5041" y="4128"/>
                  </a:cubicBezTo>
                  <a:cubicBezTo>
                    <a:pt x="4852" y="4128"/>
                    <a:pt x="4695" y="3970"/>
                    <a:pt x="4695" y="3781"/>
                  </a:cubicBezTo>
                  <a:lnTo>
                    <a:pt x="4695" y="2584"/>
                  </a:lnTo>
                  <a:cubicBezTo>
                    <a:pt x="4695" y="2332"/>
                    <a:pt x="4474" y="2080"/>
                    <a:pt x="4191" y="2080"/>
                  </a:cubicBezTo>
                  <a:cubicBezTo>
                    <a:pt x="3907" y="2080"/>
                    <a:pt x="3686" y="2332"/>
                    <a:pt x="3686" y="2584"/>
                  </a:cubicBezTo>
                  <a:lnTo>
                    <a:pt x="3686" y="3781"/>
                  </a:lnTo>
                  <a:cubicBezTo>
                    <a:pt x="3686" y="3970"/>
                    <a:pt x="3529" y="4128"/>
                    <a:pt x="3308" y="4128"/>
                  </a:cubicBezTo>
                  <a:cubicBezTo>
                    <a:pt x="3119" y="4128"/>
                    <a:pt x="2962" y="3970"/>
                    <a:pt x="2962" y="3781"/>
                  </a:cubicBezTo>
                  <a:lnTo>
                    <a:pt x="2962" y="504"/>
                  </a:lnTo>
                  <a:cubicBezTo>
                    <a:pt x="2962" y="221"/>
                    <a:pt x="2741" y="0"/>
                    <a:pt x="2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86"/>
            <p:cNvSpPr/>
            <p:nvPr/>
          </p:nvSpPr>
          <p:spPr>
            <a:xfrm>
              <a:off x="-2312225" y="3238300"/>
              <a:ext cx="241825" cy="241050"/>
            </a:xfrm>
            <a:custGeom>
              <a:rect b="b" l="l" r="r" t="t"/>
              <a:pathLst>
                <a:path extrusionOk="0" h="9642" w="9673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lnTo>
                    <a:pt x="726" y="2080"/>
                  </a:lnTo>
                  <a:lnTo>
                    <a:pt x="726" y="7562"/>
                  </a:lnTo>
                  <a:lnTo>
                    <a:pt x="379" y="7562"/>
                  </a:lnTo>
                  <a:cubicBezTo>
                    <a:pt x="158" y="7562"/>
                    <a:pt x="1" y="7719"/>
                    <a:pt x="1" y="7908"/>
                  </a:cubicBezTo>
                  <a:lnTo>
                    <a:pt x="1" y="9294"/>
                  </a:lnTo>
                  <a:cubicBezTo>
                    <a:pt x="1" y="9484"/>
                    <a:pt x="158" y="9641"/>
                    <a:pt x="379" y="9641"/>
                  </a:cubicBezTo>
                  <a:lnTo>
                    <a:pt x="1734" y="9641"/>
                  </a:lnTo>
                  <a:cubicBezTo>
                    <a:pt x="1954" y="9641"/>
                    <a:pt x="2112" y="9484"/>
                    <a:pt x="2112" y="9294"/>
                  </a:cubicBezTo>
                  <a:lnTo>
                    <a:pt x="2112" y="8916"/>
                  </a:lnTo>
                  <a:lnTo>
                    <a:pt x="4160" y="8916"/>
                  </a:lnTo>
                  <a:lnTo>
                    <a:pt x="3435" y="8223"/>
                  </a:lnTo>
                  <a:lnTo>
                    <a:pt x="2112" y="8223"/>
                  </a:lnTo>
                  <a:lnTo>
                    <a:pt x="2112" y="7877"/>
                  </a:lnTo>
                  <a:cubicBezTo>
                    <a:pt x="2112" y="7688"/>
                    <a:pt x="1954" y="7530"/>
                    <a:pt x="1734" y="7530"/>
                  </a:cubicBezTo>
                  <a:lnTo>
                    <a:pt x="1387" y="7530"/>
                  </a:lnTo>
                  <a:lnTo>
                    <a:pt x="1387" y="2080"/>
                  </a:lnTo>
                  <a:lnTo>
                    <a:pt x="1734" y="2080"/>
                  </a:lnTo>
                  <a:cubicBezTo>
                    <a:pt x="1954" y="2080"/>
                    <a:pt x="2112" y="1922"/>
                    <a:pt x="2112" y="1733"/>
                  </a:cubicBezTo>
                  <a:lnTo>
                    <a:pt x="2112" y="1387"/>
                  </a:lnTo>
                  <a:lnTo>
                    <a:pt x="7562" y="1387"/>
                  </a:lnTo>
                  <a:lnTo>
                    <a:pt x="7562" y="1733"/>
                  </a:lnTo>
                  <a:cubicBezTo>
                    <a:pt x="7562" y="1922"/>
                    <a:pt x="7720" y="2080"/>
                    <a:pt x="7940" y="2080"/>
                  </a:cubicBezTo>
                  <a:lnTo>
                    <a:pt x="8287" y="2080"/>
                  </a:lnTo>
                  <a:lnTo>
                    <a:pt x="8287" y="3592"/>
                  </a:lnTo>
                  <a:cubicBezTo>
                    <a:pt x="8444" y="3498"/>
                    <a:pt x="8602" y="3466"/>
                    <a:pt x="8791" y="3466"/>
                  </a:cubicBezTo>
                  <a:cubicBezTo>
                    <a:pt x="8885" y="3466"/>
                    <a:pt x="8917" y="3466"/>
                    <a:pt x="8948" y="3498"/>
                  </a:cubicBezTo>
                  <a:lnTo>
                    <a:pt x="8948" y="2080"/>
                  </a:lnTo>
                  <a:lnTo>
                    <a:pt x="9326" y="2080"/>
                  </a:lnTo>
                  <a:cubicBezTo>
                    <a:pt x="9515" y="2080"/>
                    <a:pt x="9673" y="1922"/>
                    <a:pt x="9673" y="1733"/>
                  </a:cubicBezTo>
                  <a:lnTo>
                    <a:pt x="9673" y="347"/>
                  </a:lnTo>
                  <a:cubicBezTo>
                    <a:pt x="9673" y="158"/>
                    <a:pt x="9515" y="1"/>
                    <a:pt x="9326" y="1"/>
                  </a:cubicBezTo>
                  <a:lnTo>
                    <a:pt x="7940" y="1"/>
                  </a:lnTo>
                  <a:cubicBezTo>
                    <a:pt x="7751" y="1"/>
                    <a:pt x="7562" y="158"/>
                    <a:pt x="7562" y="347"/>
                  </a:cubicBezTo>
                  <a:lnTo>
                    <a:pt x="7562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1" name="Google Shape;2541;p86"/>
          <p:cNvGrpSpPr/>
          <p:nvPr/>
        </p:nvGrpSpPr>
        <p:grpSpPr>
          <a:xfrm>
            <a:off x="7242421" y="2736255"/>
            <a:ext cx="420811" cy="522864"/>
            <a:chOff x="-2310650" y="3525775"/>
            <a:chExt cx="292250" cy="363125"/>
          </a:xfrm>
        </p:grpSpPr>
        <p:sp>
          <p:nvSpPr>
            <p:cNvPr id="2542" name="Google Shape;2542;p86"/>
            <p:cNvSpPr/>
            <p:nvPr/>
          </p:nvSpPr>
          <p:spPr>
            <a:xfrm>
              <a:off x="-2053075" y="3648650"/>
              <a:ext cx="34675" cy="233950"/>
            </a:xfrm>
            <a:custGeom>
              <a:rect b="b" l="l" r="r" t="t"/>
              <a:pathLst>
                <a:path extrusionOk="0" h="9358" w="1387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86"/>
            <p:cNvSpPr/>
            <p:nvPr/>
          </p:nvSpPr>
          <p:spPr>
            <a:xfrm>
              <a:off x="-2259450" y="375182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86"/>
            <p:cNvSpPr/>
            <p:nvPr/>
          </p:nvSpPr>
          <p:spPr>
            <a:xfrm>
              <a:off x="-2259450" y="3649450"/>
              <a:ext cx="137075" cy="51200"/>
            </a:xfrm>
            <a:custGeom>
              <a:rect b="b" l="l" r="r" t="t"/>
              <a:pathLst>
                <a:path extrusionOk="0" h="2048" w="5483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86"/>
            <p:cNvSpPr/>
            <p:nvPr/>
          </p:nvSpPr>
          <p:spPr>
            <a:xfrm>
              <a:off x="-2310650" y="3525775"/>
              <a:ext cx="252075" cy="363125"/>
            </a:xfrm>
            <a:custGeom>
              <a:rect b="b" l="l" r="r" t="t"/>
              <a:pathLst>
                <a:path extrusionOk="0" h="14525" w="10083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6" name="Google Shape;2546;p86"/>
          <p:cNvGrpSpPr/>
          <p:nvPr/>
        </p:nvGrpSpPr>
        <p:grpSpPr>
          <a:xfrm>
            <a:off x="7227590" y="3413681"/>
            <a:ext cx="423079" cy="419659"/>
            <a:chOff x="-2310650" y="3958175"/>
            <a:chExt cx="293825" cy="291450"/>
          </a:xfrm>
        </p:grpSpPr>
        <p:sp>
          <p:nvSpPr>
            <p:cNvPr id="2547" name="Google Shape;2547;p86"/>
            <p:cNvSpPr/>
            <p:nvPr/>
          </p:nvSpPr>
          <p:spPr>
            <a:xfrm>
              <a:off x="-2310650" y="3958175"/>
              <a:ext cx="185925" cy="118950"/>
            </a:xfrm>
            <a:custGeom>
              <a:rect b="b" l="l" r="r" t="t"/>
              <a:pathLst>
                <a:path extrusionOk="0" h="4758" w="7437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86"/>
            <p:cNvSpPr/>
            <p:nvPr/>
          </p:nvSpPr>
          <p:spPr>
            <a:xfrm>
              <a:off x="-2309075" y="3992050"/>
              <a:ext cx="292250" cy="257575"/>
            </a:xfrm>
            <a:custGeom>
              <a:rect b="b" l="l" r="r" t="t"/>
              <a:pathLst>
                <a:path extrusionOk="0" h="10303" w="1169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9" name="Google Shape;2549;p86"/>
          <p:cNvGrpSpPr/>
          <p:nvPr/>
        </p:nvGrpSpPr>
        <p:grpSpPr>
          <a:xfrm>
            <a:off x="4288344" y="3413680"/>
            <a:ext cx="424159" cy="419659"/>
            <a:chOff x="-1182750" y="3962900"/>
            <a:chExt cx="294575" cy="291450"/>
          </a:xfrm>
        </p:grpSpPr>
        <p:sp>
          <p:nvSpPr>
            <p:cNvPr id="2550" name="Google Shape;2550;p86"/>
            <p:cNvSpPr/>
            <p:nvPr/>
          </p:nvSpPr>
          <p:spPr>
            <a:xfrm>
              <a:off x="-1078000" y="40306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86"/>
            <p:cNvSpPr/>
            <p:nvPr/>
          </p:nvSpPr>
          <p:spPr>
            <a:xfrm>
              <a:off x="-1129200" y="40999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86"/>
            <p:cNvSpPr/>
            <p:nvPr/>
          </p:nvSpPr>
          <p:spPr>
            <a:xfrm>
              <a:off x="-1009475" y="40818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86"/>
            <p:cNvSpPr/>
            <p:nvPr/>
          </p:nvSpPr>
          <p:spPr>
            <a:xfrm>
              <a:off x="-1182750" y="4168475"/>
              <a:ext cx="292225" cy="34675"/>
            </a:xfrm>
            <a:custGeom>
              <a:rect b="b" l="l" r="r" t="t"/>
              <a:pathLst>
                <a:path extrusionOk="0" h="1387" w="11689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86"/>
            <p:cNvSpPr/>
            <p:nvPr/>
          </p:nvSpPr>
          <p:spPr>
            <a:xfrm>
              <a:off x="-1117400" y="4220475"/>
              <a:ext cx="161500" cy="33875"/>
            </a:xfrm>
            <a:custGeom>
              <a:rect b="b" l="l" r="r" t="t"/>
              <a:pathLst>
                <a:path extrusionOk="0" h="1355" w="646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86"/>
            <p:cNvSpPr/>
            <p:nvPr/>
          </p:nvSpPr>
          <p:spPr>
            <a:xfrm>
              <a:off x="-958300" y="40141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86"/>
            <p:cNvSpPr/>
            <p:nvPr/>
          </p:nvSpPr>
          <p:spPr>
            <a:xfrm>
              <a:off x="-1180400" y="3962900"/>
              <a:ext cx="292225" cy="188275"/>
            </a:xfrm>
            <a:custGeom>
              <a:rect b="b" l="l" r="r" t="t"/>
              <a:pathLst>
                <a:path extrusionOk="0" h="7531" w="11689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7" name="Google Shape;2557;p86"/>
          <p:cNvGrpSpPr/>
          <p:nvPr/>
        </p:nvGrpSpPr>
        <p:grpSpPr>
          <a:xfrm>
            <a:off x="2119012" y="2184341"/>
            <a:ext cx="424195" cy="419659"/>
            <a:chOff x="-5611575" y="3272950"/>
            <a:chExt cx="294600" cy="291450"/>
          </a:xfrm>
        </p:grpSpPr>
        <p:sp>
          <p:nvSpPr>
            <p:cNvPr id="2558" name="Google Shape;2558;p86"/>
            <p:cNvSpPr/>
            <p:nvPr/>
          </p:nvSpPr>
          <p:spPr>
            <a:xfrm>
              <a:off x="-5594250" y="3273750"/>
              <a:ext cx="85875" cy="84300"/>
            </a:xfrm>
            <a:custGeom>
              <a:rect b="b" l="l" r="r" t="t"/>
              <a:pathLst>
                <a:path extrusionOk="0" h="3372" w="3435">
                  <a:moveTo>
                    <a:pt x="1734" y="0"/>
                  </a:moveTo>
                  <a:cubicBezTo>
                    <a:pt x="788" y="0"/>
                    <a:pt x="32" y="756"/>
                    <a:pt x="32" y="1702"/>
                  </a:cubicBezTo>
                  <a:cubicBezTo>
                    <a:pt x="1" y="2678"/>
                    <a:pt x="820" y="3371"/>
                    <a:pt x="1702" y="3371"/>
                  </a:cubicBezTo>
                  <a:cubicBezTo>
                    <a:pt x="2269" y="3371"/>
                    <a:pt x="2899" y="3025"/>
                    <a:pt x="3214" y="2426"/>
                  </a:cubicBezTo>
                  <a:cubicBezTo>
                    <a:pt x="3340" y="2206"/>
                    <a:pt x="3435" y="1922"/>
                    <a:pt x="3435" y="1702"/>
                  </a:cubicBezTo>
                  <a:cubicBezTo>
                    <a:pt x="3435" y="756"/>
                    <a:pt x="2679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86"/>
            <p:cNvSpPr/>
            <p:nvPr/>
          </p:nvSpPr>
          <p:spPr>
            <a:xfrm>
              <a:off x="-5457200" y="3324950"/>
              <a:ext cx="67775" cy="67750"/>
            </a:xfrm>
            <a:custGeom>
              <a:rect b="b" l="l" r="r" t="t"/>
              <a:pathLst>
                <a:path extrusionOk="0" h="2710" w="2711">
                  <a:moveTo>
                    <a:pt x="1009" y="0"/>
                  </a:moveTo>
                  <a:cubicBezTo>
                    <a:pt x="410" y="158"/>
                    <a:pt x="1" y="662"/>
                    <a:pt x="1" y="1323"/>
                  </a:cubicBezTo>
                  <a:cubicBezTo>
                    <a:pt x="1" y="2079"/>
                    <a:pt x="631" y="2710"/>
                    <a:pt x="1355" y="2710"/>
                  </a:cubicBezTo>
                  <a:cubicBezTo>
                    <a:pt x="1985" y="2710"/>
                    <a:pt x="2553" y="2268"/>
                    <a:pt x="2710" y="1701"/>
                  </a:cubicBezTo>
                  <a:lnTo>
                    <a:pt x="1355" y="1701"/>
                  </a:lnTo>
                  <a:cubicBezTo>
                    <a:pt x="1166" y="1701"/>
                    <a:pt x="1009" y="1544"/>
                    <a:pt x="1009" y="1323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86"/>
            <p:cNvSpPr/>
            <p:nvPr/>
          </p:nvSpPr>
          <p:spPr>
            <a:xfrm>
              <a:off x="-5415450" y="3325725"/>
              <a:ext cx="25225" cy="24450"/>
            </a:xfrm>
            <a:custGeom>
              <a:rect b="b" l="l" r="r" t="t"/>
              <a:pathLst>
                <a:path extrusionOk="0" h="978" w="1009">
                  <a:moveTo>
                    <a:pt x="0" y="1"/>
                  </a:moveTo>
                  <a:lnTo>
                    <a:pt x="0" y="977"/>
                  </a:lnTo>
                  <a:lnTo>
                    <a:pt x="1009" y="977"/>
                  </a:lnTo>
                  <a:cubicBezTo>
                    <a:pt x="883" y="473"/>
                    <a:pt x="473" y="12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86"/>
            <p:cNvSpPr/>
            <p:nvPr/>
          </p:nvSpPr>
          <p:spPr>
            <a:xfrm>
              <a:off x="-5611575" y="3359600"/>
              <a:ext cx="118950" cy="204800"/>
            </a:xfrm>
            <a:custGeom>
              <a:rect b="b" l="l" r="r" t="t"/>
              <a:pathLst>
                <a:path extrusionOk="0" h="8192" w="4758">
                  <a:moveTo>
                    <a:pt x="694" y="0"/>
                  </a:moveTo>
                  <a:cubicBezTo>
                    <a:pt x="253" y="410"/>
                    <a:pt x="1" y="1008"/>
                    <a:pt x="1" y="1670"/>
                  </a:cubicBezTo>
                  <a:lnTo>
                    <a:pt x="1" y="3718"/>
                  </a:lnTo>
                  <a:cubicBezTo>
                    <a:pt x="1" y="4159"/>
                    <a:pt x="253" y="4569"/>
                    <a:pt x="662" y="4726"/>
                  </a:cubicBezTo>
                  <a:lnTo>
                    <a:pt x="662" y="7152"/>
                  </a:lnTo>
                  <a:cubicBezTo>
                    <a:pt x="662" y="7687"/>
                    <a:pt x="1135" y="8192"/>
                    <a:pt x="1670" y="8192"/>
                  </a:cubicBezTo>
                  <a:lnTo>
                    <a:pt x="3057" y="8192"/>
                  </a:lnTo>
                  <a:cubicBezTo>
                    <a:pt x="3624" y="8192"/>
                    <a:pt x="4096" y="7719"/>
                    <a:pt x="4096" y="7152"/>
                  </a:cubicBezTo>
                  <a:lnTo>
                    <a:pt x="4096" y="4726"/>
                  </a:lnTo>
                  <a:cubicBezTo>
                    <a:pt x="4474" y="4569"/>
                    <a:pt x="4758" y="4190"/>
                    <a:pt x="4758" y="3718"/>
                  </a:cubicBezTo>
                  <a:lnTo>
                    <a:pt x="4758" y="1670"/>
                  </a:lnTo>
                  <a:cubicBezTo>
                    <a:pt x="4758" y="1008"/>
                    <a:pt x="4474" y="410"/>
                    <a:pt x="4033" y="0"/>
                  </a:cubicBezTo>
                  <a:cubicBezTo>
                    <a:pt x="3718" y="347"/>
                    <a:pt x="3246" y="567"/>
                    <a:pt x="2742" y="662"/>
                  </a:cubicBez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cubicBezTo>
                    <a:pt x="2175" y="2741"/>
                    <a:pt x="2017" y="2584"/>
                    <a:pt x="2017" y="2395"/>
                  </a:cubicBezTo>
                  <a:lnTo>
                    <a:pt x="2017" y="662"/>
                  </a:lnTo>
                  <a:cubicBezTo>
                    <a:pt x="1513" y="567"/>
                    <a:pt x="1040" y="347"/>
                    <a:pt x="6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86"/>
            <p:cNvSpPr/>
            <p:nvPr/>
          </p:nvSpPr>
          <p:spPr>
            <a:xfrm>
              <a:off x="-5510750" y="3272950"/>
              <a:ext cx="193775" cy="187475"/>
            </a:xfrm>
            <a:custGeom>
              <a:rect b="b" l="l" r="r" t="t"/>
              <a:pathLst>
                <a:path extrusionOk="0" h="7499" w="7751">
                  <a:moveTo>
                    <a:pt x="3497" y="1355"/>
                  </a:moveTo>
                  <a:cubicBezTo>
                    <a:pt x="4663" y="1355"/>
                    <a:pt x="5577" y="2269"/>
                    <a:pt x="5577" y="3403"/>
                  </a:cubicBezTo>
                  <a:cubicBezTo>
                    <a:pt x="5577" y="4569"/>
                    <a:pt x="4600" y="5451"/>
                    <a:pt x="3497" y="5451"/>
                  </a:cubicBezTo>
                  <a:cubicBezTo>
                    <a:pt x="2363" y="5451"/>
                    <a:pt x="1450" y="4569"/>
                    <a:pt x="1450" y="3403"/>
                  </a:cubicBezTo>
                  <a:cubicBezTo>
                    <a:pt x="1450" y="2269"/>
                    <a:pt x="2363" y="1355"/>
                    <a:pt x="3497" y="1355"/>
                  </a:cubicBezTo>
                  <a:close/>
                  <a:moveTo>
                    <a:pt x="0" y="1"/>
                  </a:moveTo>
                  <a:cubicBezTo>
                    <a:pt x="441" y="410"/>
                    <a:pt x="725" y="1009"/>
                    <a:pt x="725" y="1671"/>
                  </a:cubicBezTo>
                  <a:cubicBezTo>
                    <a:pt x="725" y="2112"/>
                    <a:pt x="599" y="2521"/>
                    <a:pt x="410" y="2868"/>
                  </a:cubicBezTo>
                  <a:cubicBezTo>
                    <a:pt x="1040" y="3403"/>
                    <a:pt x="1387" y="4191"/>
                    <a:pt x="1387" y="5105"/>
                  </a:cubicBezTo>
                  <a:lnTo>
                    <a:pt x="1387" y="7152"/>
                  </a:lnTo>
                  <a:cubicBezTo>
                    <a:pt x="1387" y="7278"/>
                    <a:pt x="1387" y="7404"/>
                    <a:pt x="1355" y="7499"/>
                  </a:cubicBezTo>
                  <a:lnTo>
                    <a:pt x="5829" y="7499"/>
                  </a:lnTo>
                  <a:cubicBezTo>
                    <a:pt x="6396" y="7499"/>
                    <a:pt x="6900" y="7026"/>
                    <a:pt x="6900" y="6491"/>
                  </a:cubicBezTo>
                  <a:lnTo>
                    <a:pt x="6900" y="694"/>
                  </a:lnTo>
                  <a:lnTo>
                    <a:pt x="7246" y="694"/>
                  </a:lnTo>
                  <a:cubicBezTo>
                    <a:pt x="7751" y="694"/>
                    <a:pt x="7751" y="1"/>
                    <a:pt x="7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3" name="Google Shape;2563;p86"/>
          <p:cNvGrpSpPr/>
          <p:nvPr/>
        </p:nvGrpSpPr>
        <p:grpSpPr>
          <a:xfrm>
            <a:off x="2120249" y="2787299"/>
            <a:ext cx="424195" cy="420775"/>
            <a:chOff x="-5613150" y="3991275"/>
            <a:chExt cx="294600" cy="292225"/>
          </a:xfrm>
        </p:grpSpPr>
        <p:sp>
          <p:nvSpPr>
            <p:cNvPr id="2564" name="Google Shape;2564;p86"/>
            <p:cNvSpPr/>
            <p:nvPr/>
          </p:nvSpPr>
          <p:spPr>
            <a:xfrm>
              <a:off x="-5480050" y="4046400"/>
              <a:ext cx="27600" cy="14200"/>
            </a:xfrm>
            <a:custGeom>
              <a:rect b="b" l="l" r="r" t="t"/>
              <a:pathLst>
                <a:path extrusionOk="0" h="568" w="1104">
                  <a:moveTo>
                    <a:pt x="537" y="1"/>
                  </a:moveTo>
                  <a:lnTo>
                    <a:pt x="1" y="568"/>
                  </a:lnTo>
                  <a:lnTo>
                    <a:pt x="1104" y="568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86"/>
            <p:cNvSpPr/>
            <p:nvPr/>
          </p:nvSpPr>
          <p:spPr>
            <a:xfrm>
              <a:off x="-5531225" y="4042450"/>
              <a:ext cx="44125" cy="18150"/>
            </a:xfrm>
            <a:custGeom>
              <a:rect b="b" l="l" r="r" t="t"/>
              <a:pathLst>
                <a:path extrusionOk="0" h="726" w="1765">
                  <a:moveTo>
                    <a:pt x="693" y="1"/>
                  </a:moveTo>
                  <a:lnTo>
                    <a:pt x="0" y="726"/>
                  </a:lnTo>
                  <a:lnTo>
                    <a:pt x="1103" y="726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86"/>
            <p:cNvSpPr/>
            <p:nvPr/>
          </p:nvSpPr>
          <p:spPr>
            <a:xfrm>
              <a:off x="-5443025" y="4077125"/>
              <a:ext cx="41775" cy="40975"/>
            </a:xfrm>
            <a:custGeom>
              <a:rect b="b" l="l" r="r" t="t"/>
              <a:pathLst>
                <a:path extrusionOk="0" h="1639" w="1671">
                  <a:moveTo>
                    <a:pt x="694" y="0"/>
                  </a:moveTo>
                  <a:lnTo>
                    <a:pt x="1" y="1638"/>
                  </a:lnTo>
                  <a:lnTo>
                    <a:pt x="1" y="1638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86"/>
            <p:cNvSpPr/>
            <p:nvPr/>
          </p:nvSpPr>
          <p:spPr>
            <a:xfrm>
              <a:off x="-5487925" y="4077125"/>
              <a:ext cx="43350" cy="54375"/>
            </a:xfrm>
            <a:custGeom>
              <a:rect b="b" l="l" r="r" t="t"/>
              <a:pathLst>
                <a:path extrusionOk="0" h="2175" w="1734">
                  <a:moveTo>
                    <a:pt x="1" y="0"/>
                  </a:moveTo>
                  <a:lnTo>
                    <a:pt x="852" y="2174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86"/>
            <p:cNvSpPr/>
            <p:nvPr/>
          </p:nvSpPr>
          <p:spPr>
            <a:xfrm>
              <a:off x="-5445375" y="4042450"/>
              <a:ext cx="44125" cy="18150"/>
            </a:xfrm>
            <a:custGeom>
              <a:rect b="b" l="l" r="r" t="t"/>
              <a:pathLst>
                <a:path extrusionOk="0" h="726" w="1765">
                  <a:moveTo>
                    <a:pt x="0" y="1"/>
                  </a:moveTo>
                  <a:lnTo>
                    <a:pt x="693" y="726"/>
                  </a:lnTo>
                  <a:lnTo>
                    <a:pt x="1764" y="726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86"/>
            <p:cNvSpPr/>
            <p:nvPr/>
          </p:nvSpPr>
          <p:spPr>
            <a:xfrm>
              <a:off x="-5531225" y="4077125"/>
              <a:ext cx="41750" cy="40975"/>
            </a:xfrm>
            <a:custGeom>
              <a:rect b="b" l="l" r="r" t="t"/>
              <a:pathLst>
                <a:path extrusionOk="0" h="1639" w="1670">
                  <a:moveTo>
                    <a:pt x="0" y="0"/>
                  </a:moveTo>
                  <a:lnTo>
                    <a:pt x="1670" y="1638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86"/>
            <p:cNvSpPr/>
            <p:nvPr/>
          </p:nvSpPr>
          <p:spPr>
            <a:xfrm>
              <a:off x="-5613150" y="4198400"/>
              <a:ext cx="292225" cy="33900"/>
            </a:xfrm>
            <a:custGeom>
              <a:rect b="b" l="l" r="r" t="t"/>
              <a:pathLst>
                <a:path extrusionOk="0" h="1356" w="11689">
                  <a:moveTo>
                    <a:pt x="1" y="1"/>
                  </a:moveTo>
                  <a:lnTo>
                    <a:pt x="1" y="347"/>
                  </a:lnTo>
                  <a:lnTo>
                    <a:pt x="32" y="347"/>
                  </a:lnTo>
                  <a:cubicBezTo>
                    <a:pt x="32" y="883"/>
                    <a:pt x="505" y="1356"/>
                    <a:pt x="1072" y="1356"/>
                  </a:cubicBezTo>
                  <a:lnTo>
                    <a:pt x="10681" y="1356"/>
                  </a:lnTo>
                  <a:cubicBezTo>
                    <a:pt x="11216" y="1356"/>
                    <a:pt x="11689" y="883"/>
                    <a:pt x="11689" y="347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86"/>
            <p:cNvSpPr/>
            <p:nvPr/>
          </p:nvSpPr>
          <p:spPr>
            <a:xfrm>
              <a:off x="-5610775" y="3991275"/>
              <a:ext cx="292225" cy="189050"/>
            </a:xfrm>
            <a:custGeom>
              <a:rect b="b" l="l" r="r" t="t"/>
              <a:pathLst>
                <a:path extrusionOk="0" h="7562" w="11689">
                  <a:moveTo>
                    <a:pt x="7813" y="1386"/>
                  </a:moveTo>
                  <a:cubicBezTo>
                    <a:pt x="7908" y="1386"/>
                    <a:pt x="8034" y="1418"/>
                    <a:pt x="8065" y="1512"/>
                  </a:cubicBezTo>
                  <a:cubicBezTo>
                    <a:pt x="8128" y="1575"/>
                    <a:pt x="9483" y="2867"/>
                    <a:pt x="9515" y="2993"/>
                  </a:cubicBezTo>
                  <a:cubicBezTo>
                    <a:pt x="9578" y="3088"/>
                    <a:pt x="9578" y="3214"/>
                    <a:pt x="9452" y="3340"/>
                  </a:cubicBezTo>
                  <a:lnTo>
                    <a:pt x="6018" y="6774"/>
                  </a:lnTo>
                  <a:cubicBezTo>
                    <a:pt x="5943" y="6848"/>
                    <a:pt x="5862" y="6880"/>
                    <a:pt x="5783" y="6880"/>
                  </a:cubicBezTo>
                  <a:cubicBezTo>
                    <a:pt x="5696" y="6880"/>
                    <a:pt x="5612" y="6840"/>
                    <a:pt x="5545" y="6774"/>
                  </a:cubicBezTo>
                  <a:lnTo>
                    <a:pt x="2111" y="3340"/>
                  </a:lnTo>
                  <a:cubicBezTo>
                    <a:pt x="2001" y="3230"/>
                    <a:pt x="1987" y="2976"/>
                    <a:pt x="2027" y="2976"/>
                  </a:cubicBezTo>
                  <a:cubicBezTo>
                    <a:pt x="2033" y="2976"/>
                    <a:pt x="2040" y="2981"/>
                    <a:pt x="2048" y="2993"/>
                  </a:cubicBezTo>
                  <a:cubicBezTo>
                    <a:pt x="2048" y="2962"/>
                    <a:pt x="2079" y="2930"/>
                    <a:pt x="2111" y="2867"/>
                  </a:cubicBezTo>
                  <a:lnTo>
                    <a:pt x="3497" y="1512"/>
                  </a:lnTo>
                  <a:cubicBezTo>
                    <a:pt x="3560" y="1418"/>
                    <a:pt x="3655" y="1386"/>
                    <a:pt x="3718" y="1386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7561"/>
                  </a:lnTo>
                  <a:lnTo>
                    <a:pt x="11689" y="7561"/>
                  </a:lnTo>
                  <a:lnTo>
                    <a:pt x="11689" y="1040"/>
                  </a:lnTo>
                  <a:cubicBezTo>
                    <a:pt x="11657" y="473"/>
                    <a:pt x="11184" y="0"/>
                    <a:pt x="10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86"/>
            <p:cNvSpPr/>
            <p:nvPr/>
          </p:nvSpPr>
          <p:spPr>
            <a:xfrm>
              <a:off x="-5546975" y="4250400"/>
              <a:ext cx="160700" cy="33100"/>
            </a:xfrm>
            <a:custGeom>
              <a:rect b="b" l="l" r="r" t="t"/>
              <a:pathLst>
                <a:path extrusionOk="0" h="1324" w="6428">
                  <a:moveTo>
                    <a:pt x="1544" y="0"/>
                  </a:moveTo>
                  <a:lnTo>
                    <a:pt x="1386" y="662"/>
                  </a:lnTo>
                  <a:lnTo>
                    <a:pt x="473" y="662"/>
                  </a:lnTo>
                  <a:cubicBezTo>
                    <a:pt x="32" y="662"/>
                    <a:pt x="0" y="1323"/>
                    <a:pt x="473" y="1323"/>
                  </a:cubicBezTo>
                  <a:lnTo>
                    <a:pt x="5955" y="1323"/>
                  </a:lnTo>
                  <a:cubicBezTo>
                    <a:pt x="6427" y="1323"/>
                    <a:pt x="6427" y="662"/>
                    <a:pt x="5986" y="662"/>
                  </a:cubicBezTo>
                  <a:lnTo>
                    <a:pt x="5072" y="662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3" name="Google Shape;2573;p86"/>
          <p:cNvGrpSpPr/>
          <p:nvPr/>
        </p:nvGrpSpPr>
        <p:grpSpPr>
          <a:xfrm>
            <a:off x="6053380" y="2184559"/>
            <a:ext cx="434634" cy="419227"/>
            <a:chOff x="-3768700" y="3253275"/>
            <a:chExt cx="301850" cy="291150"/>
          </a:xfrm>
        </p:grpSpPr>
        <p:sp>
          <p:nvSpPr>
            <p:cNvPr id="2574" name="Google Shape;2574;p86"/>
            <p:cNvSpPr/>
            <p:nvPr/>
          </p:nvSpPr>
          <p:spPr>
            <a:xfrm>
              <a:off x="-3603925" y="3355650"/>
              <a:ext cx="69350" cy="33900"/>
            </a:xfrm>
            <a:custGeom>
              <a:rect b="b" l="l" r="r" t="t"/>
              <a:pathLst>
                <a:path extrusionOk="0" h="1356" w="2774">
                  <a:moveTo>
                    <a:pt x="1040" y="1"/>
                  </a:moveTo>
                  <a:cubicBezTo>
                    <a:pt x="505" y="1"/>
                    <a:pt x="1" y="473"/>
                    <a:pt x="1" y="1009"/>
                  </a:cubicBezTo>
                  <a:lnTo>
                    <a:pt x="1" y="1356"/>
                  </a:lnTo>
                  <a:lnTo>
                    <a:pt x="2773" y="1356"/>
                  </a:lnTo>
                  <a:lnTo>
                    <a:pt x="2773" y="1009"/>
                  </a:lnTo>
                  <a:cubicBezTo>
                    <a:pt x="2742" y="473"/>
                    <a:pt x="2269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86"/>
            <p:cNvSpPr/>
            <p:nvPr/>
          </p:nvSpPr>
          <p:spPr>
            <a:xfrm>
              <a:off x="-3586600" y="3305250"/>
              <a:ext cx="33125" cy="33100"/>
            </a:xfrm>
            <a:custGeom>
              <a:rect b="b" l="l" r="r" t="t"/>
              <a:pathLst>
                <a:path extrusionOk="0" h="1324" w="1325">
                  <a:moveTo>
                    <a:pt x="663" y="0"/>
                  </a:moveTo>
                  <a:cubicBezTo>
                    <a:pt x="253" y="0"/>
                    <a:pt x="1" y="316"/>
                    <a:pt x="1" y="662"/>
                  </a:cubicBezTo>
                  <a:cubicBezTo>
                    <a:pt x="1" y="1009"/>
                    <a:pt x="316" y="1324"/>
                    <a:pt x="663" y="1324"/>
                  </a:cubicBezTo>
                  <a:cubicBezTo>
                    <a:pt x="1041" y="1324"/>
                    <a:pt x="1324" y="1009"/>
                    <a:pt x="1324" y="662"/>
                  </a:cubicBezTo>
                  <a:cubicBezTo>
                    <a:pt x="1324" y="284"/>
                    <a:pt x="1009" y="0"/>
                    <a:pt x="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86"/>
            <p:cNvSpPr/>
            <p:nvPr/>
          </p:nvSpPr>
          <p:spPr>
            <a:xfrm>
              <a:off x="-3768700" y="3253275"/>
              <a:ext cx="301850" cy="291150"/>
            </a:xfrm>
            <a:custGeom>
              <a:rect b="b" l="l" r="r" t="t"/>
              <a:pathLst>
                <a:path extrusionOk="0" h="11646" w="12074">
                  <a:moveTo>
                    <a:pt x="7947" y="1323"/>
                  </a:moveTo>
                  <a:cubicBezTo>
                    <a:pt x="8703" y="1323"/>
                    <a:pt x="9333" y="1953"/>
                    <a:pt x="9333" y="2710"/>
                  </a:cubicBezTo>
                  <a:cubicBezTo>
                    <a:pt x="9333" y="3025"/>
                    <a:pt x="9207" y="3340"/>
                    <a:pt x="9018" y="3560"/>
                  </a:cubicBezTo>
                  <a:cubicBezTo>
                    <a:pt x="9585" y="3844"/>
                    <a:pt x="9994" y="4442"/>
                    <a:pt x="9994" y="5104"/>
                  </a:cubicBezTo>
                  <a:lnTo>
                    <a:pt x="9994" y="5766"/>
                  </a:lnTo>
                  <a:lnTo>
                    <a:pt x="10026" y="5766"/>
                  </a:lnTo>
                  <a:cubicBezTo>
                    <a:pt x="10026" y="5955"/>
                    <a:pt x="9868" y="6112"/>
                    <a:pt x="9679" y="6112"/>
                  </a:cubicBezTo>
                  <a:lnTo>
                    <a:pt x="6245" y="6112"/>
                  </a:lnTo>
                  <a:cubicBezTo>
                    <a:pt x="6056" y="6112"/>
                    <a:pt x="5899" y="5955"/>
                    <a:pt x="5899" y="5766"/>
                  </a:cubicBezTo>
                  <a:lnTo>
                    <a:pt x="5899" y="5104"/>
                  </a:lnTo>
                  <a:cubicBezTo>
                    <a:pt x="5899" y="4442"/>
                    <a:pt x="6308" y="3844"/>
                    <a:pt x="6875" y="3560"/>
                  </a:cubicBezTo>
                  <a:cubicBezTo>
                    <a:pt x="6686" y="3340"/>
                    <a:pt x="6560" y="3056"/>
                    <a:pt x="6560" y="2710"/>
                  </a:cubicBezTo>
                  <a:cubicBezTo>
                    <a:pt x="6560" y="1953"/>
                    <a:pt x="7190" y="1323"/>
                    <a:pt x="7947" y="1323"/>
                  </a:cubicBezTo>
                  <a:close/>
                  <a:moveTo>
                    <a:pt x="7947" y="0"/>
                  </a:moveTo>
                  <a:cubicBezTo>
                    <a:pt x="5647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8" y="6711"/>
                  </a:cubicBezTo>
                  <a:lnTo>
                    <a:pt x="4134" y="7435"/>
                  </a:lnTo>
                  <a:cubicBezTo>
                    <a:pt x="3981" y="7364"/>
                    <a:pt x="3823" y="7329"/>
                    <a:pt x="3669" y="7329"/>
                  </a:cubicBezTo>
                  <a:cubicBezTo>
                    <a:pt x="3412" y="7329"/>
                    <a:pt x="3166" y="7427"/>
                    <a:pt x="2969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09" y="11645"/>
                  </a:cubicBezTo>
                  <a:cubicBezTo>
                    <a:pt x="1739" y="11645"/>
                    <a:pt x="1975" y="11555"/>
                    <a:pt x="2181" y="11342"/>
                  </a:cubicBezTo>
                  <a:lnTo>
                    <a:pt x="4449" y="9074"/>
                  </a:lnTo>
                  <a:cubicBezTo>
                    <a:pt x="4765" y="8759"/>
                    <a:pt x="4796" y="8286"/>
                    <a:pt x="4638" y="7939"/>
                  </a:cubicBezTo>
                  <a:lnTo>
                    <a:pt x="5332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4" y="6364"/>
                    <a:pt x="12074" y="4127"/>
                  </a:cubicBezTo>
                  <a:cubicBezTo>
                    <a:pt x="12074" y="1796"/>
                    <a:pt x="10215" y="0"/>
                    <a:pt x="79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7" name="Google Shape;2577;p86"/>
          <p:cNvGrpSpPr/>
          <p:nvPr/>
        </p:nvGrpSpPr>
        <p:grpSpPr>
          <a:xfrm>
            <a:off x="4899603" y="2799748"/>
            <a:ext cx="426462" cy="395865"/>
            <a:chOff x="-3808700" y="3628950"/>
            <a:chExt cx="296175" cy="274925"/>
          </a:xfrm>
        </p:grpSpPr>
        <p:sp>
          <p:nvSpPr>
            <p:cNvPr id="2578" name="Google Shape;2578;p86"/>
            <p:cNvSpPr/>
            <p:nvPr/>
          </p:nvSpPr>
          <p:spPr>
            <a:xfrm>
              <a:off x="-3665972" y="368095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41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86"/>
            <p:cNvSpPr/>
            <p:nvPr/>
          </p:nvSpPr>
          <p:spPr>
            <a:xfrm>
              <a:off x="-3808700" y="3664400"/>
              <a:ext cx="296175" cy="239475"/>
            </a:xfrm>
            <a:custGeom>
              <a:rect b="b" l="l" r="r" t="t"/>
              <a:pathLst>
                <a:path extrusionOk="0" h="9579" w="11847">
                  <a:moveTo>
                    <a:pt x="3970" y="8223"/>
                  </a:moveTo>
                  <a:cubicBezTo>
                    <a:pt x="4159" y="8223"/>
                    <a:pt x="4316" y="8381"/>
                    <a:pt x="4316" y="8570"/>
                  </a:cubicBezTo>
                  <a:cubicBezTo>
                    <a:pt x="4316" y="8791"/>
                    <a:pt x="4159" y="8948"/>
                    <a:pt x="3970" y="8948"/>
                  </a:cubicBezTo>
                  <a:cubicBezTo>
                    <a:pt x="3781" y="8948"/>
                    <a:pt x="3623" y="8791"/>
                    <a:pt x="3623" y="8570"/>
                  </a:cubicBezTo>
                  <a:cubicBezTo>
                    <a:pt x="3623" y="8349"/>
                    <a:pt x="3781" y="8223"/>
                    <a:pt x="3970" y="8223"/>
                  </a:cubicBezTo>
                  <a:close/>
                  <a:moveTo>
                    <a:pt x="8727" y="8223"/>
                  </a:moveTo>
                  <a:cubicBezTo>
                    <a:pt x="8916" y="8223"/>
                    <a:pt x="9074" y="8381"/>
                    <a:pt x="9074" y="8570"/>
                  </a:cubicBezTo>
                  <a:cubicBezTo>
                    <a:pt x="9074" y="8791"/>
                    <a:pt x="8916" y="8948"/>
                    <a:pt x="8727" y="8948"/>
                  </a:cubicBezTo>
                  <a:cubicBezTo>
                    <a:pt x="8538" y="8948"/>
                    <a:pt x="8381" y="8791"/>
                    <a:pt x="8381" y="8570"/>
                  </a:cubicBezTo>
                  <a:cubicBezTo>
                    <a:pt x="8412" y="8349"/>
                    <a:pt x="8538" y="8223"/>
                    <a:pt x="8727" y="8223"/>
                  </a:cubicBezTo>
                  <a:close/>
                  <a:moveTo>
                    <a:pt x="473" y="1"/>
                  </a:moveTo>
                  <a:cubicBezTo>
                    <a:pt x="32" y="1"/>
                    <a:pt x="0" y="662"/>
                    <a:pt x="473" y="662"/>
                  </a:cubicBezTo>
                  <a:lnTo>
                    <a:pt x="819" y="662"/>
                  </a:lnTo>
                  <a:cubicBezTo>
                    <a:pt x="977" y="662"/>
                    <a:pt x="1134" y="788"/>
                    <a:pt x="1166" y="946"/>
                  </a:cubicBezTo>
                  <a:lnTo>
                    <a:pt x="2143" y="6428"/>
                  </a:lnTo>
                  <a:cubicBezTo>
                    <a:pt x="1481" y="7058"/>
                    <a:pt x="1922" y="8192"/>
                    <a:pt x="2867" y="8192"/>
                  </a:cubicBezTo>
                  <a:lnTo>
                    <a:pt x="2930" y="8192"/>
                  </a:lnTo>
                  <a:cubicBezTo>
                    <a:pt x="2899" y="8318"/>
                    <a:pt x="2867" y="8412"/>
                    <a:pt x="2867" y="8538"/>
                  </a:cubicBezTo>
                  <a:cubicBezTo>
                    <a:pt x="2867" y="9106"/>
                    <a:pt x="3340" y="9578"/>
                    <a:pt x="3875" y="9578"/>
                  </a:cubicBezTo>
                  <a:cubicBezTo>
                    <a:pt x="4442" y="9578"/>
                    <a:pt x="4915" y="9106"/>
                    <a:pt x="4915" y="8538"/>
                  </a:cubicBezTo>
                  <a:cubicBezTo>
                    <a:pt x="4915" y="8412"/>
                    <a:pt x="4884" y="8318"/>
                    <a:pt x="4821" y="8192"/>
                  </a:cubicBezTo>
                  <a:lnTo>
                    <a:pt x="7719" y="8192"/>
                  </a:lnTo>
                  <a:cubicBezTo>
                    <a:pt x="7656" y="8318"/>
                    <a:pt x="7624" y="8412"/>
                    <a:pt x="7624" y="8538"/>
                  </a:cubicBezTo>
                  <a:cubicBezTo>
                    <a:pt x="7624" y="9106"/>
                    <a:pt x="8097" y="9578"/>
                    <a:pt x="8664" y="9578"/>
                  </a:cubicBezTo>
                  <a:cubicBezTo>
                    <a:pt x="9200" y="9578"/>
                    <a:pt x="9672" y="9106"/>
                    <a:pt x="9672" y="8538"/>
                  </a:cubicBezTo>
                  <a:cubicBezTo>
                    <a:pt x="9672" y="8412"/>
                    <a:pt x="9641" y="8318"/>
                    <a:pt x="9609" y="8192"/>
                  </a:cubicBezTo>
                  <a:lnTo>
                    <a:pt x="9987" y="8192"/>
                  </a:lnTo>
                  <a:cubicBezTo>
                    <a:pt x="10176" y="8192"/>
                    <a:pt x="10334" y="8034"/>
                    <a:pt x="10334" y="7845"/>
                  </a:cubicBezTo>
                  <a:cubicBezTo>
                    <a:pt x="10334" y="7625"/>
                    <a:pt x="10176" y="7467"/>
                    <a:pt x="9987" y="7467"/>
                  </a:cubicBezTo>
                  <a:lnTo>
                    <a:pt x="2773" y="7467"/>
                  </a:lnTo>
                  <a:cubicBezTo>
                    <a:pt x="2759" y="7470"/>
                    <a:pt x="2746" y="7471"/>
                    <a:pt x="2733" y="7471"/>
                  </a:cubicBezTo>
                  <a:cubicBezTo>
                    <a:pt x="2459" y="7471"/>
                    <a:pt x="2477" y="6837"/>
                    <a:pt x="2899" y="6837"/>
                  </a:cubicBezTo>
                  <a:lnTo>
                    <a:pt x="10145" y="6837"/>
                  </a:lnTo>
                  <a:cubicBezTo>
                    <a:pt x="10302" y="6837"/>
                    <a:pt x="10428" y="6774"/>
                    <a:pt x="10460" y="6617"/>
                  </a:cubicBezTo>
                  <a:lnTo>
                    <a:pt x="11815" y="2553"/>
                  </a:lnTo>
                  <a:cubicBezTo>
                    <a:pt x="11846" y="2427"/>
                    <a:pt x="11815" y="2332"/>
                    <a:pt x="11752" y="2238"/>
                  </a:cubicBezTo>
                  <a:cubicBezTo>
                    <a:pt x="11657" y="2080"/>
                    <a:pt x="11500" y="2048"/>
                    <a:pt x="10775" y="2048"/>
                  </a:cubicBezTo>
                  <a:lnTo>
                    <a:pt x="10491" y="2048"/>
                  </a:lnTo>
                  <a:lnTo>
                    <a:pt x="10491" y="2395"/>
                  </a:lnTo>
                  <a:cubicBezTo>
                    <a:pt x="10491" y="2584"/>
                    <a:pt x="10334" y="2742"/>
                    <a:pt x="10145" y="2742"/>
                  </a:cubicBezTo>
                  <a:lnTo>
                    <a:pt x="9641" y="2742"/>
                  </a:lnTo>
                  <a:cubicBezTo>
                    <a:pt x="9609" y="2868"/>
                    <a:pt x="9546" y="2962"/>
                    <a:pt x="9515" y="3057"/>
                  </a:cubicBezTo>
                  <a:lnTo>
                    <a:pt x="9861" y="3435"/>
                  </a:lnTo>
                  <a:cubicBezTo>
                    <a:pt x="9987" y="3529"/>
                    <a:pt x="9987" y="3781"/>
                    <a:pt x="9861" y="3907"/>
                  </a:cubicBezTo>
                  <a:lnTo>
                    <a:pt x="8885" y="4884"/>
                  </a:lnTo>
                  <a:cubicBezTo>
                    <a:pt x="8822" y="4947"/>
                    <a:pt x="8735" y="4978"/>
                    <a:pt x="8648" y="4978"/>
                  </a:cubicBezTo>
                  <a:cubicBezTo>
                    <a:pt x="8562" y="4978"/>
                    <a:pt x="8475" y="4947"/>
                    <a:pt x="8412" y="4884"/>
                  </a:cubicBezTo>
                  <a:lnTo>
                    <a:pt x="8066" y="4537"/>
                  </a:lnTo>
                  <a:cubicBezTo>
                    <a:pt x="7971" y="4569"/>
                    <a:pt x="7877" y="4600"/>
                    <a:pt x="7751" y="4632"/>
                  </a:cubicBezTo>
                  <a:lnTo>
                    <a:pt x="7751" y="5167"/>
                  </a:lnTo>
                  <a:cubicBezTo>
                    <a:pt x="7751" y="5356"/>
                    <a:pt x="7593" y="5514"/>
                    <a:pt x="7404" y="5514"/>
                  </a:cubicBezTo>
                  <a:lnTo>
                    <a:pt x="5986" y="5514"/>
                  </a:lnTo>
                  <a:cubicBezTo>
                    <a:pt x="5766" y="5514"/>
                    <a:pt x="5608" y="5356"/>
                    <a:pt x="5608" y="5167"/>
                  </a:cubicBezTo>
                  <a:lnTo>
                    <a:pt x="5608" y="4632"/>
                  </a:lnTo>
                  <a:cubicBezTo>
                    <a:pt x="5514" y="4600"/>
                    <a:pt x="5419" y="4569"/>
                    <a:pt x="5293" y="4537"/>
                  </a:cubicBezTo>
                  <a:lnTo>
                    <a:pt x="4947" y="4884"/>
                  </a:lnTo>
                  <a:cubicBezTo>
                    <a:pt x="4884" y="4947"/>
                    <a:pt x="4797" y="4978"/>
                    <a:pt x="4710" y="4978"/>
                  </a:cubicBezTo>
                  <a:cubicBezTo>
                    <a:pt x="4624" y="4978"/>
                    <a:pt x="4537" y="4947"/>
                    <a:pt x="4474" y="4884"/>
                  </a:cubicBezTo>
                  <a:lnTo>
                    <a:pt x="3497" y="3907"/>
                  </a:lnTo>
                  <a:cubicBezTo>
                    <a:pt x="3371" y="3781"/>
                    <a:pt x="3371" y="3529"/>
                    <a:pt x="3497" y="3435"/>
                  </a:cubicBezTo>
                  <a:lnTo>
                    <a:pt x="3844" y="3057"/>
                  </a:lnTo>
                  <a:cubicBezTo>
                    <a:pt x="3812" y="2994"/>
                    <a:pt x="3781" y="2868"/>
                    <a:pt x="3718" y="2742"/>
                  </a:cubicBezTo>
                  <a:lnTo>
                    <a:pt x="3214" y="2742"/>
                  </a:lnTo>
                  <a:cubicBezTo>
                    <a:pt x="3025" y="2742"/>
                    <a:pt x="2867" y="2584"/>
                    <a:pt x="2867" y="2395"/>
                  </a:cubicBezTo>
                  <a:lnTo>
                    <a:pt x="2867" y="2048"/>
                  </a:lnTo>
                  <a:lnTo>
                    <a:pt x="2080" y="2048"/>
                  </a:lnTo>
                  <a:lnTo>
                    <a:pt x="1828" y="820"/>
                  </a:lnTo>
                  <a:cubicBezTo>
                    <a:pt x="1765" y="347"/>
                    <a:pt x="1324" y="1"/>
                    <a:pt x="8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86"/>
            <p:cNvSpPr/>
            <p:nvPr/>
          </p:nvSpPr>
          <p:spPr>
            <a:xfrm>
              <a:off x="-3718359" y="3628950"/>
              <a:ext cx="155975" cy="156775"/>
            </a:xfrm>
            <a:custGeom>
              <a:rect b="b" l="l" r="r" t="t"/>
              <a:pathLst>
                <a:path extrusionOk="0" h="6271" w="6239">
                  <a:moveTo>
                    <a:pt x="3056" y="1419"/>
                  </a:moveTo>
                  <a:cubicBezTo>
                    <a:pt x="4001" y="1419"/>
                    <a:pt x="4758" y="2175"/>
                    <a:pt x="4758" y="3120"/>
                  </a:cubicBezTo>
                  <a:cubicBezTo>
                    <a:pt x="4758" y="4065"/>
                    <a:pt x="4001" y="4821"/>
                    <a:pt x="3056" y="4821"/>
                  </a:cubicBezTo>
                  <a:cubicBezTo>
                    <a:pt x="2111" y="4821"/>
                    <a:pt x="1355" y="4065"/>
                    <a:pt x="1355" y="3120"/>
                  </a:cubicBezTo>
                  <a:cubicBezTo>
                    <a:pt x="1355" y="2175"/>
                    <a:pt x="2111" y="1419"/>
                    <a:pt x="3056" y="1419"/>
                  </a:cubicBezTo>
                  <a:close/>
                  <a:moveTo>
                    <a:pt x="2773" y="1"/>
                  </a:moveTo>
                  <a:lnTo>
                    <a:pt x="2773" y="442"/>
                  </a:lnTo>
                  <a:cubicBezTo>
                    <a:pt x="2773" y="600"/>
                    <a:pt x="2678" y="726"/>
                    <a:pt x="2521" y="757"/>
                  </a:cubicBezTo>
                  <a:cubicBezTo>
                    <a:pt x="2300" y="789"/>
                    <a:pt x="2080" y="915"/>
                    <a:pt x="1891" y="1041"/>
                  </a:cubicBezTo>
                  <a:cubicBezTo>
                    <a:pt x="1846" y="1063"/>
                    <a:pt x="1793" y="1073"/>
                    <a:pt x="1739" y="1073"/>
                  </a:cubicBezTo>
                  <a:cubicBezTo>
                    <a:pt x="1639" y="1073"/>
                    <a:pt x="1531" y="1039"/>
                    <a:pt x="1450" y="978"/>
                  </a:cubicBezTo>
                  <a:lnTo>
                    <a:pt x="1135" y="663"/>
                  </a:lnTo>
                  <a:lnTo>
                    <a:pt x="662" y="1135"/>
                  </a:lnTo>
                  <a:lnTo>
                    <a:pt x="977" y="1450"/>
                  </a:lnTo>
                  <a:cubicBezTo>
                    <a:pt x="1103" y="1576"/>
                    <a:pt x="1103" y="1734"/>
                    <a:pt x="1009" y="1891"/>
                  </a:cubicBezTo>
                  <a:cubicBezTo>
                    <a:pt x="883" y="2080"/>
                    <a:pt x="819" y="2301"/>
                    <a:pt x="725" y="2521"/>
                  </a:cubicBezTo>
                  <a:cubicBezTo>
                    <a:pt x="693" y="2679"/>
                    <a:pt x="599" y="2805"/>
                    <a:pt x="410" y="2805"/>
                  </a:cubicBezTo>
                  <a:lnTo>
                    <a:pt x="0" y="2805"/>
                  </a:lnTo>
                  <a:lnTo>
                    <a:pt x="0" y="3466"/>
                  </a:lnTo>
                  <a:lnTo>
                    <a:pt x="410" y="3466"/>
                  </a:lnTo>
                  <a:cubicBezTo>
                    <a:pt x="567" y="3466"/>
                    <a:pt x="693" y="3593"/>
                    <a:pt x="725" y="3750"/>
                  </a:cubicBezTo>
                  <a:cubicBezTo>
                    <a:pt x="788" y="3939"/>
                    <a:pt x="883" y="4191"/>
                    <a:pt x="1009" y="4380"/>
                  </a:cubicBezTo>
                  <a:cubicBezTo>
                    <a:pt x="1103" y="4506"/>
                    <a:pt x="1040" y="4695"/>
                    <a:pt x="977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3" y="5220"/>
                    <a:pt x="1608" y="5189"/>
                    <a:pt x="1697" y="5189"/>
                  </a:cubicBezTo>
                  <a:cubicBezTo>
                    <a:pt x="1760" y="5189"/>
                    <a:pt x="1825" y="5205"/>
                    <a:pt x="1891" y="5231"/>
                  </a:cubicBezTo>
                  <a:cubicBezTo>
                    <a:pt x="2080" y="5357"/>
                    <a:pt x="2269" y="5451"/>
                    <a:pt x="2521" y="5514"/>
                  </a:cubicBezTo>
                  <a:cubicBezTo>
                    <a:pt x="2678" y="5546"/>
                    <a:pt x="2773" y="5672"/>
                    <a:pt x="2773" y="5829"/>
                  </a:cubicBezTo>
                  <a:lnTo>
                    <a:pt x="2773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60" y="5546"/>
                    <a:pt x="3718" y="5514"/>
                  </a:cubicBezTo>
                  <a:cubicBezTo>
                    <a:pt x="3938" y="5483"/>
                    <a:pt x="4159" y="5357"/>
                    <a:pt x="4348" y="5231"/>
                  </a:cubicBezTo>
                  <a:cubicBezTo>
                    <a:pt x="4393" y="5208"/>
                    <a:pt x="4445" y="5198"/>
                    <a:pt x="4500" y="5198"/>
                  </a:cubicBezTo>
                  <a:cubicBezTo>
                    <a:pt x="4600" y="5198"/>
                    <a:pt x="4708" y="5233"/>
                    <a:pt x="4789" y="5294"/>
                  </a:cubicBezTo>
                  <a:lnTo>
                    <a:pt x="5104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36" y="4695"/>
                    <a:pt x="5136" y="4538"/>
                    <a:pt x="5230" y="4380"/>
                  </a:cubicBezTo>
                  <a:cubicBezTo>
                    <a:pt x="5356" y="4191"/>
                    <a:pt x="5419" y="3971"/>
                    <a:pt x="5514" y="3750"/>
                  </a:cubicBezTo>
                  <a:cubicBezTo>
                    <a:pt x="5545" y="3593"/>
                    <a:pt x="5671" y="3466"/>
                    <a:pt x="5829" y="3466"/>
                  </a:cubicBezTo>
                  <a:lnTo>
                    <a:pt x="6238" y="3466"/>
                  </a:lnTo>
                  <a:lnTo>
                    <a:pt x="6238" y="2805"/>
                  </a:lnTo>
                  <a:lnTo>
                    <a:pt x="5829" y="2805"/>
                  </a:lnTo>
                  <a:cubicBezTo>
                    <a:pt x="5671" y="2805"/>
                    <a:pt x="5545" y="2679"/>
                    <a:pt x="5514" y="2521"/>
                  </a:cubicBezTo>
                  <a:cubicBezTo>
                    <a:pt x="5451" y="2332"/>
                    <a:pt x="5356" y="2080"/>
                    <a:pt x="5230" y="1891"/>
                  </a:cubicBezTo>
                  <a:cubicBezTo>
                    <a:pt x="5136" y="1765"/>
                    <a:pt x="5199" y="1576"/>
                    <a:pt x="5262" y="1450"/>
                  </a:cubicBezTo>
                  <a:lnTo>
                    <a:pt x="5577" y="1135"/>
                  </a:lnTo>
                  <a:lnTo>
                    <a:pt x="5104" y="663"/>
                  </a:lnTo>
                  <a:lnTo>
                    <a:pt x="4789" y="978"/>
                  </a:lnTo>
                  <a:cubicBezTo>
                    <a:pt x="4715" y="1051"/>
                    <a:pt x="4641" y="1082"/>
                    <a:pt x="4555" y="1082"/>
                  </a:cubicBezTo>
                  <a:cubicBezTo>
                    <a:pt x="4494" y="1082"/>
                    <a:pt x="4426" y="1067"/>
                    <a:pt x="4348" y="1041"/>
                  </a:cubicBezTo>
                  <a:cubicBezTo>
                    <a:pt x="4159" y="915"/>
                    <a:pt x="3970" y="820"/>
                    <a:pt x="3718" y="757"/>
                  </a:cubicBezTo>
                  <a:cubicBezTo>
                    <a:pt x="3560" y="726"/>
                    <a:pt x="3466" y="600"/>
                    <a:pt x="3466" y="442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1" name="Google Shape;2581;p86"/>
          <p:cNvGrpSpPr/>
          <p:nvPr/>
        </p:nvGrpSpPr>
        <p:grpSpPr>
          <a:xfrm>
            <a:off x="4889423" y="3413265"/>
            <a:ext cx="419443" cy="420487"/>
            <a:chOff x="-3771675" y="3971775"/>
            <a:chExt cx="291300" cy="292025"/>
          </a:xfrm>
        </p:grpSpPr>
        <p:sp>
          <p:nvSpPr>
            <p:cNvPr id="2582" name="Google Shape;2582;p86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86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86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86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86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7" name="Google Shape;2587;p86"/>
          <p:cNvGrpSpPr/>
          <p:nvPr/>
        </p:nvGrpSpPr>
        <p:grpSpPr>
          <a:xfrm>
            <a:off x="7804672" y="2787858"/>
            <a:ext cx="425310" cy="419659"/>
            <a:chOff x="-1951475" y="3597450"/>
            <a:chExt cx="295375" cy="291450"/>
          </a:xfrm>
        </p:grpSpPr>
        <p:sp>
          <p:nvSpPr>
            <p:cNvPr id="2588" name="Google Shape;2588;p86"/>
            <p:cNvSpPr/>
            <p:nvPr/>
          </p:nvSpPr>
          <p:spPr>
            <a:xfrm>
              <a:off x="-1951475" y="3597450"/>
              <a:ext cx="170925" cy="34675"/>
            </a:xfrm>
            <a:custGeom>
              <a:rect b="b" l="l" r="r" t="t"/>
              <a:pathLst>
                <a:path extrusionOk="0" h="1387" w="6837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86"/>
            <p:cNvSpPr/>
            <p:nvPr/>
          </p:nvSpPr>
          <p:spPr>
            <a:xfrm>
              <a:off x="-1949900" y="3648650"/>
              <a:ext cx="171725" cy="173300"/>
            </a:xfrm>
            <a:custGeom>
              <a:rect b="b" l="l" r="r" t="t"/>
              <a:pathLst>
                <a:path extrusionOk="0" h="6932" w="6869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86"/>
            <p:cNvSpPr/>
            <p:nvPr/>
          </p:nvSpPr>
          <p:spPr>
            <a:xfrm>
              <a:off x="-1951475" y="3838475"/>
              <a:ext cx="170925" cy="50425"/>
            </a:xfrm>
            <a:custGeom>
              <a:rect b="b" l="l" r="r" t="t"/>
              <a:pathLst>
                <a:path extrusionOk="0" h="2017" w="6837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86"/>
            <p:cNvSpPr/>
            <p:nvPr/>
          </p:nvSpPr>
          <p:spPr>
            <a:xfrm>
              <a:off x="-1912900" y="3675825"/>
              <a:ext cx="256800" cy="202825"/>
            </a:xfrm>
            <a:custGeom>
              <a:rect b="b" l="l" r="r" t="t"/>
              <a:pathLst>
                <a:path extrusionOk="0" h="8113" w="10272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2" name="Google Shape;2592;p86"/>
          <p:cNvGrpSpPr/>
          <p:nvPr/>
        </p:nvGrpSpPr>
        <p:grpSpPr>
          <a:xfrm>
            <a:off x="7781328" y="3413681"/>
            <a:ext cx="444605" cy="419659"/>
            <a:chOff x="-1960150" y="3956600"/>
            <a:chExt cx="308775" cy="291450"/>
          </a:xfrm>
        </p:grpSpPr>
        <p:sp>
          <p:nvSpPr>
            <p:cNvPr id="2593" name="Google Shape;2593;p86"/>
            <p:cNvSpPr/>
            <p:nvPr/>
          </p:nvSpPr>
          <p:spPr>
            <a:xfrm>
              <a:off x="-1960150" y="3956600"/>
              <a:ext cx="308775" cy="51275"/>
            </a:xfrm>
            <a:custGeom>
              <a:rect b="b" l="l" r="r" t="t"/>
              <a:pathLst>
                <a:path extrusionOk="0" h="2051" w="12351">
                  <a:moveTo>
                    <a:pt x="1355" y="1"/>
                  </a:moveTo>
                  <a:cubicBezTo>
                    <a:pt x="1" y="1"/>
                    <a:pt x="32" y="2049"/>
                    <a:pt x="1355" y="2049"/>
                  </a:cubicBezTo>
                  <a:lnTo>
                    <a:pt x="11027" y="2049"/>
                  </a:lnTo>
                  <a:cubicBezTo>
                    <a:pt x="11047" y="2050"/>
                    <a:pt x="11066" y="2050"/>
                    <a:pt x="11085" y="2050"/>
                  </a:cubicBezTo>
                  <a:cubicBezTo>
                    <a:pt x="12350" y="2050"/>
                    <a:pt x="12331" y="1"/>
                    <a:pt x="11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86"/>
            <p:cNvSpPr/>
            <p:nvPr/>
          </p:nvSpPr>
          <p:spPr>
            <a:xfrm>
              <a:off x="-1934950" y="4025925"/>
              <a:ext cx="256000" cy="222125"/>
            </a:xfrm>
            <a:custGeom>
              <a:rect b="b" l="l" r="r" t="t"/>
              <a:pathLst>
                <a:path extrusionOk="0" h="8885" w="10240">
                  <a:moveTo>
                    <a:pt x="8570" y="756"/>
                  </a:moveTo>
                  <a:cubicBezTo>
                    <a:pt x="8759" y="756"/>
                    <a:pt x="8917" y="914"/>
                    <a:pt x="8917" y="1103"/>
                  </a:cubicBezTo>
                  <a:lnTo>
                    <a:pt x="8917" y="1765"/>
                  </a:lnTo>
                  <a:cubicBezTo>
                    <a:pt x="8917" y="1995"/>
                    <a:pt x="8737" y="2116"/>
                    <a:pt x="8558" y="2116"/>
                  </a:cubicBezTo>
                  <a:cubicBezTo>
                    <a:pt x="8419" y="2116"/>
                    <a:pt x="8279" y="2042"/>
                    <a:pt x="8224" y="1891"/>
                  </a:cubicBezTo>
                  <a:lnTo>
                    <a:pt x="6081" y="4065"/>
                  </a:lnTo>
                  <a:cubicBezTo>
                    <a:pt x="6018" y="4112"/>
                    <a:pt x="5924" y="4135"/>
                    <a:pt x="5833" y="4135"/>
                  </a:cubicBezTo>
                  <a:cubicBezTo>
                    <a:pt x="5743" y="4135"/>
                    <a:pt x="5656" y="4112"/>
                    <a:pt x="5609" y="4065"/>
                  </a:cubicBezTo>
                  <a:lnTo>
                    <a:pt x="3781" y="2237"/>
                  </a:lnTo>
                  <a:lnTo>
                    <a:pt x="1986" y="4065"/>
                  </a:lnTo>
                  <a:cubicBezTo>
                    <a:pt x="1912" y="4138"/>
                    <a:pt x="1831" y="4168"/>
                    <a:pt x="1752" y="4168"/>
                  </a:cubicBezTo>
                  <a:cubicBezTo>
                    <a:pt x="1493" y="4168"/>
                    <a:pt x="1271" y="3834"/>
                    <a:pt x="1513" y="3592"/>
                  </a:cubicBezTo>
                  <a:lnTo>
                    <a:pt x="3561" y="1544"/>
                  </a:lnTo>
                  <a:cubicBezTo>
                    <a:pt x="3624" y="1481"/>
                    <a:pt x="3711" y="1450"/>
                    <a:pt x="3797" y="1450"/>
                  </a:cubicBezTo>
                  <a:cubicBezTo>
                    <a:pt x="3884" y="1450"/>
                    <a:pt x="3970" y="1481"/>
                    <a:pt x="4033" y="1544"/>
                  </a:cubicBezTo>
                  <a:lnTo>
                    <a:pt x="5829" y="3340"/>
                  </a:lnTo>
                  <a:lnTo>
                    <a:pt x="7783" y="1418"/>
                  </a:lnTo>
                  <a:cubicBezTo>
                    <a:pt x="7404" y="1292"/>
                    <a:pt x="7499" y="756"/>
                    <a:pt x="7877" y="756"/>
                  </a:cubicBezTo>
                  <a:close/>
                  <a:moveTo>
                    <a:pt x="5136" y="7562"/>
                  </a:moveTo>
                  <a:cubicBezTo>
                    <a:pt x="5325" y="7562"/>
                    <a:pt x="5483" y="7719"/>
                    <a:pt x="5483" y="7908"/>
                  </a:cubicBezTo>
                  <a:cubicBezTo>
                    <a:pt x="5483" y="8097"/>
                    <a:pt x="5325" y="8255"/>
                    <a:pt x="5136" y="8255"/>
                  </a:cubicBezTo>
                  <a:cubicBezTo>
                    <a:pt x="4916" y="8255"/>
                    <a:pt x="4758" y="8097"/>
                    <a:pt x="4758" y="7908"/>
                  </a:cubicBezTo>
                  <a:cubicBezTo>
                    <a:pt x="4758" y="7719"/>
                    <a:pt x="4916" y="7562"/>
                    <a:pt x="5136" y="7562"/>
                  </a:cubicBezTo>
                  <a:close/>
                  <a:moveTo>
                    <a:pt x="1" y="0"/>
                  </a:moveTo>
                  <a:lnTo>
                    <a:pt x="1" y="5167"/>
                  </a:lnTo>
                  <a:cubicBezTo>
                    <a:pt x="1" y="5703"/>
                    <a:pt x="442" y="6175"/>
                    <a:pt x="1040" y="6175"/>
                  </a:cubicBezTo>
                  <a:lnTo>
                    <a:pt x="4758" y="6175"/>
                  </a:lnTo>
                  <a:lnTo>
                    <a:pt x="4758" y="6931"/>
                  </a:lnTo>
                  <a:cubicBezTo>
                    <a:pt x="4380" y="7089"/>
                    <a:pt x="4096" y="7436"/>
                    <a:pt x="4096" y="7877"/>
                  </a:cubicBezTo>
                  <a:cubicBezTo>
                    <a:pt x="4096" y="8412"/>
                    <a:pt x="4569" y="8885"/>
                    <a:pt x="5136" y="8885"/>
                  </a:cubicBezTo>
                  <a:cubicBezTo>
                    <a:pt x="5672" y="8885"/>
                    <a:pt x="6144" y="8412"/>
                    <a:pt x="6144" y="7877"/>
                  </a:cubicBezTo>
                  <a:cubicBezTo>
                    <a:pt x="6144" y="7436"/>
                    <a:pt x="5861" y="7057"/>
                    <a:pt x="5483" y="6931"/>
                  </a:cubicBezTo>
                  <a:lnTo>
                    <a:pt x="5483" y="6175"/>
                  </a:lnTo>
                  <a:lnTo>
                    <a:pt x="9232" y="6175"/>
                  </a:lnTo>
                  <a:cubicBezTo>
                    <a:pt x="9767" y="6175"/>
                    <a:pt x="10240" y="5703"/>
                    <a:pt x="10240" y="5167"/>
                  </a:cubicBezTo>
                  <a:lnTo>
                    <a:pt x="10240" y="0"/>
                  </a:lnTo>
                  <a:cubicBezTo>
                    <a:pt x="10114" y="32"/>
                    <a:pt x="10019" y="32"/>
                    <a:pt x="9893" y="32"/>
                  </a:cubicBezTo>
                  <a:lnTo>
                    <a:pt x="347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5" name="Google Shape;2595;p86"/>
          <p:cNvGrpSpPr/>
          <p:nvPr/>
        </p:nvGrpSpPr>
        <p:grpSpPr>
          <a:xfrm>
            <a:off x="1511218" y="3413122"/>
            <a:ext cx="420775" cy="420775"/>
            <a:chOff x="-804700" y="3226500"/>
            <a:chExt cx="292225" cy="292225"/>
          </a:xfrm>
        </p:grpSpPr>
        <p:sp>
          <p:nvSpPr>
            <p:cNvPr id="2596" name="Google Shape;2596;p86"/>
            <p:cNvSpPr/>
            <p:nvPr/>
          </p:nvSpPr>
          <p:spPr>
            <a:xfrm>
              <a:off x="-804700" y="3467500"/>
              <a:ext cx="85875" cy="51225"/>
            </a:xfrm>
            <a:custGeom>
              <a:rect b="b" l="l" r="r" t="t"/>
              <a:pathLst>
                <a:path extrusionOk="0" h="2049" w="3435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lnTo>
                    <a:pt x="2395" y="2048"/>
                  </a:lnTo>
                  <a:cubicBezTo>
                    <a:pt x="2962" y="2048"/>
                    <a:pt x="3434" y="1576"/>
                    <a:pt x="3434" y="1040"/>
                  </a:cubicBezTo>
                  <a:cubicBezTo>
                    <a:pt x="3434" y="473"/>
                    <a:pt x="2962" y="0"/>
                    <a:pt x="2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86"/>
            <p:cNvSpPr/>
            <p:nvPr/>
          </p:nvSpPr>
          <p:spPr>
            <a:xfrm>
              <a:off x="-710975" y="3466700"/>
              <a:ext cx="196925" cy="51225"/>
            </a:xfrm>
            <a:custGeom>
              <a:rect b="b" l="l" r="r" t="t"/>
              <a:pathLst>
                <a:path extrusionOk="0" h="2049" w="7877">
                  <a:moveTo>
                    <a:pt x="1" y="1"/>
                  </a:moveTo>
                  <a:cubicBezTo>
                    <a:pt x="221" y="253"/>
                    <a:pt x="347" y="663"/>
                    <a:pt x="347" y="1009"/>
                  </a:cubicBezTo>
                  <a:cubicBezTo>
                    <a:pt x="347" y="1419"/>
                    <a:pt x="221" y="1765"/>
                    <a:pt x="1" y="2049"/>
                  </a:cubicBezTo>
                  <a:lnTo>
                    <a:pt x="6837" y="2049"/>
                  </a:lnTo>
                  <a:cubicBezTo>
                    <a:pt x="7404" y="2049"/>
                    <a:pt x="7877" y="1576"/>
                    <a:pt x="7877" y="1009"/>
                  </a:cubicBezTo>
                  <a:cubicBezTo>
                    <a:pt x="7877" y="474"/>
                    <a:pt x="7436" y="1"/>
                    <a:pt x="6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86"/>
            <p:cNvSpPr/>
            <p:nvPr/>
          </p:nvSpPr>
          <p:spPr>
            <a:xfrm>
              <a:off x="-667650" y="33123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86"/>
            <p:cNvSpPr/>
            <p:nvPr/>
          </p:nvSpPr>
          <p:spPr>
            <a:xfrm>
              <a:off x="-683400" y="3347775"/>
              <a:ext cx="48050" cy="16575"/>
            </a:xfrm>
            <a:custGeom>
              <a:rect b="b" l="l" r="r" t="t"/>
              <a:pathLst>
                <a:path extrusionOk="0" h="663" w="1922">
                  <a:moveTo>
                    <a:pt x="977" y="1"/>
                  </a:moveTo>
                  <a:cubicBezTo>
                    <a:pt x="567" y="1"/>
                    <a:pt x="158" y="253"/>
                    <a:pt x="0" y="662"/>
                  </a:cubicBezTo>
                  <a:lnTo>
                    <a:pt x="1922" y="662"/>
                  </a:lnTo>
                  <a:cubicBezTo>
                    <a:pt x="1796" y="253"/>
                    <a:pt x="1418" y="1"/>
                    <a:pt x="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86"/>
            <p:cNvSpPr/>
            <p:nvPr/>
          </p:nvSpPr>
          <p:spPr>
            <a:xfrm>
              <a:off x="-735400" y="3261925"/>
              <a:ext cx="153625" cy="187875"/>
            </a:xfrm>
            <a:custGeom>
              <a:rect b="b" l="l" r="r" t="t"/>
              <a:pathLst>
                <a:path extrusionOk="0" h="7515" w="6145">
                  <a:moveTo>
                    <a:pt x="3025" y="1324"/>
                  </a:moveTo>
                  <a:cubicBezTo>
                    <a:pt x="3561" y="1324"/>
                    <a:pt x="4034" y="1796"/>
                    <a:pt x="4034" y="2364"/>
                  </a:cubicBezTo>
                  <a:cubicBezTo>
                    <a:pt x="4034" y="2553"/>
                    <a:pt x="3970" y="2742"/>
                    <a:pt x="3844" y="2962"/>
                  </a:cubicBezTo>
                  <a:cubicBezTo>
                    <a:pt x="4349" y="3277"/>
                    <a:pt x="4727" y="3781"/>
                    <a:pt x="4727" y="4443"/>
                  </a:cubicBezTo>
                  <a:cubicBezTo>
                    <a:pt x="4758" y="4632"/>
                    <a:pt x="4601" y="4789"/>
                    <a:pt x="4443" y="4789"/>
                  </a:cubicBezTo>
                  <a:lnTo>
                    <a:pt x="1671" y="4789"/>
                  </a:lnTo>
                  <a:cubicBezTo>
                    <a:pt x="1482" y="4789"/>
                    <a:pt x="1324" y="4632"/>
                    <a:pt x="1324" y="4443"/>
                  </a:cubicBezTo>
                  <a:cubicBezTo>
                    <a:pt x="1324" y="3813"/>
                    <a:pt x="1671" y="3277"/>
                    <a:pt x="2206" y="2962"/>
                  </a:cubicBezTo>
                  <a:cubicBezTo>
                    <a:pt x="2080" y="2805"/>
                    <a:pt x="1986" y="2584"/>
                    <a:pt x="1986" y="2364"/>
                  </a:cubicBezTo>
                  <a:cubicBezTo>
                    <a:pt x="1986" y="1796"/>
                    <a:pt x="2458" y="1324"/>
                    <a:pt x="3025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5105"/>
                  </a:lnTo>
                  <a:cubicBezTo>
                    <a:pt x="1" y="5672"/>
                    <a:pt x="473" y="6144"/>
                    <a:pt x="1009" y="6144"/>
                  </a:cubicBezTo>
                  <a:lnTo>
                    <a:pt x="1954" y="6144"/>
                  </a:lnTo>
                  <a:lnTo>
                    <a:pt x="2773" y="7373"/>
                  </a:lnTo>
                  <a:cubicBezTo>
                    <a:pt x="2836" y="7467"/>
                    <a:pt x="2947" y="7515"/>
                    <a:pt x="3057" y="7515"/>
                  </a:cubicBezTo>
                  <a:cubicBezTo>
                    <a:pt x="3167" y="7515"/>
                    <a:pt x="3277" y="7467"/>
                    <a:pt x="3340" y="7373"/>
                  </a:cubicBezTo>
                  <a:lnTo>
                    <a:pt x="4160" y="6144"/>
                  </a:lnTo>
                  <a:lnTo>
                    <a:pt x="5105" y="6144"/>
                  </a:lnTo>
                  <a:cubicBezTo>
                    <a:pt x="5672" y="6144"/>
                    <a:pt x="6144" y="5672"/>
                    <a:pt x="6144" y="5105"/>
                  </a:cubicBezTo>
                  <a:lnTo>
                    <a:pt x="6144" y="1009"/>
                  </a:lnTo>
                  <a:cubicBezTo>
                    <a:pt x="6144" y="473"/>
                    <a:pt x="5672" y="1"/>
                    <a:pt x="5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86"/>
            <p:cNvSpPr/>
            <p:nvPr/>
          </p:nvSpPr>
          <p:spPr>
            <a:xfrm>
              <a:off x="-804700" y="3226500"/>
              <a:ext cx="118175" cy="170925"/>
            </a:xfrm>
            <a:custGeom>
              <a:rect b="b" l="l" r="r" t="t"/>
              <a:pathLst>
                <a:path extrusionOk="0" h="6837" w="4727"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4442"/>
                  </a:lnTo>
                  <a:cubicBezTo>
                    <a:pt x="0" y="5009"/>
                    <a:pt x="473" y="5450"/>
                    <a:pt x="1040" y="5450"/>
                  </a:cubicBezTo>
                  <a:cubicBezTo>
                    <a:pt x="1040" y="5450"/>
                    <a:pt x="1198" y="5986"/>
                    <a:pt x="1387" y="6490"/>
                  </a:cubicBezTo>
                  <a:cubicBezTo>
                    <a:pt x="1481" y="6679"/>
                    <a:pt x="1544" y="6837"/>
                    <a:pt x="1733" y="6837"/>
                  </a:cubicBezTo>
                  <a:cubicBezTo>
                    <a:pt x="1891" y="6837"/>
                    <a:pt x="1985" y="6774"/>
                    <a:pt x="2111" y="6648"/>
                  </a:cubicBezTo>
                  <a:lnTo>
                    <a:pt x="2111" y="6522"/>
                  </a:lnTo>
                  <a:lnTo>
                    <a:pt x="2111" y="2426"/>
                  </a:lnTo>
                  <a:cubicBezTo>
                    <a:pt x="2111" y="1481"/>
                    <a:pt x="2836" y="725"/>
                    <a:pt x="3781" y="725"/>
                  </a:cubicBezTo>
                  <a:lnTo>
                    <a:pt x="4726" y="725"/>
                  </a:lnTo>
                  <a:cubicBezTo>
                    <a:pt x="4569" y="284"/>
                    <a:pt x="4222" y="0"/>
                    <a:pt x="3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86"/>
            <p:cNvSpPr/>
            <p:nvPr/>
          </p:nvSpPr>
          <p:spPr>
            <a:xfrm>
              <a:off x="-630625" y="3226500"/>
              <a:ext cx="118150" cy="170950"/>
            </a:xfrm>
            <a:custGeom>
              <a:rect b="b" l="l" r="r" t="t"/>
              <a:pathLst>
                <a:path extrusionOk="0" h="6838" w="4726">
                  <a:moveTo>
                    <a:pt x="945" y="0"/>
                  </a:moveTo>
                  <a:cubicBezTo>
                    <a:pt x="536" y="0"/>
                    <a:pt x="126" y="284"/>
                    <a:pt x="0" y="662"/>
                  </a:cubicBezTo>
                  <a:lnTo>
                    <a:pt x="945" y="662"/>
                  </a:lnTo>
                  <a:cubicBezTo>
                    <a:pt x="1890" y="662"/>
                    <a:pt x="2646" y="1418"/>
                    <a:pt x="2646" y="2363"/>
                  </a:cubicBezTo>
                  <a:lnTo>
                    <a:pt x="2646" y="6490"/>
                  </a:lnTo>
                  <a:lnTo>
                    <a:pt x="2646" y="6616"/>
                  </a:lnTo>
                  <a:cubicBezTo>
                    <a:pt x="2766" y="6736"/>
                    <a:pt x="2868" y="6838"/>
                    <a:pt x="2993" y="6838"/>
                  </a:cubicBezTo>
                  <a:cubicBezTo>
                    <a:pt x="3032" y="6838"/>
                    <a:pt x="3074" y="6828"/>
                    <a:pt x="3119" y="6805"/>
                  </a:cubicBezTo>
                  <a:cubicBezTo>
                    <a:pt x="3245" y="6774"/>
                    <a:pt x="3277" y="6616"/>
                    <a:pt x="3308" y="6490"/>
                  </a:cubicBezTo>
                  <a:cubicBezTo>
                    <a:pt x="3497" y="6017"/>
                    <a:pt x="3686" y="5482"/>
                    <a:pt x="3686" y="5482"/>
                  </a:cubicBezTo>
                  <a:cubicBezTo>
                    <a:pt x="4222" y="5482"/>
                    <a:pt x="4694" y="5009"/>
                    <a:pt x="4694" y="4442"/>
                  </a:cubicBezTo>
                  <a:lnTo>
                    <a:pt x="4694" y="1008"/>
                  </a:lnTo>
                  <a:cubicBezTo>
                    <a:pt x="4726" y="473"/>
                    <a:pt x="4253" y="0"/>
                    <a:pt x="3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3" name="Google Shape;2603;p86"/>
          <p:cNvGrpSpPr/>
          <p:nvPr/>
        </p:nvGrpSpPr>
        <p:grpSpPr>
          <a:xfrm>
            <a:off x="2660585" y="2183494"/>
            <a:ext cx="427578" cy="421351"/>
            <a:chOff x="-5254775" y="3631325"/>
            <a:chExt cx="296950" cy="292625"/>
          </a:xfrm>
        </p:grpSpPr>
        <p:sp>
          <p:nvSpPr>
            <p:cNvPr id="2604" name="Google Shape;2604;p86"/>
            <p:cNvSpPr/>
            <p:nvPr/>
          </p:nvSpPr>
          <p:spPr>
            <a:xfrm>
              <a:off x="-5246900" y="3766400"/>
              <a:ext cx="58300" cy="55150"/>
            </a:xfrm>
            <a:custGeom>
              <a:rect b="b" l="l" r="r" t="t"/>
              <a:pathLst>
                <a:path extrusionOk="0" h="2206" w="2332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86"/>
            <p:cNvSpPr/>
            <p:nvPr/>
          </p:nvSpPr>
          <p:spPr>
            <a:xfrm>
              <a:off x="-5216175" y="3795550"/>
              <a:ext cx="58300" cy="55950"/>
            </a:xfrm>
            <a:custGeom>
              <a:rect b="b" l="l" r="r" t="t"/>
              <a:pathLst>
                <a:path extrusionOk="0" h="2238" w="2332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86"/>
            <p:cNvSpPr/>
            <p:nvPr/>
          </p:nvSpPr>
          <p:spPr>
            <a:xfrm>
              <a:off x="-5185475" y="3826250"/>
              <a:ext cx="57525" cy="55750"/>
            </a:xfrm>
            <a:custGeom>
              <a:rect b="b" l="l" r="r" t="t"/>
              <a:pathLst>
                <a:path extrusionOk="0" h="2230" w="2301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86"/>
            <p:cNvSpPr/>
            <p:nvPr/>
          </p:nvSpPr>
          <p:spPr>
            <a:xfrm>
              <a:off x="-5156325" y="3856375"/>
              <a:ext cx="58300" cy="55750"/>
            </a:xfrm>
            <a:custGeom>
              <a:rect b="b" l="l" r="r" t="t"/>
              <a:pathLst>
                <a:path extrusionOk="0" h="2230" w="2332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86"/>
            <p:cNvSpPr/>
            <p:nvPr/>
          </p:nvSpPr>
          <p:spPr>
            <a:xfrm>
              <a:off x="-5105925" y="3886525"/>
              <a:ext cx="37050" cy="37425"/>
            </a:xfrm>
            <a:custGeom>
              <a:rect b="b" l="l" r="r" t="t"/>
              <a:pathLst>
                <a:path extrusionOk="0" h="1497" w="1482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86"/>
            <p:cNvSpPr/>
            <p:nvPr/>
          </p:nvSpPr>
          <p:spPr>
            <a:xfrm>
              <a:off x="-5254775" y="3648050"/>
              <a:ext cx="278050" cy="248325"/>
            </a:xfrm>
            <a:custGeom>
              <a:rect b="b" l="l" r="r" t="t"/>
              <a:pathLst>
                <a:path extrusionOk="0" h="9933" w="11122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86"/>
            <p:cNvSpPr/>
            <p:nvPr/>
          </p:nvSpPr>
          <p:spPr>
            <a:xfrm>
              <a:off x="-5163425" y="3631325"/>
              <a:ext cx="205600" cy="150450"/>
            </a:xfrm>
            <a:custGeom>
              <a:rect b="b" l="l" r="r" t="t"/>
              <a:pathLst>
                <a:path extrusionOk="0" h="6018" w="8224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1" name="Google Shape;2611;p86"/>
          <p:cNvGrpSpPr/>
          <p:nvPr/>
        </p:nvGrpSpPr>
        <p:grpSpPr>
          <a:xfrm>
            <a:off x="2665795" y="2787299"/>
            <a:ext cx="419659" cy="420775"/>
            <a:chOff x="-5251625" y="3991275"/>
            <a:chExt cx="291450" cy="292225"/>
          </a:xfrm>
        </p:grpSpPr>
        <p:sp>
          <p:nvSpPr>
            <p:cNvPr id="2612" name="Google Shape;2612;p86"/>
            <p:cNvSpPr/>
            <p:nvPr/>
          </p:nvSpPr>
          <p:spPr>
            <a:xfrm>
              <a:off x="-5179950" y="4198400"/>
              <a:ext cx="145725" cy="85100"/>
            </a:xfrm>
            <a:custGeom>
              <a:rect b="b" l="l" r="r" t="t"/>
              <a:pathLst>
                <a:path extrusionOk="0" h="3404" w="5829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86"/>
            <p:cNvSpPr/>
            <p:nvPr/>
          </p:nvSpPr>
          <p:spPr>
            <a:xfrm>
              <a:off x="-5203575" y="4129100"/>
              <a:ext cx="196925" cy="51225"/>
            </a:xfrm>
            <a:custGeom>
              <a:rect b="b" l="l" r="r" t="t"/>
              <a:pathLst>
                <a:path extrusionOk="0" h="2049" w="7877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86"/>
            <p:cNvSpPr/>
            <p:nvPr/>
          </p:nvSpPr>
          <p:spPr>
            <a:xfrm>
              <a:off x="-5251625" y="3991275"/>
              <a:ext cx="291450" cy="172500"/>
            </a:xfrm>
            <a:custGeom>
              <a:rect b="b" l="l" r="r" t="t"/>
              <a:pathLst>
                <a:path extrusionOk="0" h="6900" w="11658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86"/>
            <p:cNvSpPr/>
            <p:nvPr/>
          </p:nvSpPr>
          <p:spPr>
            <a:xfrm>
              <a:off x="-5139775" y="4096025"/>
              <a:ext cx="65400" cy="17350"/>
            </a:xfrm>
            <a:custGeom>
              <a:rect b="b" l="l" r="r" t="t"/>
              <a:pathLst>
                <a:path extrusionOk="0" h="694" w="2616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86"/>
            <p:cNvSpPr/>
            <p:nvPr/>
          </p:nvSpPr>
          <p:spPr>
            <a:xfrm>
              <a:off x="-5122450" y="4044825"/>
              <a:ext cx="33100" cy="33100"/>
            </a:xfrm>
            <a:custGeom>
              <a:rect b="b" l="l" r="r" t="t"/>
              <a:pathLst>
                <a:path extrusionOk="0" h="1324" w="1324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7" name="Google Shape;2617;p86"/>
          <p:cNvGrpSpPr/>
          <p:nvPr/>
        </p:nvGrpSpPr>
        <p:grpSpPr>
          <a:xfrm>
            <a:off x="6742021" y="2184360"/>
            <a:ext cx="319874" cy="419623"/>
            <a:chOff x="-3365275" y="3253275"/>
            <a:chExt cx="222150" cy="291425"/>
          </a:xfrm>
        </p:grpSpPr>
        <p:sp>
          <p:nvSpPr>
            <p:cNvPr id="2618" name="Google Shape;2618;p86"/>
            <p:cNvSpPr/>
            <p:nvPr/>
          </p:nvSpPr>
          <p:spPr>
            <a:xfrm>
              <a:off x="-3365275" y="3253275"/>
              <a:ext cx="222150" cy="291425"/>
            </a:xfrm>
            <a:custGeom>
              <a:rect b="b" l="l" r="r" t="t"/>
              <a:pathLst>
                <a:path extrusionOk="0" h="11657" w="8886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86"/>
            <p:cNvSpPr/>
            <p:nvPr/>
          </p:nvSpPr>
          <p:spPr>
            <a:xfrm>
              <a:off x="-3314075" y="347617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0" name="Google Shape;2620;p86"/>
          <p:cNvGrpSpPr/>
          <p:nvPr/>
        </p:nvGrpSpPr>
        <p:grpSpPr>
          <a:xfrm>
            <a:off x="5519614" y="2786722"/>
            <a:ext cx="371998" cy="421927"/>
            <a:chOff x="-3383375" y="3611625"/>
            <a:chExt cx="258350" cy="293025"/>
          </a:xfrm>
        </p:grpSpPr>
        <p:sp>
          <p:nvSpPr>
            <p:cNvPr id="2621" name="Google Shape;2621;p86"/>
            <p:cNvSpPr/>
            <p:nvPr/>
          </p:nvSpPr>
          <p:spPr>
            <a:xfrm>
              <a:off x="-3383375" y="3611625"/>
              <a:ext cx="258350" cy="85175"/>
            </a:xfrm>
            <a:custGeom>
              <a:rect b="b" l="l" r="r" t="t"/>
              <a:pathLst>
                <a:path extrusionOk="0" h="3407" w="10334">
                  <a:moveTo>
                    <a:pt x="6049" y="694"/>
                  </a:moveTo>
                  <a:cubicBezTo>
                    <a:pt x="6207" y="694"/>
                    <a:pt x="6301" y="757"/>
                    <a:pt x="6364" y="946"/>
                  </a:cubicBezTo>
                  <a:lnTo>
                    <a:pt x="6522" y="1356"/>
                  </a:lnTo>
                  <a:lnTo>
                    <a:pt x="3781" y="1356"/>
                  </a:lnTo>
                  <a:lnTo>
                    <a:pt x="4001" y="946"/>
                  </a:lnTo>
                  <a:cubicBezTo>
                    <a:pt x="4033" y="788"/>
                    <a:pt x="4190" y="694"/>
                    <a:pt x="4316" y="694"/>
                  </a:cubicBezTo>
                  <a:close/>
                  <a:moveTo>
                    <a:pt x="4316" y="1"/>
                  </a:moveTo>
                  <a:cubicBezTo>
                    <a:pt x="3875" y="1"/>
                    <a:pt x="3466" y="253"/>
                    <a:pt x="3308" y="694"/>
                  </a:cubicBezTo>
                  <a:lnTo>
                    <a:pt x="3088" y="1356"/>
                  </a:lnTo>
                  <a:lnTo>
                    <a:pt x="1040" y="1356"/>
                  </a:lnTo>
                  <a:cubicBezTo>
                    <a:pt x="473" y="1356"/>
                    <a:pt x="0" y="1828"/>
                    <a:pt x="0" y="2395"/>
                  </a:cubicBezTo>
                  <a:lnTo>
                    <a:pt x="0" y="3057"/>
                  </a:lnTo>
                  <a:cubicBezTo>
                    <a:pt x="0" y="3370"/>
                    <a:pt x="221" y="3407"/>
                    <a:pt x="480" y="3407"/>
                  </a:cubicBezTo>
                  <a:cubicBezTo>
                    <a:pt x="560" y="3407"/>
                    <a:pt x="643" y="3403"/>
                    <a:pt x="725" y="3403"/>
                  </a:cubicBezTo>
                  <a:lnTo>
                    <a:pt x="9924" y="3403"/>
                  </a:lnTo>
                  <a:cubicBezTo>
                    <a:pt x="10145" y="3403"/>
                    <a:pt x="10302" y="3246"/>
                    <a:pt x="10302" y="3057"/>
                  </a:cubicBezTo>
                  <a:lnTo>
                    <a:pt x="10302" y="2395"/>
                  </a:lnTo>
                  <a:cubicBezTo>
                    <a:pt x="10334" y="1828"/>
                    <a:pt x="9861" y="1356"/>
                    <a:pt x="9294" y="1356"/>
                  </a:cubicBezTo>
                  <a:lnTo>
                    <a:pt x="7246" y="1356"/>
                  </a:lnTo>
                  <a:lnTo>
                    <a:pt x="7026" y="694"/>
                  </a:lnTo>
                  <a:cubicBezTo>
                    <a:pt x="6868" y="253"/>
                    <a:pt x="6522" y="1"/>
                    <a:pt x="60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86"/>
            <p:cNvSpPr/>
            <p:nvPr/>
          </p:nvSpPr>
          <p:spPr>
            <a:xfrm>
              <a:off x="-3362900" y="3716375"/>
              <a:ext cx="218200" cy="188275"/>
            </a:xfrm>
            <a:custGeom>
              <a:rect b="b" l="l" r="r" t="t"/>
              <a:pathLst>
                <a:path extrusionOk="0" h="7531" w="8728">
                  <a:moveTo>
                    <a:pt x="2324" y="666"/>
                  </a:moveTo>
                  <a:cubicBezTo>
                    <a:pt x="2487" y="666"/>
                    <a:pt x="2647" y="777"/>
                    <a:pt x="2647" y="1009"/>
                  </a:cubicBezTo>
                  <a:lnTo>
                    <a:pt x="2647" y="5798"/>
                  </a:lnTo>
                  <a:cubicBezTo>
                    <a:pt x="2647" y="6022"/>
                    <a:pt x="2476" y="6141"/>
                    <a:pt x="2307" y="6141"/>
                  </a:cubicBezTo>
                  <a:cubicBezTo>
                    <a:pt x="2145" y="6141"/>
                    <a:pt x="1985" y="6030"/>
                    <a:pt x="1985" y="5798"/>
                  </a:cubicBezTo>
                  <a:lnTo>
                    <a:pt x="1985" y="1009"/>
                  </a:lnTo>
                  <a:cubicBezTo>
                    <a:pt x="1985" y="785"/>
                    <a:pt x="2156" y="666"/>
                    <a:pt x="2324" y="666"/>
                  </a:cubicBezTo>
                  <a:close/>
                  <a:moveTo>
                    <a:pt x="4372" y="666"/>
                  </a:moveTo>
                  <a:cubicBezTo>
                    <a:pt x="4535" y="666"/>
                    <a:pt x="4695" y="777"/>
                    <a:pt x="4695" y="1009"/>
                  </a:cubicBezTo>
                  <a:lnTo>
                    <a:pt x="4695" y="5798"/>
                  </a:lnTo>
                  <a:cubicBezTo>
                    <a:pt x="4695" y="6022"/>
                    <a:pt x="4523" y="6141"/>
                    <a:pt x="4355" y="6141"/>
                  </a:cubicBezTo>
                  <a:cubicBezTo>
                    <a:pt x="4193" y="6141"/>
                    <a:pt x="4033" y="6030"/>
                    <a:pt x="4033" y="5798"/>
                  </a:cubicBezTo>
                  <a:lnTo>
                    <a:pt x="4033" y="1009"/>
                  </a:lnTo>
                  <a:cubicBezTo>
                    <a:pt x="4033" y="785"/>
                    <a:pt x="4204" y="666"/>
                    <a:pt x="4372" y="666"/>
                  </a:cubicBezTo>
                  <a:close/>
                  <a:moveTo>
                    <a:pt x="6427" y="631"/>
                  </a:moveTo>
                  <a:cubicBezTo>
                    <a:pt x="6648" y="631"/>
                    <a:pt x="6805" y="789"/>
                    <a:pt x="6805" y="1009"/>
                  </a:cubicBezTo>
                  <a:lnTo>
                    <a:pt x="6805" y="5798"/>
                  </a:lnTo>
                  <a:cubicBezTo>
                    <a:pt x="6805" y="6022"/>
                    <a:pt x="6626" y="6141"/>
                    <a:pt x="6450" y="6141"/>
                  </a:cubicBezTo>
                  <a:cubicBezTo>
                    <a:pt x="6280" y="6141"/>
                    <a:pt x="6112" y="6030"/>
                    <a:pt x="6112" y="5798"/>
                  </a:cubicBezTo>
                  <a:lnTo>
                    <a:pt x="6112" y="1009"/>
                  </a:lnTo>
                  <a:lnTo>
                    <a:pt x="6081" y="1009"/>
                  </a:lnTo>
                  <a:cubicBezTo>
                    <a:pt x="6081" y="789"/>
                    <a:pt x="6238" y="631"/>
                    <a:pt x="6427" y="631"/>
                  </a:cubicBezTo>
                  <a:close/>
                  <a:moveTo>
                    <a:pt x="0" y="1"/>
                  </a:moveTo>
                  <a:lnTo>
                    <a:pt x="536" y="6585"/>
                  </a:lnTo>
                  <a:cubicBezTo>
                    <a:pt x="567" y="7121"/>
                    <a:pt x="1008" y="7531"/>
                    <a:pt x="1576" y="7531"/>
                  </a:cubicBezTo>
                  <a:lnTo>
                    <a:pt x="7152" y="7531"/>
                  </a:lnTo>
                  <a:cubicBezTo>
                    <a:pt x="7688" y="7531"/>
                    <a:pt x="8129" y="7121"/>
                    <a:pt x="8192" y="6585"/>
                  </a:cubicBezTo>
                  <a:lnTo>
                    <a:pt x="87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3" name="Google Shape;2623;p86"/>
          <p:cNvGrpSpPr/>
          <p:nvPr/>
        </p:nvGrpSpPr>
        <p:grpSpPr>
          <a:xfrm>
            <a:off x="5556363" y="3413680"/>
            <a:ext cx="271097" cy="419659"/>
            <a:chOff x="-3347950" y="3971575"/>
            <a:chExt cx="188275" cy="291450"/>
          </a:xfrm>
        </p:grpSpPr>
        <p:sp>
          <p:nvSpPr>
            <p:cNvPr id="2624" name="Google Shape;2624;p86"/>
            <p:cNvSpPr/>
            <p:nvPr/>
          </p:nvSpPr>
          <p:spPr>
            <a:xfrm>
              <a:off x="-3246325" y="4032225"/>
              <a:ext cx="29950" cy="42550"/>
            </a:xfrm>
            <a:custGeom>
              <a:rect b="b" l="l" r="r" t="t"/>
              <a:pathLst>
                <a:path extrusionOk="0" h="1702" w="1198">
                  <a:moveTo>
                    <a:pt x="347" y="0"/>
                  </a:moveTo>
                  <a:lnTo>
                    <a:pt x="0" y="536"/>
                  </a:lnTo>
                  <a:lnTo>
                    <a:pt x="599" y="1702"/>
                  </a:lnTo>
                  <a:lnTo>
                    <a:pt x="1197" y="1702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86"/>
            <p:cNvSpPr/>
            <p:nvPr/>
          </p:nvSpPr>
          <p:spPr>
            <a:xfrm>
              <a:off x="-3291225" y="4034575"/>
              <a:ext cx="40975" cy="40200"/>
            </a:xfrm>
            <a:custGeom>
              <a:rect b="b" l="l" r="r" t="t"/>
              <a:pathLst>
                <a:path extrusionOk="0" h="1608" w="1639">
                  <a:moveTo>
                    <a:pt x="819" y="1"/>
                  </a:moveTo>
                  <a:lnTo>
                    <a:pt x="0" y="1608"/>
                  </a:lnTo>
                  <a:lnTo>
                    <a:pt x="1639" y="1608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86"/>
            <p:cNvSpPr/>
            <p:nvPr/>
          </p:nvSpPr>
          <p:spPr>
            <a:xfrm>
              <a:off x="-3347950" y="3971575"/>
              <a:ext cx="188275" cy="291450"/>
            </a:xfrm>
            <a:custGeom>
              <a:rect b="b" l="l" r="r" t="t"/>
              <a:pathLst>
                <a:path extrusionOk="0" h="11658" w="7531">
                  <a:moveTo>
                    <a:pt x="4491" y="1351"/>
                  </a:moveTo>
                  <a:cubicBezTo>
                    <a:pt x="4609" y="1351"/>
                    <a:pt x="4725" y="1414"/>
                    <a:pt x="4790" y="1544"/>
                  </a:cubicBezTo>
                  <a:lnTo>
                    <a:pt x="6144" y="4285"/>
                  </a:lnTo>
                  <a:cubicBezTo>
                    <a:pt x="6239" y="4569"/>
                    <a:pt x="6081" y="4821"/>
                    <a:pt x="5829" y="4821"/>
                  </a:cubicBezTo>
                  <a:lnTo>
                    <a:pt x="1702" y="4821"/>
                  </a:lnTo>
                  <a:cubicBezTo>
                    <a:pt x="1482" y="4821"/>
                    <a:pt x="1261" y="4537"/>
                    <a:pt x="1387" y="4285"/>
                  </a:cubicBezTo>
                  <a:lnTo>
                    <a:pt x="2773" y="1544"/>
                  </a:lnTo>
                  <a:cubicBezTo>
                    <a:pt x="2836" y="1418"/>
                    <a:pt x="2962" y="1355"/>
                    <a:pt x="3088" y="1355"/>
                  </a:cubicBezTo>
                  <a:cubicBezTo>
                    <a:pt x="3214" y="1355"/>
                    <a:pt x="3340" y="1418"/>
                    <a:pt x="3403" y="1544"/>
                  </a:cubicBezTo>
                  <a:lnTo>
                    <a:pt x="3719" y="2174"/>
                  </a:lnTo>
                  <a:lnTo>
                    <a:pt x="4191" y="1513"/>
                  </a:lnTo>
                  <a:cubicBezTo>
                    <a:pt x="4267" y="1406"/>
                    <a:pt x="4380" y="1351"/>
                    <a:pt x="4491" y="1351"/>
                  </a:cubicBezTo>
                  <a:close/>
                  <a:moveTo>
                    <a:pt x="5136" y="5514"/>
                  </a:moveTo>
                  <a:cubicBezTo>
                    <a:pt x="5609" y="5514"/>
                    <a:pt x="5609" y="6175"/>
                    <a:pt x="5136" y="6175"/>
                  </a:cubicBezTo>
                  <a:lnTo>
                    <a:pt x="2364" y="6175"/>
                  </a:lnTo>
                  <a:cubicBezTo>
                    <a:pt x="1954" y="6175"/>
                    <a:pt x="1891" y="5514"/>
                    <a:pt x="2364" y="5514"/>
                  </a:cubicBezTo>
                  <a:close/>
                  <a:moveTo>
                    <a:pt x="5136" y="6869"/>
                  </a:moveTo>
                  <a:cubicBezTo>
                    <a:pt x="5609" y="6900"/>
                    <a:pt x="5609" y="7562"/>
                    <a:pt x="5136" y="7562"/>
                  </a:cubicBezTo>
                  <a:lnTo>
                    <a:pt x="2364" y="7562"/>
                  </a:lnTo>
                  <a:cubicBezTo>
                    <a:pt x="2175" y="7562"/>
                    <a:pt x="2017" y="7404"/>
                    <a:pt x="2017" y="7215"/>
                  </a:cubicBezTo>
                  <a:cubicBezTo>
                    <a:pt x="2017" y="7026"/>
                    <a:pt x="2175" y="6869"/>
                    <a:pt x="2364" y="6869"/>
                  </a:cubicBezTo>
                  <a:close/>
                  <a:moveTo>
                    <a:pt x="4790" y="8948"/>
                  </a:moveTo>
                  <a:lnTo>
                    <a:pt x="4790" y="10996"/>
                  </a:lnTo>
                  <a:lnTo>
                    <a:pt x="2742" y="10996"/>
                  </a:lnTo>
                  <a:lnTo>
                    <a:pt x="2742" y="8948"/>
                  </a:lnTo>
                  <a:close/>
                  <a:moveTo>
                    <a:pt x="1041" y="1"/>
                  </a:moveTo>
                  <a:cubicBezTo>
                    <a:pt x="505" y="1"/>
                    <a:pt x="1" y="473"/>
                    <a:pt x="1" y="1040"/>
                  </a:cubicBezTo>
                  <a:lnTo>
                    <a:pt x="1" y="7908"/>
                  </a:lnTo>
                  <a:cubicBezTo>
                    <a:pt x="1" y="8475"/>
                    <a:pt x="473" y="8948"/>
                    <a:pt x="1041" y="8948"/>
                  </a:cubicBezTo>
                  <a:lnTo>
                    <a:pt x="2080" y="8948"/>
                  </a:lnTo>
                  <a:lnTo>
                    <a:pt x="2080" y="10996"/>
                  </a:lnTo>
                  <a:lnTo>
                    <a:pt x="1041" y="10996"/>
                  </a:lnTo>
                  <a:cubicBezTo>
                    <a:pt x="600" y="10996"/>
                    <a:pt x="568" y="11657"/>
                    <a:pt x="1041" y="11657"/>
                  </a:cubicBezTo>
                  <a:lnTo>
                    <a:pt x="6522" y="11657"/>
                  </a:lnTo>
                  <a:cubicBezTo>
                    <a:pt x="6711" y="11657"/>
                    <a:pt x="6869" y="11500"/>
                    <a:pt x="6869" y="11311"/>
                  </a:cubicBezTo>
                  <a:cubicBezTo>
                    <a:pt x="6869" y="11122"/>
                    <a:pt x="6711" y="10964"/>
                    <a:pt x="6522" y="10964"/>
                  </a:cubicBezTo>
                  <a:lnTo>
                    <a:pt x="5483" y="10964"/>
                  </a:lnTo>
                  <a:lnTo>
                    <a:pt x="5483" y="8916"/>
                  </a:lnTo>
                  <a:lnTo>
                    <a:pt x="6522" y="8916"/>
                  </a:lnTo>
                  <a:cubicBezTo>
                    <a:pt x="7058" y="8916"/>
                    <a:pt x="7531" y="8444"/>
                    <a:pt x="7531" y="7877"/>
                  </a:cubicBezTo>
                  <a:lnTo>
                    <a:pt x="7531" y="977"/>
                  </a:lnTo>
                  <a:cubicBezTo>
                    <a:pt x="7531" y="442"/>
                    <a:pt x="7058" y="1"/>
                    <a:pt x="65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7" name="Google Shape;2627;p86"/>
          <p:cNvGrpSpPr/>
          <p:nvPr/>
        </p:nvGrpSpPr>
        <p:grpSpPr>
          <a:xfrm>
            <a:off x="2107097" y="3411425"/>
            <a:ext cx="423079" cy="424159"/>
            <a:chOff x="-1591550" y="3597475"/>
            <a:chExt cx="293825" cy="294575"/>
          </a:xfrm>
        </p:grpSpPr>
        <p:sp>
          <p:nvSpPr>
            <p:cNvPr id="2628" name="Google Shape;2628;p86"/>
            <p:cNvSpPr/>
            <p:nvPr/>
          </p:nvSpPr>
          <p:spPr>
            <a:xfrm>
              <a:off x="-1509625" y="3597475"/>
              <a:ext cx="211900" cy="207150"/>
            </a:xfrm>
            <a:custGeom>
              <a:rect b="b" l="l" r="r" t="t"/>
              <a:pathLst>
                <a:path extrusionOk="0" h="8286" w="8476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86"/>
            <p:cNvSpPr/>
            <p:nvPr/>
          </p:nvSpPr>
          <p:spPr>
            <a:xfrm>
              <a:off x="-1541125" y="3719125"/>
              <a:ext cx="120525" cy="118275"/>
            </a:xfrm>
            <a:custGeom>
              <a:rect b="b" l="l" r="r" t="t"/>
              <a:pathLst>
                <a:path extrusionOk="0" h="4731" w="4821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86"/>
            <p:cNvSpPr/>
            <p:nvPr/>
          </p:nvSpPr>
          <p:spPr>
            <a:xfrm>
              <a:off x="-1591550" y="3668825"/>
              <a:ext cx="222925" cy="223225"/>
            </a:xfrm>
            <a:custGeom>
              <a:rect b="b" l="l" r="r" t="t"/>
              <a:pathLst>
                <a:path extrusionOk="0" h="8929" w="8917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1" name="Google Shape;2631;p86"/>
          <p:cNvGrpSpPr/>
          <p:nvPr/>
        </p:nvGrpSpPr>
        <p:grpSpPr>
          <a:xfrm>
            <a:off x="3733579" y="3423895"/>
            <a:ext cx="421927" cy="399248"/>
            <a:chOff x="-1592325" y="3957400"/>
            <a:chExt cx="293025" cy="277275"/>
          </a:xfrm>
        </p:grpSpPr>
        <p:sp>
          <p:nvSpPr>
            <p:cNvPr id="2632" name="Google Shape;2632;p86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86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86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86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6" name="Google Shape;2636;p86"/>
          <p:cNvGrpSpPr/>
          <p:nvPr/>
        </p:nvGrpSpPr>
        <p:grpSpPr>
          <a:xfrm>
            <a:off x="3209175" y="3413121"/>
            <a:ext cx="369730" cy="420775"/>
            <a:chOff x="-778700" y="3612425"/>
            <a:chExt cx="256775" cy="292225"/>
          </a:xfrm>
        </p:grpSpPr>
        <p:sp>
          <p:nvSpPr>
            <p:cNvPr id="2637" name="Google Shape;2637;p86"/>
            <p:cNvSpPr/>
            <p:nvPr/>
          </p:nvSpPr>
          <p:spPr>
            <a:xfrm>
              <a:off x="-692850" y="36990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86"/>
            <p:cNvSpPr/>
            <p:nvPr/>
          </p:nvSpPr>
          <p:spPr>
            <a:xfrm>
              <a:off x="-777925" y="3612425"/>
              <a:ext cx="204800" cy="34675"/>
            </a:xfrm>
            <a:custGeom>
              <a:rect b="b" l="l" r="r" t="t"/>
              <a:pathLst>
                <a:path extrusionOk="0" h="1387" w="8192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1387"/>
                  </a:lnTo>
                  <a:lnTo>
                    <a:pt x="8192" y="1387"/>
                  </a:lnTo>
                  <a:lnTo>
                    <a:pt x="8192" y="1009"/>
                  </a:lnTo>
                  <a:cubicBezTo>
                    <a:pt x="8192" y="473"/>
                    <a:pt x="7719" y="0"/>
                    <a:pt x="71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86"/>
            <p:cNvSpPr/>
            <p:nvPr/>
          </p:nvSpPr>
          <p:spPr>
            <a:xfrm>
              <a:off x="-727525" y="3699050"/>
              <a:ext cx="17375" cy="17350"/>
            </a:xfrm>
            <a:custGeom>
              <a:rect b="b" l="l" r="r" t="t"/>
              <a:pathLst>
                <a:path extrusionOk="0" h="694" w="695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7" y="694"/>
                    <a:pt x="694" y="536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86"/>
            <p:cNvSpPr/>
            <p:nvPr/>
          </p:nvSpPr>
          <p:spPr>
            <a:xfrm>
              <a:off x="-778700" y="3664400"/>
              <a:ext cx="205575" cy="102425"/>
            </a:xfrm>
            <a:custGeom>
              <a:rect b="b" l="l" r="r" t="t"/>
              <a:pathLst>
                <a:path extrusionOk="0" h="4097" w="8223">
                  <a:moveTo>
                    <a:pt x="3781" y="694"/>
                  </a:moveTo>
                  <a:cubicBezTo>
                    <a:pt x="4316" y="694"/>
                    <a:pt x="4789" y="1166"/>
                    <a:pt x="4789" y="1733"/>
                  </a:cubicBezTo>
                  <a:cubicBezTo>
                    <a:pt x="4789" y="2301"/>
                    <a:pt x="4316" y="2773"/>
                    <a:pt x="3781" y="2773"/>
                  </a:cubicBezTo>
                  <a:cubicBezTo>
                    <a:pt x="3497" y="2773"/>
                    <a:pt x="3245" y="2647"/>
                    <a:pt x="3088" y="2490"/>
                  </a:cubicBezTo>
                  <a:cubicBezTo>
                    <a:pt x="2899" y="2647"/>
                    <a:pt x="2678" y="2773"/>
                    <a:pt x="2426" y="2773"/>
                  </a:cubicBezTo>
                  <a:cubicBezTo>
                    <a:pt x="1890" y="2773"/>
                    <a:pt x="1418" y="2301"/>
                    <a:pt x="1418" y="1733"/>
                  </a:cubicBezTo>
                  <a:cubicBezTo>
                    <a:pt x="1418" y="1198"/>
                    <a:pt x="1890" y="694"/>
                    <a:pt x="2426" y="694"/>
                  </a:cubicBezTo>
                  <a:cubicBezTo>
                    <a:pt x="2710" y="694"/>
                    <a:pt x="2930" y="820"/>
                    <a:pt x="3088" y="977"/>
                  </a:cubicBezTo>
                  <a:cubicBezTo>
                    <a:pt x="3308" y="820"/>
                    <a:pt x="3529" y="694"/>
                    <a:pt x="3781" y="694"/>
                  </a:cubicBezTo>
                  <a:close/>
                  <a:moveTo>
                    <a:pt x="0" y="1"/>
                  </a:moveTo>
                  <a:lnTo>
                    <a:pt x="0" y="3088"/>
                  </a:lnTo>
                  <a:cubicBezTo>
                    <a:pt x="0" y="3624"/>
                    <a:pt x="473" y="4096"/>
                    <a:pt x="1008" y="4096"/>
                  </a:cubicBezTo>
                  <a:lnTo>
                    <a:pt x="6837" y="4096"/>
                  </a:lnTo>
                  <a:lnTo>
                    <a:pt x="6837" y="3498"/>
                  </a:lnTo>
                  <a:lnTo>
                    <a:pt x="5766" y="2458"/>
                  </a:lnTo>
                  <a:cubicBezTo>
                    <a:pt x="5034" y="1726"/>
                    <a:pt x="5756" y="674"/>
                    <a:pt x="6558" y="674"/>
                  </a:cubicBezTo>
                  <a:cubicBezTo>
                    <a:pt x="6792" y="674"/>
                    <a:pt x="7033" y="764"/>
                    <a:pt x="7246" y="977"/>
                  </a:cubicBezTo>
                  <a:lnTo>
                    <a:pt x="8223" y="1985"/>
                  </a:lnTo>
                  <a:lnTo>
                    <a:pt x="82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86"/>
            <p:cNvSpPr/>
            <p:nvPr/>
          </p:nvSpPr>
          <p:spPr>
            <a:xfrm>
              <a:off x="-659775" y="3835325"/>
              <a:ext cx="137850" cy="69325"/>
            </a:xfrm>
            <a:custGeom>
              <a:rect b="b" l="l" r="r" t="t"/>
              <a:pathLst>
                <a:path extrusionOk="0" h="2773" w="5514">
                  <a:moveTo>
                    <a:pt x="1733" y="693"/>
                  </a:moveTo>
                  <a:cubicBezTo>
                    <a:pt x="1922" y="693"/>
                    <a:pt x="2080" y="851"/>
                    <a:pt x="2080" y="1040"/>
                  </a:cubicBezTo>
                  <a:cubicBezTo>
                    <a:pt x="2080" y="1229"/>
                    <a:pt x="1922" y="1386"/>
                    <a:pt x="1733" y="1386"/>
                  </a:cubicBezTo>
                  <a:cubicBezTo>
                    <a:pt x="1544" y="1386"/>
                    <a:pt x="1387" y="1229"/>
                    <a:pt x="1387" y="1040"/>
                  </a:cubicBezTo>
                  <a:cubicBezTo>
                    <a:pt x="1387" y="851"/>
                    <a:pt x="1544" y="693"/>
                    <a:pt x="1733" y="693"/>
                  </a:cubicBezTo>
                  <a:close/>
                  <a:moveTo>
                    <a:pt x="63" y="0"/>
                  </a:moveTo>
                  <a:cubicBezTo>
                    <a:pt x="32" y="126"/>
                    <a:pt x="0" y="252"/>
                    <a:pt x="0" y="378"/>
                  </a:cubicBezTo>
                  <a:lnTo>
                    <a:pt x="0" y="2426"/>
                  </a:lnTo>
                  <a:cubicBezTo>
                    <a:pt x="0" y="2615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5"/>
                    <a:pt x="5514" y="2426"/>
                  </a:cubicBezTo>
                  <a:lnTo>
                    <a:pt x="5514" y="378"/>
                  </a:lnTo>
                  <a:cubicBezTo>
                    <a:pt x="5514" y="252"/>
                    <a:pt x="5482" y="126"/>
                    <a:pt x="5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86"/>
            <p:cNvSpPr/>
            <p:nvPr/>
          </p:nvSpPr>
          <p:spPr>
            <a:xfrm>
              <a:off x="-658200" y="3669925"/>
              <a:ext cx="136275" cy="148875"/>
            </a:xfrm>
            <a:custGeom>
              <a:rect b="b" l="l" r="r" t="t"/>
              <a:pathLst>
                <a:path extrusionOk="0" h="5955" w="5451">
                  <a:moveTo>
                    <a:pt x="4064" y="0"/>
                  </a:moveTo>
                  <a:lnTo>
                    <a:pt x="4064" y="2615"/>
                  </a:lnTo>
                  <a:cubicBezTo>
                    <a:pt x="4064" y="2829"/>
                    <a:pt x="3905" y="2970"/>
                    <a:pt x="3734" y="2970"/>
                  </a:cubicBezTo>
                  <a:cubicBezTo>
                    <a:pt x="3652" y="2970"/>
                    <a:pt x="3568" y="2938"/>
                    <a:pt x="3497" y="2867"/>
                  </a:cubicBezTo>
                  <a:lnTo>
                    <a:pt x="1922" y="1292"/>
                  </a:lnTo>
                  <a:cubicBezTo>
                    <a:pt x="1858" y="1228"/>
                    <a:pt x="1780" y="1201"/>
                    <a:pt x="1701" y="1201"/>
                  </a:cubicBezTo>
                  <a:cubicBezTo>
                    <a:pt x="1429" y="1201"/>
                    <a:pt x="1150" y="1520"/>
                    <a:pt x="1418" y="1764"/>
                  </a:cubicBezTo>
                  <a:lnTo>
                    <a:pt x="2615" y="2930"/>
                  </a:lnTo>
                  <a:cubicBezTo>
                    <a:pt x="2710" y="3025"/>
                    <a:pt x="2741" y="3088"/>
                    <a:pt x="2741" y="3182"/>
                  </a:cubicBezTo>
                  <a:lnTo>
                    <a:pt x="2741" y="3970"/>
                  </a:lnTo>
                  <a:cubicBezTo>
                    <a:pt x="2741" y="4222"/>
                    <a:pt x="2804" y="4505"/>
                    <a:pt x="2930" y="4789"/>
                  </a:cubicBezTo>
                  <a:cubicBezTo>
                    <a:pt x="3052" y="5074"/>
                    <a:pt x="2833" y="5280"/>
                    <a:pt x="2611" y="5280"/>
                  </a:cubicBezTo>
                  <a:cubicBezTo>
                    <a:pt x="2490" y="5280"/>
                    <a:pt x="2367" y="5218"/>
                    <a:pt x="2300" y="5072"/>
                  </a:cubicBezTo>
                  <a:cubicBezTo>
                    <a:pt x="2206" y="4915"/>
                    <a:pt x="2174" y="4757"/>
                    <a:pt x="2143" y="4600"/>
                  </a:cubicBezTo>
                  <a:lnTo>
                    <a:pt x="0" y="4600"/>
                  </a:lnTo>
                  <a:lnTo>
                    <a:pt x="0" y="4631"/>
                  </a:lnTo>
                  <a:cubicBezTo>
                    <a:pt x="0" y="5104"/>
                    <a:pt x="126" y="5545"/>
                    <a:pt x="378" y="5923"/>
                  </a:cubicBezTo>
                  <a:lnTo>
                    <a:pt x="5104" y="5923"/>
                  </a:lnTo>
                  <a:lnTo>
                    <a:pt x="5104" y="5955"/>
                  </a:lnTo>
                  <a:cubicBezTo>
                    <a:pt x="5325" y="5577"/>
                    <a:pt x="5451" y="5104"/>
                    <a:pt x="5451" y="4663"/>
                  </a:cubicBezTo>
                  <a:lnTo>
                    <a:pt x="5451" y="2111"/>
                  </a:lnTo>
                  <a:cubicBezTo>
                    <a:pt x="5451" y="1638"/>
                    <a:pt x="5262" y="1197"/>
                    <a:pt x="4947" y="882"/>
                  </a:cubicBezTo>
                  <a:lnTo>
                    <a:pt x="40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3" name="Google Shape;2643;p86"/>
          <p:cNvGrpSpPr/>
          <p:nvPr/>
        </p:nvGrpSpPr>
        <p:grpSpPr>
          <a:xfrm>
            <a:off x="3764378" y="3987527"/>
            <a:ext cx="387681" cy="387641"/>
            <a:chOff x="5611350" y="1561258"/>
            <a:chExt cx="397907" cy="397866"/>
          </a:xfrm>
        </p:grpSpPr>
        <p:sp>
          <p:nvSpPr>
            <p:cNvPr id="2644" name="Google Shape;2644;p86"/>
            <p:cNvSpPr/>
            <p:nvPr/>
          </p:nvSpPr>
          <p:spPr>
            <a:xfrm>
              <a:off x="5713589" y="1812337"/>
              <a:ext cx="38443" cy="39653"/>
            </a:xfrm>
            <a:custGeom>
              <a:rect b="b" l="l" r="r" t="t"/>
              <a:pathLst>
                <a:path extrusionOk="0" h="1900" w="1842">
                  <a:moveTo>
                    <a:pt x="1842" y="1"/>
                  </a:moveTo>
                  <a:lnTo>
                    <a:pt x="630" y="486"/>
                  </a:lnTo>
                  <a:cubicBezTo>
                    <a:pt x="81" y="705"/>
                    <a:pt x="0" y="1450"/>
                    <a:pt x="490" y="1782"/>
                  </a:cubicBezTo>
                  <a:cubicBezTo>
                    <a:pt x="608" y="1862"/>
                    <a:pt x="755" y="1900"/>
                    <a:pt x="908" y="1900"/>
                  </a:cubicBezTo>
                  <a:cubicBezTo>
                    <a:pt x="1349" y="1900"/>
                    <a:pt x="1842" y="1590"/>
                    <a:pt x="1842" y="1092"/>
                  </a:cubicBezTo>
                  <a:lnTo>
                    <a:pt x="18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86"/>
            <p:cNvSpPr/>
            <p:nvPr/>
          </p:nvSpPr>
          <p:spPr>
            <a:xfrm>
              <a:off x="5830124" y="1789047"/>
              <a:ext cx="38505" cy="39653"/>
            </a:xfrm>
            <a:custGeom>
              <a:rect b="b" l="l" r="r" t="t"/>
              <a:pathLst>
                <a:path extrusionOk="0" h="1900" w="1845">
                  <a:moveTo>
                    <a:pt x="1844" y="1"/>
                  </a:moveTo>
                  <a:lnTo>
                    <a:pt x="631" y="485"/>
                  </a:lnTo>
                  <a:cubicBezTo>
                    <a:pt x="82" y="705"/>
                    <a:pt x="1" y="1450"/>
                    <a:pt x="491" y="1782"/>
                  </a:cubicBezTo>
                  <a:cubicBezTo>
                    <a:pt x="608" y="1862"/>
                    <a:pt x="755" y="1899"/>
                    <a:pt x="908" y="1899"/>
                  </a:cubicBezTo>
                  <a:cubicBezTo>
                    <a:pt x="1349" y="1899"/>
                    <a:pt x="1844" y="1588"/>
                    <a:pt x="1844" y="1090"/>
                  </a:cubicBezTo>
                  <a:lnTo>
                    <a:pt x="18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86"/>
            <p:cNvSpPr/>
            <p:nvPr/>
          </p:nvSpPr>
          <p:spPr>
            <a:xfrm>
              <a:off x="5611350" y="1561258"/>
              <a:ext cx="397907" cy="397866"/>
            </a:xfrm>
            <a:custGeom>
              <a:rect b="b" l="l" r="r" t="t"/>
              <a:pathLst>
                <a:path extrusionOk="0" h="19064" w="19066">
                  <a:moveTo>
                    <a:pt x="12883" y="3949"/>
                  </a:moveTo>
                  <a:cubicBezTo>
                    <a:pt x="13013" y="3949"/>
                    <a:pt x="13138" y="3991"/>
                    <a:pt x="13238" y="4073"/>
                  </a:cubicBezTo>
                  <a:cubicBezTo>
                    <a:pt x="13369" y="4179"/>
                    <a:pt x="13443" y="4339"/>
                    <a:pt x="13443" y="4505"/>
                  </a:cubicBezTo>
                  <a:lnTo>
                    <a:pt x="13443" y="12005"/>
                  </a:lnTo>
                  <a:cubicBezTo>
                    <a:pt x="13443" y="13161"/>
                    <a:pt x="12421" y="13941"/>
                    <a:pt x="11388" y="13941"/>
                  </a:cubicBezTo>
                  <a:cubicBezTo>
                    <a:pt x="10369" y="13941"/>
                    <a:pt x="9534" y="13113"/>
                    <a:pt x="9534" y="12085"/>
                  </a:cubicBezTo>
                  <a:cubicBezTo>
                    <a:pt x="9534" y="11323"/>
                    <a:pt x="9990" y="10647"/>
                    <a:pt x="10700" y="10364"/>
                  </a:cubicBezTo>
                  <a:lnTo>
                    <a:pt x="12327" y="9713"/>
                  </a:lnTo>
                  <a:lnTo>
                    <a:pt x="12327" y="7420"/>
                  </a:lnTo>
                  <a:lnTo>
                    <a:pt x="7859" y="8315"/>
                  </a:lnTo>
                  <a:lnTo>
                    <a:pt x="7859" y="13123"/>
                  </a:lnTo>
                  <a:cubicBezTo>
                    <a:pt x="7859" y="14277"/>
                    <a:pt x="6834" y="15057"/>
                    <a:pt x="5803" y="15057"/>
                  </a:cubicBezTo>
                  <a:cubicBezTo>
                    <a:pt x="4784" y="15057"/>
                    <a:pt x="3949" y="14229"/>
                    <a:pt x="3949" y="13203"/>
                  </a:cubicBezTo>
                  <a:cubicBezTo>
                    <a:pt x="3949" y="12439"/>
                    <a:pt x="4406" y="11763"/>
                    <a:pt x="5115" y="11480"/>
                  </a:cubicBezTo>
                  <a:lnTo>
                    <a:pt x="6741" y="10829"/>
                  </a:lnTo>
                  <a:lnTo>
                    <a:pt x="6741" y="5623"/>
                  </a:lnTo>
                  <a:cubicBezTo>
                    <a:pt x="6741" y="5356"/>
                    <a:pt x="6930" y="5128"/>
                    <a:pt x="7190" y="5074"/>
                  </a:cubicBezTo>
                  <a:lnTo>
                    <a:pt x="12775" y="3958"/>
                  </a:lnTo>
                  <a:cubicBezTo>
                    <a:pt x="12811" y="3952"/>
                    <a:pt x="12847" y="3949"/>
                    <a:pt x="12883" y="3949"/>
                  </a:cubicBezTo>
                  <a:close/>
                  <a:moveTo>
                    <a:pt x="9534" y="1"/>
                  </a:moveTo>
                  <a:cubicBezTo>
                    <a:pt x="4298" y="1"/>
                    <a:pt x="1" y="4296"/>
                    <a:pt x="1" y="9532"/>
                  </a:cubicBezTo>
                  <a:cubicBezTo>
                    <a:pt x="1" y="14769"/>
                    <a:pt x="4298" y="19064"/>
                    <a:pt x="9534" y="19064"/>
                  </a:cubicBezTo>
                  <a:cubicBezTo>
                    <a:pt x="14768" y="19064"/>
                    <a:pt x="19065" y="14769"/>
                    <a:pt x="19065" y="9532"/>
                  </a:cubicBezTo>
                  <a:cubicBezTo>
                    <a:pt x="19065" y="4296"/>
                    <a:pt x="14768" y="1"/>
                    <a:pt x="9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86"/>
            <p:cNvSpPr/>
            <p:nvPr/>
          </p:nvSpPr>
          <p:spPr>
            <a:xfrm>
              <a:off x="5775341" y="1669507"/>
              <a:ext cx="93247" cy="41531"/>
            </a:xfrm>
            <a:custGeom>
              <a:rect b="b" l="l" r="r" t="t"/>
              <a:pathLst>
                <a:path extrusionOk="0" h="1990" w="4468">
                  <a:moveTo>
                    <a:pt x="4467" y="1"/>
                  </a:moveTo>
                  <a:lnTo>
                    <a:pt x="1" y="894"/>
                  </a:lnTo>
                  <a:lnTo>
                    <a:pt x="1" y="1989"/>
                  </a:lnTo>
                  <a:lnTo>
                    <a:pt x="4467" y="1096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8" name="Google Shape;2648;p86"/>
          <p:cNvGrpSpPr/>
          <p:nvPr/>
        </p:nvGrpSpPr>
        <p:grpSpPr>
          <a:xfrm>
            <a:off x="1541451" y="4045055"/>
            <a:ext cx="387681" cy="272572"/>
            <a:chOff x="3386036" y="1746339"/>
            <a:chExt cx="397907" cy="279762"/>
          </a:xfrm>
        </p:grpSpPr>
        <p:sp>
          <p:nvSpPr>
            <p:cNvPr id="2649" name="Google Shape;2649;p86"/>
            <p:cNvSpPr/>
            <p:nvPr/>
          </p:nvSpPr>
          <p:spPr>
            <a:xfrm>
              <a:off x="3561652" y="1848954"/>
              <a:ext cx="59646" cy="74506"/>
            </a:xfrm>
            <a:custGeom>
              <a:rect b="b" l="l" r="r" t="t"/>
              <a:pathLst>
                <a:path extrusionOk="0" h="3570" w="2858">
                  <a:moveTo>
                    <a:pt x="1" y="0"/>
                  </a:moveTo>
                  <a:lnTo>
                    <a:pt x="1" y="3570"/>
                  </a:lnTo>
                  <a:lnTo>
                    <a:pt x="2858" y="1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86"/>
            <p:cNvSpPr/>
            <p:nvPr/>
          </p:nvSpPr>
          <p:spPr>
            <a:xfrm>
              <a:off x="3386036" y="1746339"/>
              <a:ext cx="397907" cy="279762"/>
            </a:xfrm>
            <a:custGeom>
              <a:rect b="b" l="l" r="r" t="t"/>
              <a:pathLst>
                <a:path extrusionOk="0" h="13405" w="19066">
                  <a:moveTo>
                    <a:pt x="7858" y="3351"/>
                  </a:moveTo>
                  <a:cubicBezTo>
                    <a:pt x="7961" y="3351"/>
                    <a:pt x="8064" y="3379"/>
                    <a:pt x="8154" y="3436"/>
                  </a:cubicBezTo>
                  <a:lnTo>
                    <a:pt x="12622" y="6230"/>
                  </a:lnTo>
                  <a:cubicBezTo>
                    <a:pt x="12785" y="6330"/>
                    <a:pt x="12884" y="6509"/>
                    <a:pt x="12884" y="6702"/>
                  </a:cubicBezTo>
                  <a:cubicBezTo>
                    <a:pt x="12884" y="6895"/>
                    <a:pt x="12785" y="7073"/>
                    <a:pt x="12622" y="7176"/>
                  </a:cubicBezTo>
                  <a:lnTo>
                    <a:pt x="8154" y="9968"/>
                  </a:lnTo>
                  <a:cubicBezTo>
                    <a:pt x="8063" y="10025"/>
                    <a:pt x="7961" y="10053"/>
                    <a:pt x="7859" y="10053"/>
                  </a:cubicBezTo>
                  <a:cubicBezTo>
                    <a:pt x="7765" y="10053"/>
                    <a:pt x="7671" y="10029"/>
                    <a:pt x="7588" y="9983"/>
                  </a:cubicBezTo>
                  <a:cubicBezTo>
                    <a:pt x="7409" y="9884"/>
                    <a:pt x="7299" y="9699"/>
                    <a:pt x="7299" y="9495"/>
                  </a:cubicBezTo>
                  <a:lnTo>
                    <a:pt x="7299" y="3910"/>
                  </a:lnTo>
                  <a:cubicBezTo>
                    <a:pt x="7299" y="3707"/>
                    <a:pt x="7409" y="3519"/>
                    <a:pt x="7588" y="3420"/>
                  </a:cubicBezTo>
                  <a:cubicBezTo>
                    <a:pt x="7671" y="3374"/>
                    <a:pt x="7765" y="3351"/>
                    <a:pt x="7858" y="3351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2"/>
                  </a:cubicBezTo>
                  <a:lnTo>
                    <a:pt x="1" y="10611"/>
                  </a:lnTo>
                  <a:cubicBezTo>
                    <a:pt x="1" y="12152"/>
                    <a:pt x="1255" y="13405"/>
                    <a:pt x="2794" y="13405"/>
                  </a:cubicBezTo>
                  <a:lnTo>
                    <a:pt x="16274" y="13405"/>
                  </a:lnTo>
                  <a:cubicBezTo>
                    <a:pt x="17813" y="13405"/>
                    <a:pt x="19065" y="12152"/>
                    <a:pt x="19065" y="10611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1" name="Google Shape;2651;p86"/>
          <p:cNvGrpSpPr/>
          <p:nvPr/>
        </p:nvGrpSpPr>
        <p:grpSpPr>
          <a:xfrm>
            <a:off x="2681762" y="3987496"/>
            <a:ext cx="387681" cy="387681"/>
            <a:chOff x="4417380" y="1687279"/>
            <a:chExt cx="397907" cy="397907"/>
          </a:xfrm>
        </p:grpSpPr>
        <p:sp>
          <p:nvSpPr>
            <p:cNvPr id="2652" name="Google Shape;2652;p86"/>
            <p:cNvSpPr/>
            <p:nvPr/>
          </p:nvSpPr>
          <p:spPr>
            <a:xfrm>
              <a:off x="4417380" y="1687279"/>
              <a:ext cx="397907" cy="397907"/>
            </a:xfrm>
            <a:custGeom>
              <a:rect b="b" l="l" r="r" t="t"/>
              <a:pathLst>
                <a:path extrusionOk="0" h="19066" w="19066">
                  <a:moveTo>
                    <a:pt x="9525" y="2794"/>
                  </a:moveTo>
                  <a:cubicBezTo>
                    <a:pt x="11382" y="2845"/>
                    <a:pt x="13514" y="4021"/>
                    <a:pt x="13514" y="6949"/>
                  </a:cubicBezTo>
                  <a:cubicBezTo>
                    <a:pt x="13514" y="7361"/>
                    <a:pt x="13500" y="7674"/>
                    <a:pt x="13486" y="7912"/>
                  </a:cubicBezTo>
                  <a:cubicBezTo>
                    <a:pt x="13689" y="7867"/>
                    <a:pt x="14004" y="7789"/>
                    <a:pt x="14208" y="7789"/>
                  </a:cubicBezTo>
                  <a:cubicBezTo>
                    <a:pt x="14882" y="7789"/>
                    <a:pt x="15370" y="8202"/>
                    <a:pt x="15370" y="8769"/>
                  </a:cubicBezTo>
                  <a:cubicBezTo>
                    <a:pt x="15370" y="9574"/>
                    <a:pt x="14598" y="9882"/>
                    <a:pt x="14137" y="10066"/>
                  </a:cubicBezTo>
                  <a:cubicBezTo>
                    <a:pt x="14020" y="10112"/>
                    <a:pt x="13857" y="10178"/>
                    <a:pt x="13767" y="10231"/>
                  </a:cubicBezTo>
                  <a:cubicBezTo>
                    <a:pt x="13822" y="10949"/>
                    <a:pt x="14437" y="11278"/>
                    <a:pt x="15354" y="11690"/>
                  </a:cubicBezTo>
                  <a:cubicBezTo>
                    <a:pt x="16061" y="12007"/>
                    <a:pt x="16794" y="12336"/>
                    <a:pt x="16794" y="13104"/>
                  </a:cubicBezTo>
                  <a:cubicBezTo>
                    <a:pt x="16794" y="13896"/>
                    <a:pt x="16088" y="14016"/>
                    <a:pt x="15520" y="14112"/>
                  </a:cubicBezTo>
                  <a:cubicBezTo>
                    <a:pt x="15333" y="14146"/>
                    <a:pt x="15111" y="14183"/>
                    <a:pt x="14855" y="14239"/>
                  </a:cubicBezTo>
                  <a:cubicBezTo>
                    <a:pt x="14768" y="14620"/>
                    <a:pt x="14600" y="15156"/>
                    <a:pt x="13939" y="15156"/>
                  </a:cubicBezTo>
                  <a:cubicBezTo>
                    <a:pt x="13709" y="15156"/>
                    <a:pt x="13258" y="15035"/>
                    <a:pt x="12916" y="15035"/>
                  </a:cubicBezTo>
                  <a:cubicBezTo>
                    <a:pt x="12370" y="15035"/>
                    <a:pt x="12048" y="15253"/>
                    <a:pt x="11642" y="15531"/>
                  </a:cubicBezTo>
                  <a:cubicBezTo>
                    <a:pt x="11160" y="15860"/>
                    <a:pt x="10556" y="16272"/>
                    <a:pt x="9534" y="16272"/>
                  </a:cubicBezTo>
                  <a:cubicBezTo>
                    <a:pt x="8510" y="16272"/>
                    <a:pt x="7908" y="15860"/>
                    <a:pt x="7425" y="15531"/>
                  </a:cubicBezTo>
                  <a:cubicBezTo>
                    <a:pt x="7020" y="15255"/>
                    <a:pt x="6698" y="15035"/>
                    <a:pt x="6151" y="15035"/>
                  </a:cubicBezTo>
                  <a:cubicBezTo>
                    <a:pt x="5810" y="15035"/>
                    <a:pt x="5357" y="15156"/>
                    <a:pt x="5129" y="15156"/>
                  </a:cubicBezTo>
                  <a:cubicBezTo>
                    <a:pt x="4467" y="15156"/>
                    <a:pt x="4298" y="14620"/>
                    <a:pt x="4211" y="14239"/>
                  </a:cubicBezTo>
                  <a:cubicBezTo>
                    <a:pt x="3956" y="14183"/>
                    <a:pt x="3735" y="14146"/>
                    <a:pt x="3547" y="14112"/>
                  </a:cubicBezTo>
                  <a:cubicBezTo>
                    <a:pt x="2980" y="14016"/>
                    <a:pt x="2272" y="13896"/>
                    <a:pt x="2272" y="13104"/>
                  </a:cubicBezTo>
                  <a:cubicBezTo>
                    <a:pt x="2272" y="12336"/>
                    <a:pt x="3004" y="12007"/>
                    <a:pt x="3712" y="11690"/>
                  </a:cubicBezTo>
                  <a:cubicBezTo>
                    <a:pt x="4630" y="11280"/>
                    <a:pt x="5246" y="10949"/>
                    <a:pt x="5299" y="10231"/>
                  </a:cubicBezTo>
                  <a:cubicBezTo>
                    <a:pt x="5209" y="10178"/>
                    <a:pt x="5046" y="10112"/>
                    <a:pt x="4929" y="10066"/>
                  </a:cubicBezTo>
                  <a:cubicBezTo>
                    <a:pt x="4469" y="9882"/>
                    <a:pt x="3696" y="9573"/>
                    <a:pt x="3696" y="8769"/>
                  </a:cubicBezTo>
                  <a:cubicBezTo>
                    <a:pt x="3696" y="8202"/>
                    <a:pt x="4186" y="7789"/>
                    <a:pt x="4858" y="7789"/>
                  </a:cubicBezTo>
                  <a:cubicBezTo>
                    <a:pt x="5062" y="7789"/>
                    <a:pt x="5378" y="7867"/>
                    <a:pt x="5580" y="7912"/>
                  </a:cubicBezTo>
                  <a:cubicBezTo>
                    <a:pt x="5568" y="7674"/>
                    <a:pt x="5554" y="7361"/>
                    <a:pt x="5554" y="6949"/>
                  </a:cubicBezTo>
                  <a:cubicBezTo>
                    <a:pt x="5554" y="4011"/>
                    <a:pt x="7692" y="2840"/>
                    <a:pt x="9525" y="2794"/>
                  </a:cubicBezTo>
                  <a:close/>
                  <a:moveTo>
                    <a:pt x="2794" y="1"/>
                  </a:moveTo>
                  <a:cubicBezTo>
                    <a:pt x="1255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5" y="19065"/>
                    <a:pt x="2794" y="19065"/>
                  </a:cubicBezTo>
                  <a:lnTo>
                    <a:pt x="16274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86"/>
            <p:cNvSpPr/>
            <p:nvPr/>
          </p:nvSpPr>
          <p:spPr>
            <a:xfrm>
              <a:off x="4492363" y="1768878"/>
              <a:ext cx="248270" cy="234704"/>
            </a:xfrm>
            <a:custGeom>
              <a:rect b="b" l="l" r="r" t="t"/>
              <a:pathLst>
                <a:path extrusionOk="0" h="11246" w="11896">
                  <a:moveTo>
                    <a:pt x="5930" y="0"/>
                  </a:moveTo>
                  <a:cubicBezTo>
                    <a:pt x="5093" y="21"/>
                    <a:pt x="3077" y="428"/>
                    <a:pt x="3077" y="3039"/>
                  </a:cubicBezTo>
                  <a:cubicBezTo>
                    <a:pt x="3077" y="3478"/>
                    <a:pt x="3094" y="3798"/>
                    <a:pt x="3107" y="4028"/>
                  </a:cubicBezTo>
                  <a:cubicBezTo>
                    <a:pt x="3142" y="4647"/>
                    <a:pt x="3077" y="5187"/>
                    <a:pt x="2410" y="5187"/>
                  </a:cubicBezTo>
                  <a:cubicBezTo>
                    <a:pt x="2173" y="5187"/>
                    <a:pt x="1840" y="5114"/>
                    <a:pt x="1608" y="5061"/>
                  </a:cubicBezTo>
                  <a:lnTo>
                    <a:pt x="1608" y="5061"/>
                  </a:lnTo>
                  <a:cubicBezTo>
                    <a:pt x="2217" y="5314"/>
                    <a:pt x="2827" y="5535"/>
                    <a:pt x="2827" y="6215"/>
                  </a:cubicBezTo>
                  <a:cubicBezTo>
                    <a:pt x="2827" y="7791"/>
                    <a:pt x="1472" y="8398"/>
                    <a:pt x="577" y="8799"/>
                  </a:cubicBezTo>
                  <a:cubicBezTo>
                    <a:pt x="400" y="8879"/>
                    <a:pt x="169" y="8981"/>
                    <a:pt x="0" y="9077"/>
                  </a:cubicBezTo>
                  <a:cubicBezTo>
                    <a:pt x="386" y="9148"/>
                    <a:pt x="526" y="9160"/>
                    <a:pt x="965" y="9263"/>
                  </a:cubicBezTo>
                  <a:cubicBezTo>
                    <a:pt x="1348" y="9355"/>
                    <a:pt x="1603" y="9620"/>
                    <a:pt x="1713" y="10103"/>
                  </a:cubicBezTo>
                  <a:cubicBezTo>
                    <a:pt x="2012" y="10046"/>
                    <a:pt x="2244" y="10007"/>
                    <a:pt x="2558" y="10007"/>
                  </a:cubicBezTo>
                  <a:cubicBezTo>
                    <a:pt x="3450" y="10007"/>
                    <a:pt x="3988" y="10373"/>
                    <a:pt x="4460" y="10697"/>
                  </a:cubicBezTo>
                  <a:cubicBezTo>
                    <a:pt x="4892" y="10991"/>
                    <a:pt x="5261" y="11244"/>
                    <a:pt x="5941" y="11246"/>
                  </a:cubicBezTo>
                  <a:cubicBezTo>
                    <a:pt x="6620" y="11244"/>
                    <a:pt x="6990" y="10991"/>
                    <a:pt x="7420" y="10697"/>
                  </a:cubicBezTo>
                  <a:cubicBezTo>
                    <a:pt x="7894" y="10373"/>
                    <a:pt x="8430" y="10007"/>
                    <a:pt x="9323" y="10007"/>
                  </a:cubicBezTo>
                  <a:cubicBezTo>
                    <a:pt x="9638" y="10007"/>
                    <a:pt x="9870" y="10044"/>
                    <a:pt x="10169" y="10103"/>
                  </a:cubicBezTo>
                  <a:cubicBezTo>
                    <a:pt x="10280" y="9616"/>
                    <a:pt x="10535" y="9355"/>
                    <a:pt x="10917" y="9263"/>
                  </a:cubicBezTo>
                  <a:cubicBezTo>
                    <a:pt x="11308" y="9171"/>
                    <a:pt x="11524" y="9140"/>
                    <a:pt x="11895" y="9075"/>
                  </a:cubicBezTo>
                  <a:cubicBezTo>
                    <a:pt x="11727" y="8988"/>
                    <a:pt x="11487" y="8880"/>
                    <a:pt x="11304" y="8799"/>
                  </a:cubicBezTo>
                  <a:cubicBezTo>
                    <a:pt x="10409" y="8398"/>
                    <a:pt x="9054" y="7791"/>
                    <a:pt x="9054" y="6215"/>
                  </a:cubicBezTo>
                  <a:cubicBezTo>
                    <a:pt x="9054" y="5541"/>
                    <a:pt x="9663" y="5312"/>
                    <a:pt x="10271" y="5061"/>
                  </a:cubicBezTo>
                  <a:lnTo>
                    <a:pt x="10271" y="5061"/>
                  </a:lnTo>
                  <a:cubicBezTo>
                    <a:pt x="9985" y="5105"/>
                    <a:pt x="9811" y="5187"/>
                    <a:pt x="9472" y="5187"/>
                  </a:cubicBezTo>
                  <a:cubicBezTo>
                    <a:pt x="8805" y="5187"/>
                    <a:pt x="8739" y="4647"/>
                    <a:pt x="8773" y="4028"/>
                  </a:cubicBezTo>
                  <a:cubicBezTo>
                    <a:pt x="8787" y="3798"/>
                    <a:pt x="8805" y="3478"/>
                    <a:pt x="8805" y="3039"/>
                  </a:cubicBezTo>
                  <a:cubicBezTo>
                    <a:pt x="8805" y="439"/>
                    <a:pt x="6795" y="25"/>
                    <a:pt x="59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4" name="Google Shape;2654;p86"/>
          <p:cNvGrpSpPr/>
          <p:nvPr/>
        </p:nvGrpSpPr>
        <p:grpSpPr>
          <a:xfrm>
            <a:off x="7259004" y="3987519"/>
            <a:ext cx="387661" cy="387661"/>
            <a:chOff x="2869999" y="1687279"/>
            <a:chExt cx="397887" cy="397887"/>
          </a:xfrm>
        </p:grpSpPr>
        <p:sp>
          <p:nvSpPr>
            <p:cNvPr id="2655" name="Google Shape;2655;p86"/>
            <p:cNvSpPr/>
            <p:nvPr/>
          </p:nvSpPr>
          <p:spPr>
            <a:xfrm>
              <a:off x="2994590" y="1833740"/>
              <a:ext cx="148657" cy="81685"/>
            </a:xfrm>
            <a:custGeom>
              <a:rect b="b" l="l" r="r" t="t"/>
              <a:pathLst>
                <a:path extrusionOk="0" h="3914" w="7123">
                  <a:moveTo>
                    <a:pt x="2491" y="0"/>
                  </a:moveTo>
                  <a:lnTo>
                    <a:pt x="1" y="3112"/>
                  </a:lnTo>
                  <a:lnTo>
                    <a:pt x="1" y="3112"/>
                  </a:lnTo>
                  <a:lnTo>
                    <a:pt x="2196" y="2015"/>
                  </a:lnTo>
                  <a:cubicBezTo>
                    <a:pt x="2275" y="1975"/>
                    <a:pt x="2360" y="1956"/>
                    <a:pt x="2445" y="1956"/>
                  </a:cubicBezTo>
                  <a:cubicBezTo>
                    <a:pt x="2590" y="1956"/>
                    <a:pt x="2733" y="2012"/>
                    <a:pt x="2840" y="2119"/>
                  </a:cubicBezTo>
                  <a:lnTo>
                    <a:pt x="4634" y="3913"/>
                  </a:lnTo>
                  <a:lnTo>
                    <a:pt x="7123" y="800"/>
                  </a:lnTo>
                  <a:lnTo>
                    <a:pt x="4929" y="1897"/>
                  </a:lnTo>
                  <a:cubicBezTo>
                    <a:pt x="4850" y="1937"/>
                    <a:pt x="4764" y="1957"/>
                    <a:pt x="4679" y="1957"/>
                  </a:cubicBezTo>
                  <a:cubicBezTo>
                    <a:pt x="4535" y="1957"/>
                    <a:pt x="4392" y="1900"/>
                    <a:pt x="4285" y="1792"/>
                  </a:cubicBezTo>
                  <a:lnTo>
                    <a:pt x="2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86"/>
            <p:cNvSpPr/>
            <p:nvPr/>
          </p:nvSpPr>
          <p:spPr>
            <a:xfrm>
              <a:off x="2869999" y="1687279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8420" y="5623"/>
                  </a:moveTo>
                  <a:cubicBezTo>
                    <a:pt x="8569" y="5623"/>
                    <a:pt x="8707" y="5682"/>
                    <a:pt x="8810" y="5787"/>
                  </a:cubicBezTo>
                  <a:lnTo>
                    <a:pt x="10759" y="7736"/>
                  </a:lnTo>
                  <a:lnTo>
                    <a:pt x="14867" y="5683"/>
                  </a:lnTo>
                  <a:cubicBezTo>
                    <a:pt x="14947" y="5643"/>
                    <a:pt x="15033" y="5624"/>
                    <a:pt x="15118" y="5624"/>
                  </a:cubicBezTo>
                  <a:cubicBezTo>
                    <a:pt x="15283" y="5624"/>
                    <a:pt x="15443" y="5695"/>
                    <a:pt x="15552" y="5829"/>
                  </a:cubicBezTo>
                  <a:cubicBezTo>
                    <a:pt x="15716" y="6035"/>
                    <a:pt x="15718" y="6325"/>
                    <a:pt x="15553" y="6530"/>
                  </a:cubicBezTo>
                  <a:lnTo>
                    <a:pt x="11085" y="12116"/>
                  </a:lnTo>
                  <a:cubicBezTo>
                    <a:pt x="10973" y="12256"/>
                    <a:pt x="10812" y="12324"/>
                    <a:pt x="10652" y="12324"/>
                  </a:cubicBezTo>
                  <a:cubicBezTo>
                    <a:pt x="10507" y="12324"/>
                    <a:pt x="10363" y="12269"/>
                    <a:pt x="10255" y="12161"/>
                  </a:cubicBezTo>
                  <a:lnTo>
                    <a:pt x="8306" y="10211"/>
                  </a:lnTo>
                  <a:lnTo>
                    <a:pt x="4196" y="12267"/>
                  </a:lnTo>
                  <a:cubicBezTo>
                    <a:pt x="4117" y="12306"/>
                    <a:pt x="4032" y="12325"/>
                    <a:pt x="3948" y="12325"/>
                  </a:cubicBezTo>
                  <a:cubicBezTo>
                    <a:pt x="3784" y="12325"/>
                    <a:pt x="3622" y="12253"/>
                    <a:pt x="3514" y="12118"/>
                  </a:cubicBezTo>
                  <a:cubicBezTo>
                    <a:pt x="3347" y="11913"/>
                    <a:pt x="3347" y="11623"/>
                    <a:pt x="3510" y="11418"/>
                  </a:cubicBezTo>
                  <a:lnTo>
                    <a:pt x="7979" y="5833"/>
                  </a:lnTo>
                  <a:cubicBezTo>
                    <a:pt x="8078" y="5709"/>
                    <a:pt x="8226" y="5633"/>
                    <a:pt x="8384" y="5624"/>
                  </a:cubicBezTo>
                  <a:cubicBezTo>
                    <a:pt x="8396" y="5623"/>
                    <a:pt x="8408" y="5623"/>
                    <a:pt x="8420" y="5623"/>
                  </a:cubicBezTo>
                  <a:close/>
                  <a:moveTo>
                    <a:pt x="9532" y="1"/>
                  </a:moveTo>
                  <a:cubicBezTo>
                    <a:pt x="4297" y="1"/>
                    <a:pt x="0" y="4046"/>
                    <a:pt x="0" y="8975"/>
                  </a:cubicBezTo>
                  <a:cubicBezTo>
                    <a:pt x="0" y="11616"/>
                    <a:pt x="1255" y="14085"/>
                    <a:pt x="3388" y="15787"/>
                  </a:cubicBezTo>
                  <a:lnTo>
                    <a:pt x="3388" y="18506"/>
                  </a:lnTo>
                  <a:cubicBezTo>
                    <a:pt x="3388" y="18699"/>
                    <a:pt x="3489" y="18879"/>
                    <a:pt x="3653" y="18980"/>
                  </a:cubicBezTo>
                  <a:cubicBezTo>
                    <a:pt x="3742" y="19036"/>
                    <a:pt x="3843" y="19064"/>
                    <a:pt x="3946" y="19064"/>
                  </a:cubicBezTo>
                  <a:cubicBezTo>
                    <a:pt x="4031" y="19064"/>
                    <a:pt x="4117" y="19045"/>
                    <a:pt x="4196" y="19005"/>
                  </a:cubicBezTo>
                  <a:lnTo>
                    <a:pt x="6970" y="17581"/>
                  </a:lnTo>
                  <a:cubicBezTo>
                    <a:pt x="7802" y="17799"/>
                    <a:pt x="8661" y="17910"/>
                    <a:pt x="9532" y="17910"/>
                  </a:cubicBezTo>
                  <a:cubicBezTo>
                    <a:pt x="14768" y="17910"/>
                    <a:pt x="19065" y="13901"/>
                    <a:pt x="19065" y="8975"/>
                  </a:cubicBezTo>
                  <a:cubicBezTo>
                    <a:pt x="19065" y="4046"/>
                    <a:pt x="14768" y="1"/>
                    <a:pt x="95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7" name="Google Shape;2657;p86"/>
          <p:cNvGrpSpPr/>
          <p:nvPr/>
        </p:nvGrpSpPr>
        <p:grpSpPr>
          <a:xfrm>
            <a:off x="2138925" y="3987879"/>
            <a:ext cx="386807" cy="386929"/>
            <a:chOff x="3902887" y="1687655"/>
            <a:chExt cx="397010" cy="397135"/>
          </a:xfrm>
        </p:grpSpPr>
        <p:sp>
          <p:nvSpPr>
            <p:cNvPr id="2658" name="Google Shape;2658;p86"/>
            <p:cNvSpPr/>
            <p:nvPr/>
          </p:nvSpPr>
          <p:spPr>
            <a:xfrm>
              <a:off x="4023345" y="1785845"/>
              <a:ext cx="156275" cy="200269"/>
            </a:xfrm>
            <a:custGeom>
              <a:rect b="b" l="l" r="r" t="t"/>
              <a:pathLst>
                <a:path extrusionOk="0" h="9596" w="7488">
                  <a:moveTo>
                    <a:pt x="3585" y="1"/>
                  </a:moveTo>
                  <a:cubicBezTo>
                    <a:pt x="3550" y="1"/>
                    <a:pt x="36" y="31"/>
                    <a:pt x="36" y="2561"/>
                  </a:cubicBezTo>
                  <a:cubicBezTo>
                    <a:pt x="36" y="4296"/>
                    <a:pt x="1381" y="4712"/>
                    <a:pt x="3429" y="5147"/>
                  </a:cubicBezTo>
                  <a:cubicBezTo>
                    <a:pt x="4813" y="5440"/>
                    <a:pt x="6242" y="5745"/>
                    <a:pt x="6242" y="7084"/>
                  </a:cubicBezTo>
                  <a:cubicBezTo>
                    <a:pt x="6242" y="8290"/>
                    <a:pt x="4968" y="9010"/>
                    <a:pt x="3737" y="9010"/>
                  </a:cubicBezTo>
                  <a:cubicBezTo>
                    <a:pt x="2265" y="9010"/>
                    <a:pt x="1591" y="8227"/>
                    <a:pt x="1100" y="7655"/>
                  </a:cubicBezTo>
                  <a:cubicBezTo>
                    <a:pt x="793" y="7298"/>
                    <a:pt x="640" y="7140"/>
                    <a:pt x="463" y="7140"/>
                  </a:cubicBezTo>
                  <a:cubicBezTo>
                    <a:pt x="330" y="7140"/>
                    <a:pt x="1" y="7243"/>
                    <a:pt x="1" y="7485"/>
                  </a:cubicBezTo>
                  <a:cubicBezTo>
                    <a:pt x="1" y="8301"/>
                    <a:pt x="1016" y="9596"/>
                    <a:pt x="3744" y="9596"/>
                  </a:cubicBezTo>
                  <a:cubicBezTo>
                    <a:pt x="5165" y="9594"/>
                    <a:pt x="6203" y="9265"/>
                    <a:pt x="6831" y="8616"/>
                  </a:cubicBezTo>
                  <a:cubicBezTo>
                    <a:pt x="7479" y="7947"/>
                    <a:pt x="7487" y="7116"/>
                    <a:pt x="7482" y="6957"/>
                  </a:cubicBezTo>
                  <a:cubicBezTo>
                    <a:pt x="7482" y="5087"/>
                    <a:pt x="6088" y="4674"/>
                    <a:pt x="3964" y="4255"/>
                  </a:cubicBezTo>
                  <a:cubicBezTo>
                    <a:pt x="2598" y="3986"/>
                    <a:pt x="1186" y="3709"/>
                    <a:pt x="1186" y="2410"/>
                  </a:cubicBezTo>
                  <a:cubicBezTo>
                    <a:pt x="1186" y="1420"/>
                    <a:pt x="2170" y="675"/>
                    <a:pt x="3475" y="675"/>
                  </a:cubicBezTo>
                  <a:cubicBezTo>
                    <a:pt x="4868" y="675"/>
                    <a:pt x="5485" y="1305"/>
                    <a:pt x="5938" y="1766"/>
                  </a:cubicBezTo>
                  <a:cubicBezTo>
                    <a:pt x="6247" y="2081"/>
                    <a:pt x="6375" y="2191"/>
                    <a:pt x="6598" y="2191"/>
                  </a:cubicBezTo>
                  <a:cubicBezTo>
                    <a:pt x="6794" y="2191"/>
                    <a:pt x="7082" y="2072"/>
                    <a:pt x="7082" y="1818"/>
                  </a:cubicBezTo>
                  <a:cubicBezTo>
                    <a:pt x="7082" y="1381"/>
                    <a:pt x="5803" y="1"/>
                    <a:pt x="3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p86"/>
            <p:cNvSpPr/>
            <p:nvPr/>
          </p:nvSpPr>
          <p:spPr>
            <a:xfrm>
              <a:off x="3902887" y="1687655"/>
              <a:ext cx="397010" cy="397135"/>
            </a:xfrm>
            <a:custGeom>
              <a:rect b="b" l="l" r="r" t="t"/>
              <a:pathLst>
                <a:path extrusionOk="0" h="19029" w="19023">
                  <a:moveTo>
                    <a:pt x="9357" y="3591"/>
                  </a:moveTo>
                  <a:cubicBezTo>
                    <a:pt x="11911" y="3591"/>
                    <a:pt x="13969" y="5196"/>
                    <a:pt x="13969" y="6523"/>
                  </a:cubicBezTo>
                  <a:cubicBezTo>
                    <a:pt x="13969" y="7455"/>
                    <a:pt x="13157" y="8010"/>
                    <a:pt x="12370" y="8010"/>
                  </a:cubicBezTo>
                  <a:cubicBezTo>
                    <a:pt x="11658" y="8010"/>
                    <a:pt x="11246" y="7589"/>
                    <a:pt x="10914" y="7251"/>
                  </a:cubicBezTo>
                  <a:cubicBezTo>
                    <a:pt x="10514" y="6845"/>
                    <a:pt x="10171" y="6494"/>
                    <a:pt x="9247" y="6494"/>
                  </a:cubicBezTo>
                  <a:cubicBezTo>
                    <a:pt x="8481" y="6494"/>
                    <a:pt x="8073" y="6855"/>
                    <a:pt x="8073" y="7115"/>
                  </a:cubicBezTo>
                  <a:cubicBezTo>
                    <a:pt x="8073" y="7497"/>
                    <a:pt x="9028" y="7685"/>
                    <a:pt x="9950" y="7867"/>
                  </a:cubicBezTo>
                  <a:cubicBezTo>
                    <a:pt x="11710" y="8214"/>
                    <a:pt x="14369" y="8739"/>
                    <a:pt x="14369" y="11635"/>
                  </a:cubicBezTo>
                  <a:cubicBezTo>
                    <a:pt x="14379" y="11960"/>
                    <a:pt x="14340" y="13128"/>
                    <a:pt x="13404" y="14096"/>
                  </a:cubicBezTo>
                  <a:cubicBezTo>
                    <a:pt x="12561" y="14970"/>
                    <a:pt x="11252" y="15414"/>
                    <a:pt x="9518" y="15415"/>
                  </a:cubicBezTo>
                  <a:lnTo>
                    <a:pt x="9516" y="15415"/>
                  </a:lnTo>
                  <a:cubicBezTo>
                    <a:pt x="5952" y="15415"/>
                    <a:pt x="4658" y="13487"/>
                    <a:pt x="4658" y="12190"/>
                  </a:cubicBezTo>
                  <a:cubicBezTo>
                    <a:pt x="4658" y="11290"/>
                    <a:pt x="5476" y="10731"/>
                    <a:pt x="6235" y="10731"/>
                  </a:cubicBezTo>
                  <a:cubicBezTo>
                    <a:pt x="6942" y="10731"/>
                    <a:pt x="7354" y="11210"/>
                    <a:pt x="7717" y="11633"/>
                  </a:cubicBezTo>
                  <a:cubicBezTo>
                    <a:pt x="8145" y="12132"/>
                    <a:pt x="8549" y="12601"/>
                    <a:pt x="9509" y="12601"/>
                  </a:cubicBezTo>
                  <a:cubicBezTo>
                    <a:pt x="10165" y="12601"/>
                    <a:pt x="10898" y="12254"/>
                    <a:pt x="10898" y="11789"/>
                  </a:cubicBezTo>
                  <a:cubicBezTo>
                    <a:pt x="10898" y="11384"/>
                    <a:pt x="10135" y="11191"/>
                    <a:pt x="8970" y="10943"/>
                  </a:cubicBezTo>
                  <a:cubicBezTo>
                    <a:pt x="7165" y="10559"/>
                    <a:pt x="4694" y="10032"/>
                    <a:pt x="4694" y="7266"/>
                  </a:cubicBezTo>
                  <a:cubicBezTo>
                    <a:pt x="4694" y="4359"/>
                    <a:pt x="7744" y="3591"/>
                    <a:pt x="9357" y="3591"/>
                  </a:cubicBezTo>
                  <a:close/>
                  <a:moveTo>
                    <a:pt x="5202" y="0"/>
                  </a:moveTo>
                  <a:cubicBezTo>
                    <a:pt x="2338" y="0"/>
                    <a:pt x="6" y="2303"/>
                    <a:pt x="1" y="5148"/>
                  </a:cubicBezTo>
                  <a:lnTo>
                    <a:pt x="1" y="5159"/>
                  </a:lnTo>
                  <a:cubicBezTo>
                    <a:pt x="2" y="6225"/>
                    <a:pt x="261" y="6830"/>
                    <a:pt x="469" y="7319"/>
                  </a:cubicBezTo>
                  <a:cubicBezTo>
                    <a:pt x="609" y="7646"/>
                    <a:pt x="712" y="7885"/>
                    <a:pt x="712" y="8212"/>
                  </a:cubicBezTo>
                  <a:cubicBezTo>
                    <a:pt x="712" y="8219"/>
                    <a:pt x="632" y="9035"/>
                    <a:pt x="632" y="9553"/>
                  </a:cubicBezTo>
                  <a:cubicBezTo>
                    <a:pt x="632" y="12302"/>
                    <a:pt x="2927" y="18423"/>
                    <a:pt x="9541" y="18423"/>
                  </a:cubicBezTo>
                  <a:cubicBezTo>
                    <a:pt x="10171" y="18423"/>
                    <a:pt x="10931" y="18343"/>
                    <a:pt x="10931" y="18343"/>
                  </a:cubicBezTo>
                  <a:cubicBezTo>
                    <a:pt x="11190" y="18343"/>
                    <a:pt x="11441" y="18446"/>
                    <a:pt x="11759" y="18577"/>
                  </a:cubicBezTo>
                  <a:cubicBezTo>
                    <a:pt x="12509" y="18886"/>
                    <a:pt x="13241" y="19028"/>
                    <a:pt x="13937" y="19028"/>
                  </a:cubicBezTo>
                  <a:cubicBezTo>
                    <a:pt x="15330" y="19028"/>
                    <a:pt x="16576" y="18458"/>
                    <a:pt x="17517" y="17520"/>
                  </a:cubicBezTo>
                  <a:cubicBezTo>
                    <a:pt x="18489" y="16555"/>
                    <a:pt x="19023" y="15260"/>
                    <a:pt x="19023" y="13878"/>
                  </a:cubicBezTo>
                  <a:cubicBezTo>
                    <a:pt x="19023" y="12804"/>
                    <a:pt x="18763" y="12198"/>
                    <a:pt x="18554" y="11708"/>
                  </a:cubicBezTo>
                  <a:cubicBezTo>
                    <a:pt x="18414" y="11380"/>
                    <a:pt x="18312" y="11141"/>
                    <a:pt x="18312" y="10814"/>
                  </a:cubicBezTo>
                  <a:cubicBezTo>
                    <a:pt x="18312" y="10804"/>
                    <a:pt x="18391" y="9993"/>
                    <a:pt x="18391" y="9473"/>
                  </a:cubicBezTo>
                  <a:cubicBezTo>
                    <a:pt x="18391" y="6724"/>
                    <a:pt x="16095" y="603"/>
                    <a:pt x="9483" y="603"/>
                  </a:cubicBezTo>
                  <a:cubicBezTo>
                    <a:pt x="8853" y="603"/>
                    <a:pt x="8092" y="683"/>
                    <a:pt x="8092" y="683"/>
                  </a:cubicBezTo>
                  <a:cubicBezTo>
                    <a:pt x="7832" y="683"/>
                    <a:pt x="7583" y="580"/>
                    <a:pt x="7264" y="450"/>
                  </a:cubicBezTo>
                  <a:cubicBezTo>
                    <a:pt x="6767" y="244"/>
                    <a:pt x="6150" y="0"/>
                    <a:pt x="5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0" name="Google Shape;2660;p86"/>
          <p:cNvGrpSpPr/>
          <p:nvPr/>
        </p:nvGrpSpPr>
        <p:grpSpPr>
          <a:xfrm>
            <a:off x="3213882" y="3987496"/>
            <a:ext cx="387681" cy="387681"/>
            <a:chOff x="4933458" y="1687279"/>
            <a:chExt cx="397907" cy="397907"/>
          </a:xfrm>
        </p:grpSpPr>
        <p:sp>
          <p:nvSpPr>
            <p:cNvPr id="2661" name="Google Shape;2661;p86"/>
            <p:cNvSpPr/>
            <p:nvPr/>
          </p:nvSpPr>
          <p:spPr>
            <a:xfrm>
              <a:off x="5071801" y="1766541"/>
              <a:ext cx="125867" cy="241215"/>
            </a:xfrm>
            <a:custGeom>
              <a:rect b="b" l="l" r="r" t="t"/>
              <a:pathLst>
                <a:path extrusionOk="0" h="11558" w="6031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86"/>
            <p:cNvSpPr/>
            <p:nvPr/>
          </p:nvSpPr>
          <p:spPr>
            <a:xfrm>
              <a:off x="4933458" y="1687279"/>
              <a:ext cx="397907" cy="397907"/>
            </a:xfrm>
            <a:custGeom>
              <a:rect b="b" l="l" r="r" t="t"/>
              <a:pathLst>
                <a:path extrusionOk="0" h="19066" w="19066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3" name="Google Shape;2663;p86"/>
          <p:cNvGrpSpPr/>
          <p:nvPr/>
        </p:nvGrpSpPr>
        <p:grpSpPr>
          <a:xfrm>
            <a:off x="5511791" y="3987519"/>
            <a:ext cx="387661" cy="387661"/>
            <a:chOff x="1379798" y="1723250"/>
            <a:chExt cx="397887" cy="397887"/>
          </a:xfrm>
        </p:grpSpPr>
        <p:sp>
          <p:nvSpPr>
            <p:cNvPr id="2664" name="Google Shape;2664;p86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86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86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p86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8" name="Google Shape;2668;p86"/>
          <p:cNvGrpSpPr/>
          <p:nvPr/>
        </p:nvGrpSpPr>
        <p:grpSpPr>
          <a:xfrm>
            <a:off x="4320279" y="3987519"/>
            <a:ext cx="387681" cy="387661"/>
            <a:chOff x="266768" y="1721375"/>
            <a:chExt cx="397907" cy="397887"/>
          </a:xfrm>
        </p:grpSpPr>
        <p:sp>
          <p:nvSpPr>
            <p:cNvPr id="2669" name="Google Shape;2669;p86"/>
            <p:cNvSpPr/>
            <p:nvPr/>
          </p:nvSpPr>
          <p:spPr>
            <a:xfrm>
              <a:off x="454843" y="1791037"/>
              <a:ext cx="136218" cy="328222"/>
            </a:xfrm>
            <a:custGeom>
              <a:rect b="b" l="l" r="r" t="t"/>
              <a:pathLst>
                <a:path extrusionOk="0" h="15727" w="65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86"/>
            <p:cNvSpPr/>
            <p:nvPr/>
          </p:nvSpPr>
          <p:spPr>
            <a:xfrm>
              <a:off x="266768" y="1721375"/>
              <a:ext cx="397907" cy="397887"/>
            </a:xfrm>
            <a:custGeom>
              <a:rect b="b" l="l" r="r" t="t"/>
              <a:pathLst>
                <a:path extrusionOk="0" h="19065" w="19066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1" name="Google Shape;2671;p86"/>
          <p:cNvGrpSpPr/>
          <p:nvPr/>
        </p:nvGrpSpPr>
        <p:grpSpPr>
          <a:xfrm>
            <a:off x="4919024" y="3987519"/>
            <a:ext cx="387641" cy="387661"/>
            <a:chOff x="864491" y="1723250"/>
            <a:chExt cx="397866" cy="397887"/>
          </a:xfrm>
        </p:grpSpPr>
        <p:sp>
          <p:nvSpPr>
            <p:cNvPr id="2672" name="Google Shape;2672;p86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86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86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5" name="Google Shape;2675;p86"/>
          <p:cNvSpPr/>
          <p:nvPr/>
        </p:nvSpPr>
        <p:spPr>
          <a:xfrm>
            <a:off x="6077509" y="4022771"/>
            <a:ext cx="388846" cy="317145"/>
          </a:xfrm>
          <a:custGeom>
            <a:rect b="b" l="l" r="r" t="t"/>
            <a:pathLst>
              <a:path extrusionOk="0" h="15596" w="19122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6" name="Google Shape;2676;p86"/>
          <p:cNvGrpSpPr/>
          <p:nvPr/>
        </p:nvGrpSpPr>
        <p:grpSpPr>
          <a:xfrm>
            <a:off x="6709416" y="3987896"/>
            <a:ext cx="387539" cy="386888"/>
            <a:chOff x="2408992" y="1722875"/>
            <a:chExt cx="397761" cy="397093"/>
          </a:xfrm>
        </p:grpSpPr>
        <p:sp>
          <p:nvSpPr>
            <p:cNvPr id="2677" name="Google Shape;2677;p86"/>
            <p:cNvSpPr/>
            <p:nvPr/>
          </p:nvSpPr>
          <p:spPr>
            <a:xfrm>
              <a:off x="2492135" y="1827639"/>
              <a:ext cx="213667" cy="185326"/>
            </a:xfrm>
            <a:custGeom>
              <a:rect b="b" l="l" r="r" t="t"/>
              <a:pathLst>
                <a:path extrusionOk="0" h="8880" w="10238">
                  <a:moveTo>
                    <a:pt x="2548" y="1"/>
                  </a:moveTo>
                  <a:cubicBezTo>
                    <a:pt x="2277" y="1"/>
                    <a:pt x="2002" y="169"/>
                    <a:pt x="1743" y="427"/>
                  </a:cubicBezTo>
                  <a:cubicBezTo>
                    <a:pt x="1" y="2171"/>
                    <a:pt x="2739" y="5655"/>
                    <a:pt x="3567" y="6491"/>
                  </a:cubicBezTo>
                  <a:cubicBezTo>
                    <a:pt x="4206" y="7123"/>
                    <a:pt x="6403" y="8880"/>
                    <a:pt x="8179" y="8880"/>
                  </a:cubicBezTo>
                  <a:cubicBezTo>
                    <a:pt x="8718" y="8880"/>
                    <a:pt x="9219" y="8718"/>
                    <a:pt x="9626" y="8312"/>
                  </a:cubicBezTo>
                  <a:cubicBezTo>
                    <a:pt x="10054" y="7884"/>
                    <a:pt x="10238" y="7401"/>
                    <a:pt x="9812" y="6981"/>
                  </a:cubicBezTo>
                  <a:cubicBezTo>
                    <a:pt x="9168" y="6339"/>
                    <a:pt x="8797" y="6140"/>
                    <a:pt x="8555" y="6140"/>
                  </a:cubicBezTo>
                  <a:cubicBezTo>
                    <a:pt x="8422" y="6140"/>
                    <a:pt x="8327" y="6200"/>
                    <a:pt x="8248" y="6279"/>
                  </a:cubicBezTo>
                  <a:cubicBezTo>
                    <a:pt x="8064" y="6461"/>
                    <a:pt x="7636" y="7077"/>
                    <a:pt x="7461" y="7252"/>
                  </a:cubicBezTo>
                  <a:cubicBezTo>
                    <a:pt x="7260" y="7452"/>
                    <a:pt x="7021" y="7534"/>
                    <a:pt x="6762" y="7534"/>
                  </a:cubicBezTo>
                  <a:cubicBezTo>
                    <a:pt x="5839" y="7534"/>
                    <a:pt x="4665" y="6485"/>
                    <a:pt x="4117" y="5939"/>
                  </a:cubicBezTo>
                  <a:lnTo>
                    <a:pt x="4115" y="5938"/>
                  </a:lnTo>
                  <a:cubicBezTo>
                    <a:pt x="3417" y="5235"/>
                    <a:pt x="1890" y="3505"/>
                    <a:pt x="2803" y="2592"/>
                  </a:cubicBezTo>
                  <a:cubicBezTo>
                    <a:pt x="2879" y="2516"/>
                    <a:pt x="3056" y="2378"/>
                    <a:pt x="3254" y="2228"/>
                  </a:cubicBezTo>
                  <a:cubicBezTo>
                    <a:pt x="3445" y="2083"/>
                    <a:pt x="3661" y="1922"/>
                    <a:pt x="3776" y="1807"/>
                  </a:cubicBezTo>
                  <a:cubicBezTo>
                    <a:pt x="3999" y="1584"/>
                    <a:pt x="4069" y="1241"/>
                    <a:pt x="3080" y="250"/>
                  </a:cubicBezTo>
                  <a:cubicBezTo>
                    <a:pt x="2909" y="76"/>
                    <a:pt x="2730" y="1"/>
                    <a:pt x="2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86"/>
            <p:cNvSpPr/>
            <p:nvPr/>
          </p:nvSpPr>
          <p:spPr>
            <a:xfrm>
              <a:off x="2408992" y="1722875"/>
              <a:ext cx="397761" cy="397093"/>
            </a:xfrm>
            <a:custGeom>
              <a:rect b="b" l="l" r="r" t="t"/>
              <a:pathLst>
                <a:path extrusionOk="0" h="19027" w="19059">
                  <a:moveTo>
                    <a:pt x="6538" y="3907"/>
                  </a:moveTo>
                  <a:cubicBezTo>
                    <a:pt x="7030" y="3907"/>
                    <a:pt x="7490" y="4114"/>
                    <a:pt x="7853" y="4483"/>
                  </a:cubicBezTo>
                  <a:cubicBezTo>
                    <a:pt x="8326" y="4955"/>
                    <a:pt x="9768" y="6397"/>
                    <a:pt x="8549" y="7616"/>
                  </a:cubicBezTo>
                  <a:cubicBezTo>
                    <a:pt x="8407" y="7756"/>
                    <a:pt x="8145" y="7957"/>
                    <a:pt x="7912" y="8136"/>
                  </a:cubicBezTo>
                  <a:cubicBezTo>
                    <a:pt x="7767" y="8246"/>
                    <a:pt x="7634" y="8343"/>
                    <a:pt x="7576" y="8400"/>
                  </a:cubicBezTo>
                  <a:cubicBezTo>
                    <a:pt x="7599" y="8585"/>
                    <a:pt x="8227" y="9504"/>
                    <a:pt x="8888" y="10169"/>
                  </a:cubicBezTo>
                  <a:cubicBezTo>
                    <a:pt x="9546" y="10823"/>
                    <a:pt x="10450" y="11437"/>
                    <a:pt x="10732" y="11437"/>
                  </a:cubicBezTo>
                  <a:cubicBezTo>
                    <a:pt x="10736" y="11437"/>
                    <a:pt x="10740" y="11437"/>
                    <a:pt x="10744" y="11437"/>
                  </a:cubicBezTo>
                  <a:cubicBezTo>
                    <a:pt x="10716" y="11423"/>
                    <a:pt x="10813" y="11292"/>
                    <a:pt x="10923" y="11147"/>
                  </a:cubicBezTo>
                  <a:cubicBezTo>
                    <a:pt x="11100" y="10913"/>
                    <a:pt x="11301" y="10650"/>
                    <a:pt x="11443" y="10510"/>
                  </a:cubicBezTo>
                  <a:cubicBezTo>
                    <a:pt x="11789" y="10163"/>
                    <a:pt x="12153" y="10031"/>
                    <a:pt x="12508" y="10031"/>
                  </a:cubicBezTo>
                  <a:cubicBezTo>
                    <a:pt x="13402" y="10031"/>
                    <a:pt x="14236" y="10866"/>
                    <a:pt x="14576" y="11205"/>
                  </a:cubicBezTo>
                  <a:cubicBezTo>
                    <a:pt x="15328" y="11943"/>
                    <a:pt x="15425" y="13093"/>
                    <a:pt x="14399" y="14119"/>
                  </a:cubicBezTo>
                  <a:cubicBezTo>
                    <a:pt x="13750" y="14770"/>
                    <a:pt x="12980" y="15023"/>
                    <a:pt x="12179" y="15023"/>
                  </a:cubicBezTo>
                  <a:cubicBezTo>
                    <a:pt x="10063" y="15023"/>
                    <a:pt x="7723" y="13248"/>
                    <a:pt x="6764" y="12299"/>
                  </a:cubicBezTo>
                  <a:cubicBezTo>
                    <a:pt x="5451" y="10974"/>
                    <a:pt x="2573" y="7025"/>
                    <a:pt x="4938" y="4660"/>
                  </a:cubicBezTo>
                  <a:cubicBezTo>
                    <a:pt x="5458" y="4140"/>
                    <a:pt x="6017" y="3907"/>
                    <a:pt x="6538" y="3907"/>
                  </a:cubicBezTo>
                  <a:close/>
                  <a:moveTo>
                    <a:pt x="9545" y="0"/>
                  </a:moveTo>
                  <a:cubicBezTo>
                    <a:pt x="4319" y="0"/>
                    <a:pt x="31" y="4288"/>
                    <a:pt x="31" y="9514"/>
                  </a:cubicBezTo>
                  <a:cubicBezTo>
                    <a:pt x="31" y="11064"/>
                    <a:pt x="448" y="12594"/>
                    <a:pt x="1172" y="13954"/>
                  </a:cubicBezTo>
                  <a:lnTo>
                    <a:pt x="49" y="18334"/>
                  </a:lnTo>
                  <a:cubicBezTo>
                    <a:pt x="1" y="18524"/>
                    <a:pt x="57" y="18725"/>
                    <a:pt x="195" y="18863"/>
                  </a:cubicBezTo>
                  <a:cubicBezTo>
                    <a:pt x="302" y="18971"/>
                    <a:pt x="445" y="19027"/>
                    <a:pt x="590" y="19027"/>
                  </a:cubicBezTo>
                  <a:cubicBezTo>
                    <a:pt x="635" y="19027"/>
                    <a:pt x="680" y="19021"/>
                    <a:pt x="724" y="19010"/>
                  </a:cubicBezTo>
                  <a:lnTo>
                    <a:pt x="5104" y="17887"/>
                  </a:lnTo>
                  <a:cubicBezTo>
                    <a:pt x="6465" y="18609"/>
                    <a:pt x="7995" y="19026"/>
                    <a:pt x="9545" y="19026"/>
                  </a:cubicBezTo>
                  <a:cubicBezTo>
                    <a:pt x="14770" y="19026"/>
                    <a:pt x="19058" y="14738"/>
                    <a:pt x="19058" y="9514"/>
                  </a:cubicBezTo>
                  <a:cubicBezTo>
                    <a:pt x="19058" y="4288"/>
                    <a:pt x="14770" y="0"/>
                    <a:pt x="95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9" name="Google Shape;2679;p86"/>
          <p:cNvSpPr txBox="1"/>
          <p:nvPr>
            <p:ph type="title"/>
          </p:nvPr>
        </p:nvSpPr>
        <p:spPr>
          <a:xfrm>
            <a:off x="2830937" y="625700"/>
            <a:ext cx="3482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26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Marketing</a:t>
            </a:r>
            <a:endParaRPr b="1" i="0" sz="26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80" name="Google Shape;2680;p86"/>
          <p:cNvGrpSpPr/>
          <p:nvPr/>
        </p:nvGrpSpPr>
        <p:grpSpPr>
          <a:xfrm>
            <a:off x="5475488" y="2172636"/>
            <a:ext cx="457983" cy="427759"/>
            <a:chOff x="-61351725" y="3372400"/>
            <a:chExt cx="310350" cy="310150"/>
          </a:xfrm>
        </p:grpSpPr>
        <p:sp>
          <p:nvSpPr>
            <p:cNvPr id="2681" name="Google Shape;2681;p86"/>
            <p:cNvSpPr/>
            <p:nvPr/>
          </p:nvSpPr>
          <p:spPr>
            <a:xfrm>
              <a:off x="-61165050" y="35588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86"/>
            <p:cNvSpPr/>
            <p:nvPr/>
          </p:nvSpPr>
          <p:spPr>
            <a:xfrm>
              <a:off x="-61247750" y="34761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86"/>
            <p:cNvSpPr/>
            <p:nvPr/>
          </p:nvSpPr>
          <p:spPr>
            <a:xfrm>
              <a:off x="-61351725" y="3372400"/>
              <a:ext cx="310350" cy="310150"/>
            </a:xfrm>
            <a:custGeom>
              <a:rect b="b" l="l" r="r" t="t"/>
              <a:pathLst>
                <a:path extrusionOk="0" h="12406" w="12414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4" name="Google Shape;2684;p86"/>
          <p:cNvSpPr/>
          <p:nvPr/>
        </p:nvSpPr>
        <p:spPr>
          <a:xfrm>
            <a:off x="4894297" y="2224536"/>
            <a:ext cx="434614" cy="395867"/>
          </a:xfrm>
          <a:custGeom>
            <a:rect b="b" l="l" r="r" t="t"/>
            <a:pathLst>
              <a:path extrusionOk="0" h="19273" w="20026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gleLinesVTI">
  <a:themeElements>
    <a:clrScheme name="AnalogousFromRegularSeedLeftStep">
      <a:dk1>
        <a:srgbClr val="000000"/>
      </a:dk1>
      <a:lt1>
        <a:srgbClr val="FFFFFF"/>
      </a:lt1>
      <a:dk2>
        <a:srgbClr val="1B2B30"/>
      </a:dk2>
      <a:lt2>
        <a:srgbClr val="F1F3F0"/>
      </a:lt2>
      <a:accent1>
        <a:srgbClr val="D129E7"/>
      </a:accent1>
      <a:accent2>
        <a:srgbClr val="7620D6"/>
      </a:accent2>
      <a:accent3>
        <a:srgbClr val="3329E7"/>
      </a:accent3>
      <a:accent4>
        <a:srgbClr val="175CD5"/>
      </a:accent4>
      <a:accent5>
        <a:srgbClr val="27BAE3"/>
      </a:accent5>
      <a:accent6>
        <a:srgbClr val="15C2A0"/>
      </a:accent6>
      <a:hlink>
        <a:srgbClr val="409D3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